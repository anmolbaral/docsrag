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6858000" cy="9144000"/>
  <p:embeddedFontLst>
    <p:embeddedFont>
      <p:font typeface="Albert Sans Medium"/>
      <p:regular r:id="rId24"/>
      <p:bold r:id="rId25"/>
      <p:italic r:id="rId26"/>
      <p:boldItalic r:id="rId27"/>
    </p:embeddedFont>
    <p:embeddedFont>
      <p:font typeface="Bebas Neue"/>
      <p:regular r:id="rId28"/>
    </p:embeddedFont>
    <p:embeddedFont>
      <p:font typeface="Epilogue"/>
      <p:regular r:id="rId29"/>
      <p:bold r:id="rId30"/>
      <p:italic r:id="rId31"/>
      <p:boldItalic r:id="rId32"/>
    </p:embeddedFont>
    <p:embeddedFont>
      <p:font typeface="Albert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AlbertSansMedium-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AlbertSansMedium-italic.fntdata"/><Relationship Id="rId25" Type="http://schemas.openxmlformats.org/officeDocument/2006/relationships/font" Target="fonts/AlbertSansMedium-bold.fntdata"/><Relationship Id="rId28" Type="http://schemas.openxmlformats.org/officeDocument/2006/relationships/font" Target="fonts/BebasNeue-regular.fntdata"/><Relationship Id="rId27" Type="http://schemas.openxmlformats.org/officeDocument/2006/relationships/font" Target="fonts/AlbertSansMedium-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Epilogue-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Epilogue-italic.fntdata"/><Relationship Id="rId30" Type="http://schemas.openxmlformats.org/officeDocument/2006/relationships/font" Target="fonts/Epilogue-bold.fntdata"/><Relationship Id="rId11" Type="http://schemas.openxmlformats.org/officeDocument/2006/relationships/slide" Target="slides/slide7.xml"/><Relationship Id="rId33" Type="http://schemas.openxmlformats.org/officeDocument/2006/relationships/font" Target="fonts/AlbertSans-regular.fntdata"/><Relationship Id="rId10" Type="http://schemas.openxmlformats.org/officeDocument/2006/relationships/slide" Target="slides/slide6.xml"/><Relationship Id="rId32" Type="http://schemas.openxmlformats.org/officeDocument/2006/relationships/font" Target="fonts/Epilogue-boldItalic.fntdata"/><Relationship Id="rId13" Type="http://schemas.openxmlformats.org/officeDocument/2006/relationships/slide" Target="slides/slide9.xml"/><Relationship Id="rId35" Type="http://schemas.openxmlformats.org/officeDocument/2006/relationships/font" Target="fonts/AlbertSans-italic.fntdata"/><Relationship Id="rId12" Type="http://schemas.openxmlformats.org/officeDocument/2006/relationships/slide" Target="slides/slide8.xml"/><Relationship Id="rId34" Type="http://schemas.openxmlformats.org/officeDocument/2006/relationships/font" Target="fonts/AlbertSans-bold.fntdata"/><Relationship Id="rId15" Type="http://schemas.openxmlformats.org/officeDocument/2006/relationships/slide" Target="slides/slide11.xml"/><Relationship Id="rId14" Type="http://schemas.openxmlformats.org/officeDocument/2006/relationships/slide" Target="slides/slide10.xml"/><Relationship Id="rId36" Type="http://schemas.openxmlformats.org/officeDocument/2006/relationships/font" Target="fonts/AlbertSans-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g25dbbd6800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1" name="Google Shape;1781;g25dbbd6800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6" name="Shape 1986"/>
        <p:cNvGrpSpPr/>
        <p:nvPr/>
      </p:nvGrpSpPr>
      <p:grpSpPr>
        <a:xfrm>
          <a:off x="0" y="0"/>
          <a:ext cx="0" cy="0"/>
          <a:chOff x="0" y="0"/>
          <a:chExt cx="0" cy="0"/>
        </a:xfrm>
      </p:grpSpPr>
      <p:sp>
        <p:nvSpPr>
          <p:cNvPr id="1987" name="Google Shape;1987;g25d6e3b60ef_0_2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8" name="Google Shape;1988;g25d6e3b60ef_0_2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ge1d838b627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5" name="Google Shape;2005;ge1d838b62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g25d6e3b60ef_0_3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2" name="Google Shape;2012;g25d6e3b60ef_0_3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“Nepal’s seismic activity is high, yet there’s no rapid, accurate tool to forecast aftershocks—those secondary quakes that often cause more damage than the mainshock itself.”</a:t>
            </a:r>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Research Question: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“Can we predict whether a mainshock will produce an aftershock using machine‑learning on USGS data?”</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1" name="Shape 2141"/>
        <p:cNvGrpSpPr/>
        <p:nvPr/>
      </p:nvGrpSpPr>
      <p:grpSpPr>
        <a:xfrm>
          <a:off x="0" y="0"/>
          <a:ext cx="0" cy="0"/>
          <a:chOff x="0" y="0"/>
          <a:chExt cx="0" cy="0"/>
        </a:xfrm>
      </p:grpSpPr>
      <p:sp>
        <p:nvSpPr>
          <p:cNvPr id="2142" name="Google Shape;2142;g34d74d7d1a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3" name="Google Shape;2143;g34d74d7d1a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	</a:t>
            </a:r>
            <a:r>
              <a:rPr b="1" lang="en">
                <a:solidFill>
                  <a:schemeClr val="dk1"/>
                </a:solidFill>
              </a:rPr>
              <a:t>Objectives: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1.	“First, we wanted to build a </a:t>
            </a:r>
            <a:r>
              <a:rPr b="1" lang="en">
                <a:solidFill>
                  <a:schemeClr val="dk1"/>
                </a:solidFill>
              </a:rPr>
              <a:t>spatiotemporal labeling</a:t>
            </a:r>
            <a:r>
              <a:rPr lang="en">
                <a:solidFill>
                  <a:schemeClr val="dk1"/>
                </a:solidFill>
              </a:rPr>
              <a:t> method—classifying events as mainshock or aftershock based on a 30‑day, 50 km rule.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2.	Then, we </a:t>
            </a:r>
            <a:r>
              <a:rPr lang="en">
                <a:solidFill>
                  <a:schemeClr val="dk1"/>
                </a:solidFill>
              </a:rPr>
              <a:t>wanted</a:t>
            </a:r>
            <a:r>
              <a:rPr lang="en">
                <a:solidFill>
                  <a:schemeClr val="dk1"/>
                </a:solidFill>
              </a:rPr>
              <a:t> train and tune multiple models—from SVMs to ensemble methods to neural networks—to forecast aftershock occurrence (will_have_an_aftershock).”</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g25d6e3b60ef_0_2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9" name="Google Shape;2149;g25d6e3b60ef_0_2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8" name="Shape 2278"/>
        <p:cNvGrpSpPr/>
        <p:nvPr/>
      </p:nvGrpSpPr>
      <p:grpSpPr>
        <a:xfrm>
          <a:off x="0" y="0"/>
          <a:ext cx="0" cy="0"/>
          <a:chOff x="0" y="0"/>
          <a:chExt cx="0" cy="0"/>
        </a:xfrm>
      </p:grpSpPr>
      <p:sp>
        <p:nvSpPr>
          <p:cNvPr id="2279" name="Google Shape;2279;ge1d838b627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0" name="Google Shape;2280;ge1d838b627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for our dataset we grabbed all Nepal earthquakes from the USGS going back 35 years.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We only kept quakes above magnitude 3.5, since smaller ones aren’t usually damaging. After cleaning and filling missing values, we ended up with </a:t>
            </a:r>
            <a:r>
              <a:rPr b="1" lang="en">
                <a:solidFill>
                  <a:schemeClr val="dk1"/>
                </a:solidFill>
              </a:rPr>
              <a:t>17,356</a:t>
            </a:r>
            <a:r>
              <a:rPr lang="en">
                <a:solidFill>
                  <a:schemeClr val="dk1"/>
                </a:solidFill>
              </a:rPr>
              <a:t> events described by </a:t>
            </a:r>
            <a:r>
              <a:rPr b="1" lang="en">
                <a:solidFill>
                  <a:schemeClr val="dk1"/>
                </a:solidFill>
              </a:rPr>
              <a:t>30</a:t>
            </a:r>
            <a:r>
              <a:rPr lang="en">
                <a:solidFill>
                  <a:schemeClr val="dk1"/>
                </a:solidFill>
              </a:rPr>
              <a:t> columns—things like magnitude, depth, latitude/longitude, time, intensity reports, station counts, and signal strength.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That’s the data we fed into our aftershock‑prediction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4" name="Shape 2284"/>
        <p:cNvGrpSpPr/>
        <p:nvPr/>
      </p:nvGrpSpPr>
      <p:grpSpPr>
        <a:xfrm>
          <a:off x="0" y="0"/>
          <a:ext cx="0" cy="0"/>
          <a:chOff x="0" y="0"/>
          <a:chExt cx="0" cy="0"/>
        </a:xfrm>
      </p:grpSpPr>
      <p:sp>
        <p:nvSpPr>
          <p:cNvPr id="2285" name="Google Shape;2285;g34d74d7d1af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6" name="Google Shape;2286;g34d74d7d1af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turned each quake’s latitude, longitude, and depth into neat XYZ coordinates (ECEF) so we could easily measure distances in 3D.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added a column to tag every event as a </a:t>
            </a:r>
            <a:r>
              <a:rPr b="1" lang="en">
                <a:solidFill>
                  <a:schemeClr val="dk1"/>
                </a:solidFill>
              </a:rPr>
              <a:t>mainshock (0)</a:t>
            </a:r>
            <a:r>
              <a:rPr lang="en">
                <a:solidFill>
                  <a:schemeClr val="dk1"/>
                </a:solidFill>
              </a:rPr>
              <a:t> or an </a:t>
            </a:r>
            <a:r>
              <a:rPr b="1" lang="en">
                <a:solidFill>
                  <a:schemeClr val="dk1"/>
                </a:solidFill>
              </a:rPr>
              <a:t>aftershock (1)</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Our prediction target became the new </a:t>
            </a:r>
            <a:r>
              <a:rPr b="1" lang="en">
                <a:solidFill>
                  <a:schemeClr val="dk1"/>
                </a:solidFill>
              </a:rPr>
              <a:t>“will_have_an_aftershock”</a:t>
            </a:r>
            <a:r>
              <a:rPr lang="en">
                <a:solidFill>
                  <a:schemeClr val="dk1"/>
                </a:solidFill>
              </a:rPr>
              <a:t> flag.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When we checked which features matter most, we found that </a:t>
            </a:r>
            <a:r>
              <a:rPr b="1" lang="en">
                <a:solidFill>
                  <a:schemeClr val="dk1"/>
                </a:solidFill>
              </a:rPr>
              <a:t>magnitude</a:t>
            </a:r>
            <a:r>
              <a:rPr lang="en">
                <a:solidFill>
                  <a:schemeClr val="dk1"/>
                </a:solidFill>
              </a:rPr>
              <a:t>, </a:t>
            </a:r>
            <a:r>
              <a:rPr b="1" lang="en">
                <a:solidFill>
                  <a:schemeClr val="dk1"/>
                </a:solidFill>
              </a:rPr>
              <a:t>number of stations (nst)</a:t>
            </a:r>
            <a:r>
              <a:rPr lang="en">
                <a:solidFill>
                  <a:schemeClr val="dk1"/>
                </a:solidFill>
              </a:rPr>
              <a:t>, and </a:t>
            </a:r>
            <a:r>
              <a:rPr b="1" lang="en">
                <a:solidFill>
                  <a:schemeClr val="dk1"/>
                </a:solidFill>
              </a:rPr>
              <a:t>community intensity (cdi)</a:t>
            </a:r>
            <a:r>
              <a:rPr lang="en">
                <a:solidFill>
                  <a:schemeClr val="dk1"/>
                </a:solidFill>
              </a:rPr>
              <a:t> show the strongest links to aftershock occurrence.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1" name="Shape 2291"/>
        <p:cNvGrpSpPr/>
        <p:nvPr/>
      </p:nvGrpSpPr>
      <p:grpSpPr>
        <a:xfrm>
          <a:off x="0" y="0"/>
          <a:ext cx="0" cy="0"/>
          <a:chOff x="0" y="0"/>
          <a:chExt cx="0" cy="0"/>
        </a:xfrm>
      </p:grpSpPr>
      <p:sp>
        <p:nvSpPr>
          <p:cNvPr id="2292" name="Google Shape;2292;g34d74d7d1af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3" name="Google Shape;2293;g34d74d7d1af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Plotted all earthquake epicenters on a map of Nepal.</a:t>
            </a:r>
            <a:endParaRPr/>
          </a:p>
          <a:p>
            <a:pPr indent="0" lvl="0" marL="0" rtl="0" algn="l">
              <a:lnSpc>
                <a:spcPct val="115000"/>
              </a:lnSpc>
              <a:spcBef>
                <a:spcPts val="1200"/>
              </a:spcBef>
              <a:spcAft>
                <a:spcPts val="0"/>
              </a:spcAft>
              <a:buClr>
                <a:schemeClr val="dk1"/>
              </a:buClr>
              <a:buSzPts val="1100"/>
              <a:buFont typeface="Arial"/>
              <a:buNone/>
            </a:pPr>
            <a:r>
              <a:rPr lang="en"/>
              <a:t>Noticeable clusters align with major fault zones (e.g., the Main Himalayan Thrust).</a:t>
            </a:r>
            <a:endParaRPr/>
          </a:p>
          <a:p>
            <a:pPr indent="0" lvl="0" marL="0" rtl="0" algn="l">
              <a:lnSpc>
                <a:spcPct val="115000"/>
              </a:lnSpc>
              <a:spcBef>
                <a:spcPts val="1200"/>
              </a:spcBef>
              <a:spcAft>
                <a:spcPts val="0"/>
              </a:spcAft>
              <a:buClr>
                <a:schemeClr val="dk1"/>
              </a:buClr>
              <a:buSzPts val="1100"/>
              <a:buFont typeface="Arial"/>
              <a:buNone/>
            </a:pPr>
            <a:r>
              <a:rPr lang="en"/>
              <a:t>Highlights high‑risk areas to prioritize when issuing aftershock alerts</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8" name="Shape 2298"/>
        <p:cNvGrpSpPr/>
        <p:nvPr/>
      </p:nvGrpSpPr>
      <p:grpSpPr>
        <a:xfrm>
          <a:off x="0" y="0"/>
          <a:ext cx="0" cy="0"/>
          <a:chOff x="0" y="0"/>
          <a:chExt cx="0" cy="0"/>
        </a:xfrm>
      </p:grpSpPr>
      <p:sp>
        <p:nvSpPr>
          <p:cNvPr id="2299" name="Google Shape;2299;g34d74d7d1af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0" name="Google Shape;2300;g34d74d7d1af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see that not all models are the same when it comes to catching aftershocks, even though they all have about 85 % overall accuracy.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Gaussian Naïve Bayes finds the most aftershocks, with a recall of 23 % and an F1‑score of 0.29. That means it flags nearly one in four real aftershocks which is best if you really don’t want to miss any.</a:t>
            </a:r>
            <a:br>
              <a:rPr lang="en"/>
            </a:br>
            <a:endParaRPr/>
          </a:p>
          <a:p>
            <a:pPr indent="0" lvl="0" marL="0" rtl="0" algn="l">
              <a:spcBef>
                <a:spcPts val="0"/>
              </a:spcBef>
              <a:spcAft>
                <a:spcPts val="0"/>
              </a:spcAft>
              <a:buNone/>
            </a:pPr>
            <a:r>
              <a:rPr lang="en"/>
              <a:t>XGBoost has the highest precision at 63 %, so when it does predict an aftershock, it’s right almost two‑thirds of the time. Use this if you want to avoid false alarms.</a:t>
            </a:r>
            <a:br>
              <a:rPr lang="en"/>
            </a:br>
            <a:endParaRPr/>
          </a:p>
          <a:p>
            <a:pPr indent="0" lvl="0" marL="0" rtl="0" algn="l">
              <a:spcBef>
                <a:spcPts val="0"/>
              </a:spcBef>
              <a:spcAft>
                <a:spcPts val="0"/>
              </a:spcAft>
              <a:buNone/>
            </a:pPr>
            <a:r>
              <a:rPr lang="en"/>
              <a:t>Logistic Regression sits in the middle: precision 62 %, recall 13 %, F1 = 0.21. It’s a balanced option if you care about both catching aftershocks and keeping false alerts low.</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5" name="Shape 2305"/>
        <p:cNvGrpSpPr/>
        <p:nvPr/>
      </p:nvGrpSpPr>
      <p:grpSpPr>
        <a:xfrm>
          <a:off x="0" y="0"/>
          <a:ext cx="0" cy="0"/>
          <a:chOff x="0" y="0"/>
          <a:chExt cx="0" cy="0"/>
        </a:xfrm>
      </p:grpSpPr>
      <p:sp>
        <p:nvSpPr>
          <p:cNvPr id="2306" name="Google Shape;2306;g34d74d7d1af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7" name="Google Shape;2307;g34d74d7d1af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Lets look at the trade‑offs between catching aftershocks and avoiding false alarms: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	</a:t>
            </a:r>
            <a:r>
              <a:rPr b="1" lang="en">
                <a:solidFill>
                  <a:schemeClr val="dk1"/>
                </a:solidFill>
              </a:rPr>
              <a:t>High recall (Gaussian NB)</a:t>
            </a:r>
            <a:r>
              <a:rPr lang="en">
                <a:solidFill>
                  <a:schemeClr val="dk1"/>
                </a:solidFill>
              </a:rPr>
              <a:t> is key when missing an aftershock is too risky. It flags almost every real aftershock, even if it throws more false alerts.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	</a:t>
            </a:r>
            <a:r>
              <a:rPr b="1" lang="en">
                <a:solidFill>
                  <a:schemeClr val="dk1"/>
                </a:solidFill>
              </a:rPr>
              <a:t>High precision (XGBoost)</a:t>
            </a:r>
            <a:r>
              <a:rPr lang="en">
                <a:solidFill>
                  <a:schemeClr val="dk1"/>
                </a:solidFill>
              </a:rPr>
              <a:t> is best when you need to avoid unnecessary warnings. </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Our choice</a:t>
            </a:r>
            <a:r>
              <a:rPr lang="en">
                <a:solidFill>
                  <a:schemeClr val="dk1"/>
                </a:solidFill>
              </a:rPr>
              <a:t> depends on what matters more: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cases like eaqrthquakes with high casualties and destruvtions, we think we should prioritiese safety. So, we picked Gaussian NB as the best model to catch nearly all aftershocks.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1" name="Shape 2311"/>
        <p:cNvGrpSpPr/>
        <p:nvPr/>
      </p:nvGrpSpPr>
      <p:grpSpPr>
        <a:xfrm>
          <a:off x="0" y="0"/>
          <a:ext cx="0" cy="0"/>
          <a:chOff x="0" y="0"/>
          <a:chExt cx="0" cy="0"/>
        </a:xfrm>
      </p:grpSpPr>
      <p:sp>
        <p:nvSpPr>
          <p:cNvPr id="2312" name="Google Shape;2312;g25db3f1ea75_0_2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3" name="Google Shape;2313;g25db3f1ea75_0_2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8" name="Shape 2318"/>
        <p:cNvGrpSpPr/>
        <p:nvPr/>
      </p:nvGrpSpPr>
      <p:grpSpPr>
        <a:xfrm>
          <a:off x="0" y="0"/>
          <a:ext cx="0" cy="0"/>
          <a:chOff x="0" y="0"/>
          <a:chExt cx="0" cy="0"/>
        </a:xfrm>
      </p:grpSpPr>
      <p:sp>
        <p:nvSpPr>
          <p:cNvPr id="2319" name="Google Shape;2319;g34d74d7d1af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0" name="Google Shape;2320;g34d74d7d1af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Here, </a:t>
            </a:r>
            <a:r>
              <a:rPr lang="en">
                <a:solidFill>
                  <a:schemeClr val="dk1"/>
                </a:solidFill>
              </a:rPr>
              <a:t>we see the ROC curve for our Gaussian Naïve Bayes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curve shows how often we correctly catch aftershocks (true positive rate) versus how often we raise false alerts (false positive rate) as we change our probability threshold.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area under this curve, or AUC, is </a:t>
            </a:r>
            <a:r>
              <a:rPr b="1" lang="en">
                <a:solidFill>
                  <a:schemeClr val="dk1"/>
                </a:solidFill>
              </a:rPr>
              <a:t>0.718</a:t>
            </a:r>
            <a:r>
              <a:rPr lang="en">
                <a:solidFill>
                  <a:schemeClr val="dk1"/>
                </a:solidFill>
              </a:rPr>
              <a:t>, which is well above the 0.5 you’d get by random guessing.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you pick one quake that had an aftershock and one that didn’t, our model will rank the real aftershock higher about </a:t>
            </a:r>
            <a:r>
              <a:rPr b="1" lang="en">
                <a:solidFill>
                  <a:schemeClr val="dk1"/>
                </a:solidFill>
              </a:rPr>
              <a:t>72 %</a:t>
            </a:r>
            <a:r>
              <a:rPr lang="en">
                <a:solidFill>
                  <a:schemeClr val="dk1"/>
                </a:solidFill>
              </a:rPr>
              <a:t> of the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this AUC tells us our model is learning real patterns—much better than chance—though there’s still room to improve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5" name="Shape 2325"/>
        <p:cNvGrpSpPr/>
        <p:nvPr/>
      </p:nvGrpSpPr>
      <p:grpSpPr>
        <a:xfrm>
          <a:off x="0" y="0"/>
          <a:ext cx="0" cy="0"/>
          <a:chOff x="0" y="0"/>
          <a:chExt cx="0" cy="0"/>
        </a:xfrm>
      </p:grpSpPr>
      <p:sp>
        <p:nvSpPr>
          <p:cNvPr id="2326" name="Google Shape;2326;g25d6e3b60ef_0_4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7" name="Google Shape;2327;g25d6e3b60ef_0_4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	</a:t>
            </a:r>
            <a:r>
              <a:rPr b="1" lang="en">
                <a:solidFill>
                  <a:schemeClr val="dk1"/>
                </a:solidFill>
              </a:rPr>
              <a:t>H₀ (Random):</a:t>
            </a:r>
            <a:r>
              <a:rPr lang="en">
                <a:solidFill>
                  <a:schemeClr val="dk1"/>
                </a:solidFill>
              </a:rPr>
              <a:t> Aftershocks happen by chance.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	</a:t>
            </a:r>
            <a:r>
              <a:rPr b="1" lang="en">
                <a:solidFill>
                  <a:schemeClr val="dk1"/>
                </a:solidFill>
              </a:rPr>
              <a:t>H₁ (Predictable):</a:t>
            </a:r>
            <a:r>
              <a:rPr lang="en">
                <a:solidFill>
                  <a:schemeClr val="dk1"/>
                </a:solidFill>
              </a:rPr>
              <a:t> Aftershocks follow patterns in the quake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All our models beat random guessing by a big margin, so we </a:t>
            </a:r>
            <a:r>
              <a:rPr b="1" lang="en">
                <a:solidFill>
                  <a:schemeClr val="dk1"/>
                </a:solidFill>
              </a:rPr>
              <a:t>reject H₀</a:t>
            </a:r>
            <a:r>
              <a:rPr lang="en">
                <a:solidFill>
                  <a:schemeClr val="dk1"/>
                </a:solidFill>
              </a:rPr>
              <a:t> and accept that aftershocks in Nepal do follow learnable pattern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1" name="Shape 2331"/>
        <p:cNvGrpSpPr/>
        <p:nvPr/>
      </p:nvGrpSpPr>
      <p:grpSpPr>
        <a:xfrm>
          <a:off x="0" y="0"/>
          <a:ext cx="0" cy="0"/>
          <a:chOff x="0" y="0"/>
          <a:chExt cx="0" cy="0"/>
        </a:xfrm>
      </p:grpSpPr>
      <p:sp>
        <p:nvSpPr>
          <p:cNvPr id="2332" name="Google Shape;2332;g34d74d7d1a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3" name="Google Shape;2333;g34d74d7d1a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	First, we built a custom spatiotemporal classifier—using a 30‑day, 50 km rule—to get clean mainshock vs. aftershock labels. This was key, because noisy labels wreck models.</a:t>
            </a:r>
            <a:endParaRPr/>
          </a:p>
          <a:p>
            <a:pPr indent="0" lvl="0" marL="0" rtl="0" algn="l">
              <a:lnSpc>
                <a:spcPct val="115000"/>
              </a:lnSpc>
              <a:spcBef>
                <a:spcPts val="1200"/>
              </a:spcBef>
              <a:spcAft>
                <a:spcPts val="0"/>
              </a:spcAft>
              <a:buClr>
                <a:schemeClr val="dk1"/>
              </a:buClr>
              <a:buSzPts val="1100"/>
              <a:buFont typeface="Arial"/>
              <a:buNone/>
            </a:pPr>
            <a:r>
              <a:rPr lang="en"/>
              <a:t>	•	We saw a lot of missing ‘cdi’ and ‘nst’ values, so we filled them in with medians. That kept our training stable and fair.</a:t>
            </a:r>
            <a:endParaRPr/>
          </a:p>
          <a:p>
            <a:pPr indent="0" lvl="0" marL="0" rtl="0" algn="l">
              <a:lnSpc>
                <a:spcPct val="115000"/>
              </a:lnSpc>
              <a:spcBef>
                <a:spcPts val="1200"/>
              </a:spcBef>
              <a:spcAft>
                <a:spcPts val="0"/>
              </a:spcAft>
              <a:buClr>
                <a:schemeClr val="dk1"/>
              </a:buClr>
              <a:buSzPts val="1100"/>
              <a:buFont typeface="Arial"/>
              <a:buNone/>
            </a:pPr>
            <a:r>
              <a:rPr lang="en"/>
              <a:t>	• we realized our four features can beat random guessing, but they’re not enough to catch every aftershock. From here, we know we need extra inputs—like depth or fault‑line distance—to improve our forecasts.</a:t>
            </a:r>
            <a:endParaRPr/>
          </a:p>
          <a:p>
            <a:pPr indent="0" lvl="0" marL="0" rtl="0" algn="l">
              <a:lnSpc>
                <a:spcPct val="115000"/>
              </a:lnSpc>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7" name="Shape 2337"/>
        <p:cNvGrpSpPr/>
        <p:nvPr/>
      </p:nvGrpSpPr>
      <p:grpSpPr>
        <a:xfrm>
          <a:off x="0" y="0"/>
          <a:ext cx="0" cy="0"/>
          <a:chOff x="0" y="0"/>
          <a:chExt cx="0" cy="0"/>
        </a:xfrm>
      </p:grpSpPr>
      <p:sp>
        <p:nvSpPr>
          <p:cNvPr id="2338" name="Google Shape;2338;g3382f9e13f8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9" name="Google Shape;2339;g3382f9e13f8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	•	We showed that just four common features—magnitude, intensity, station count, and signal strength—can predict aftershocks, even in data‑limited regions.</a:t>
            </a:r>
            <a:endParaRPr/>
          </a:p>
          <a:p>
            <a:pPr indent="0" lvl="0" marL="0" rtl="0" algn="l">
              <a:lnSpc>
                <a:spcPct val="115000"/>
              </a:lnSpc>
              <a:spcBef>
                <a:spcPts val="1200"/>
              </a:spcBef>
              <a:spcAft>
                <a:spcPts val="0"/>
              </a:spcAft>
              <a:buClr>
                <a:schemeClr val="dk1"/>
              </a:buClr>
              <a:buSzPts val="1100"/>
              <a:buFont typeface="Arial"/>
              <a:buNone/>
            </a:pPr>
            <a:r>
              <a:rPr lang="en"/>
              <a:t>	Our model can plug into existing seismic monitoring systems to send aftershock alerts within 24 hours of a main quake.</a:t>
            </a:r>
            <a:endParaRPr/>
          </a:p>
          <a:p>
            <a:pPr indent="0" lvl="0" marL="0" rtl="0" algn="l">
              <a:lnSpc>
                <a:spcPct val="115000"/>
              </a:lnSpc>
              <a:spcBef>
                <a:spcPts val="1200"/>
              </a:spcBef>
              <a:spcAft>
                <a:spcPts val="0"/>
              </a:spcAft>
              <a:buClr>
                <a:schemeClr val="dk1"/>
              </a:buClr>
              <a:buSzPts val="1100"/>
              <a:buFont typeface="Arial"/>
              <a:buNone/>
            </a:pPr>
            <a:r>
              <a:rPr lang="en"/>
              <a:t>	•	Those faster, more reliable warnings help rescue teams and communities plan evacuations and target resources where they’re needed most.”</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g25db3f1ea75_0_1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5" name="Google Shape;2345;g25db3f1ea75_0_1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We’ll want to go beyond yes/no aftershock predictions and train models to estimate how strong the aftershock will be.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plan to bring in depth, distance to fault lines, and soil type so our models can learn more and improve both precision and recall.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We’ll test additional machine‑learning methods on larger quake datasets to uncover patterns we haven’t tapped yet.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we also want to be able to build a live system that pulls in USGS data as it’s published and pushes alerts to a mobile app, so communities get timely warnings.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9" name="Shape 2349"/>
        <p:cNvGrpSpPr/>
        <p:nvPr/>
      </p:nvGrpSpPr>
      <p:grpSpPr>
        <a:xfrm>
          <a:off x="0" y="0"/>
          <a:ext cx="0" cy="0"/>
          <a:chOff x="0" y="0"/>
          <a:chExt cx="0" cy="0"/>
        </a:xfrm>
      </p:grpSpPr>
      <p:sp>
        <p:nvSpPr>
          <p:cNvPr id="2350" name="Google Shape;2350;g34d78ec47e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1" name="Google Shape;2351;g34d78ec47e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5" name="Shape 2355"/>
        <p:cNvGrpSpPr/>
        <p:nvPr/>
      </p:nvGrpSpPr>
      <p:grpSpPr>
        <a:xfrm>
          <a:off x="0" y="0"/>
          <a:ext cx="0" cy="0"/>
          <a:chOff x="0" y="0"/>
          <a:chExt cx="0" cy="0"/>
        </a:xfrm>
      </p:grpSpPr>
      <p:sp>
        <p:nvSpPr>
          <p:cNvPr id="2356" name="Google Shape;2356;g3382f9e13f8_0_7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7" name="Google Shape;2357;g3382f9e13f8_0_7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utm_source=Slidesgo_template&amp;utm_medium=referral-link&amp;utm_campaign=sg_credits&amp;utm_term=Slidesgo" TargetMode="External"/><Relationship Id="rId3" Type="http://schemas.openxmlformats.org/officeDocument/2006/relationships/hyperlink" Target="https://www.flaticon.com/?utm_source=slidesgo_template&amp;utm_medium=referral-link&amp;utm_campaign=sg_credits&amp;utm_content=flaticon" TargetMode="External"/><Relationship Id="rId4" Type="http://schemas.openxmlformats.org/officeDocument/2006/relationships/hyperlink" Target="https://www.freepik.com/?utm_source=slidesgo_template&amp;utm_medium=referral-link&amp;utm_campaign=sg_credits&amp;utm_content=freepik"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92988" y="-84850"/>
            <a:ext cx="9353597" cy="5313300"/>
            <a:chOff x="-92988" y="-84850"/>
            <a:chExt cx="9353597" cy="5313300"/>
          </a:xfrm>
        </p:grpSpPr>
        <p:grpSp>
          <p:nvGrpSpPr>
            <p:cNvPr id="10" name="Google Shape;10;p2"/>
            <p:cNvGrpSpPr/>
            <p:nvPr/>
          </p:nvGrpSpPr>
          <p:grpSpPr>
            <a:xfrm>
              <a:off x="-92988" y="-52925"/>
              <a:ext cx="9353597" cy="5238750"/>
              <a:chOff x="-721775" y="-52925"/>
              <a:chExt cx="10611000" cy="5238750"/>
            </a:xfrm>
          </p:grpSpPr>
          <p:cxnSp>
            <p:nvCxnSpPr>
              <p:cNvPr id="11" name="Google Shape;11;p2"/>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 name="Google Shape;12;p2"/>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 name="Google Shape;13;p2"/>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 name="Google Shape;14;p2"/>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 name="Google Shape;15;p2"/>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 name="Google Shape;16;p2"/>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 name="Google Shape;17;p2"/>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8" name="Google Shape;18;p2"/>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 name="Google Shape;19;p2"/>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 name="Google Shape;20;p2"/>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1" name="Google Shape;21;p2"/>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2" name="Google Shape;22;p2"/>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3" name="Google Shape;23;p2"/>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4" name="Google Shape;24;p2"/>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5" name="Google Shape;25;p2"/>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6" name="Google Shape;26;p2"/>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7" name="Google Shape;27;p2"/>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 name="Google Shape;28;p2"/>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 name="Google Shape;29;p2"/>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0" name="Google Shape;30;p2"/>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1" name="Google Shape;31;p2"/>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2" name="Google Shape;32;p2"/>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3" name="Google Shape;33;p2"/>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4" name="Google Shape;34;p2"/>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5" name="Google Shape;35;p2"/>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6" name="Google Shape;36;p2"/>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37" name="Google Shape;37;p2"/>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8" name="Google Shape;38;p2"/>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9" name="Google Shape;39;p2"/>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 name="Google Shape;40;p2"/>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 name="Google Shape;41;p2"/>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 name="Google Shape;42;p2"/>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 name="Google Shape;43;p2"/>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4" name="Google Shape;44;p2"/>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5" name="Google Shape;45;p2"/>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6" name="Google Shape;46;p2"/>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7" name="Google Shape;47;p2"/>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 name="Google Shape;48;p2"/>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 name="Google Shape;49;p2"/>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 name="Google Shape;50;p2"/>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 name="Google Shape;51;p2"/>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2" name="Google Shape;52;p2"/>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3" name="Google Shape;53;p2"/>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4" name="Google Shape;54;p2"/>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5" name="Google Shape;55;p2"/>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6" name="Google Shape;56;p2"/>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 name="Google Shape;57;p2"/>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 name="Google Shape;58;p2"/>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 name="Google Shape;59;p2"/>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 name="Google Shape;60;p2"/>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1" name="Google Shape;61;p2"/>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2" name="Google Shape;62;p2"/>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3" name="Google Shape;63;p2"/>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4" name="Google Shape;64;p2"/>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5" name="Google Shape;65;p2"/>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 name="Google Shape;66;p2"/>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 name="Google Shape;67;p2"/>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 name="Google Shape;68;p2"/>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 name="Google Shape;69;p2"/>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0" name="Google Shape;70;p2"/>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1" name="Google Shape;71;p2"/>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2" name="Google Shape;72;p2"/>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3" name="Google Shape;73;p2"/>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4" name="Google Shape;74;p2"/>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 name="Google Shape;75;p2"/>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 name="Google Shape;76;p2"/>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 name="Google Shape;77;p2"/>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 name="Google Shape;78;p2"/>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9" name="Google Shape;79;p2"/>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0" name="Google Shape;80;p2"/>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1" name="Google Shape;81;p2"/>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2" name="Google Shape;82;p2"/>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3" name="Google Shape;83;p2"/>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 name="Google Shape;84;p2"/>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 name="Google Shape;85;p2"/>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86" name="Google Shape;86;p2"/>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93" name="Google Shape;93;p2"/>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94" name="Google Shape;94;p2"/>
          <p:cNvSpPr txBox="1"/>
          <p:nvPr>
            <p:ph type="ctrTitle"/>
          </p:nvPr>
        </p:nvSpPr>
        <p:spPr>
          <a:xfrm>
            <a:off x="713225" y="1402350"/>
            <a:ext cx="4321200" cy="23388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grpSp>
        <p:nvGrpSpPr>
          <p:cNvPr id="96" name="Google Shape;96;p3"/>
          <p:cNvGrpSpPr/>
          <p:nvPr/>
        </p:nvGrpSpPr>
        <p:grpSpPr>
          <a:xfrm>
            <a:off x="-92988" y="-84850"/>
            <a:ext cx="9353597" cy="5313300"/>
            <a:chOff x="-92988" y="-84850"/>
            <a:chExt cx="9353597" cy="5313300"/>
          </a:xfrm>
        </p:grpSpPr>
        <p:grpSp>
          <p:nvGrpSpPr>
            <p:cNvPr id="97" name="Google Shape;97;p3"/>
            <p:cNvGrpSpPr/>
            <p:nvPr/>
          </p:nvGrpSpPr>
          <p:grpSpPr>
            <a:xfrm>
              <a:off x="-92988" y="-52925"/>
              <a:ext cx="9353597" cy="5238750"/>
              <a:chOff x="-721775" y="-52925"/>
              <a:chExt cx="10611000" cy="5238750"/>
            </a:xfrm>
          </p:grpSpPr>
          <p:cxnSp>
            <p:nvCxnSpPr>
              <p:cNvPr id="98" name="Google Shape;98;p3"/>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 name="Google Shape;99;p3"/>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 name="Google Shape;100;p3"/>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1" name="Google Shape;101;p3"/>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2" name="Google Shape;102;p3"/>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3" name="Google Shape;103;p3"/>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4" name="Google Shape;104;p3"/>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5" name="Google Shape;105;p3"/>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6" name="Google Shape;106;p3"/>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7" name="Google Shape;107;p3"/>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 name="Google Shape;108;p3"/>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9" name="Google Shape;109;p3"/>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0" name="Google Shape;110;p3"/>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1" name="Google Shape;111;p3"/>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2" name="Google Shape;112;p3"/>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3" name="Google Shape;113;p3"/>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4" name="Google Shape;114;p3"/>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5" name="Google Shape;115;p3"/>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6" name="Google Shape;116;p3"/>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 name="Google Shape;117;p3"/>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8" name="Google Shape;118;p3"/>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9" name="Google Shape;119;p3"/>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0" name="Google Shape;120;p3"/>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1" name="Google Shape;121;p3"/>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2" name="Google Shape;122;p3"/>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3" name="Google Shape;123;p3"/>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124" name="Google Shape;124;p3"/>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5" name="Google Shape;125;p3"/>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6" name="Google Shape;126;p3"/>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7" name="Google Shape;127;p3"/>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 name="Google Shape;128;p3"/>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 name="Google Shape;129;p3"/>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 name="Google Shape;130;p3"/>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 name="Google Shape;131;p3"/>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2" name="Google Shape;132;p3"/>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3" name="Google Shape;133;p3"/>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4" name="Google Shape;134;p3"/>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5" name="Google Shape;135;p3"/>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6" name="Google Shape;136;p3"/>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 name="Google Shape;137;p3"/>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 name="Google Shape;138;p3"/>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 name="Google Shape;139;p3"/>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 name="Google Shape;140;p3"/>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1" name="Google Shape;141;p3"/>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2" name="Google Shape;142;p3"/>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3" name="Google Shape;143;p3"/>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4" name="Google Shape;144;p3"/>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5" name="Google Shape;145;p3"/>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 name="Google Shape;146;p3"/>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 name="Google Shape;147;p3"/>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 name="Google Shape;148;p3"/>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 name="Google Shape;149;p3"/>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0" name="Google Shape;150;p3"/>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1" name="Google Shape;151;p3"/>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2" name="Google Shape;152;p3"/>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3" name="Google Shape;153;p3"/>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4" name="Google Shape;154;p3"/>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 name="Google Shape;155;p3"/>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 name="Google Shape;156;p3"/>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 name="Google Shape;157;p3"/>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8" name="Google Shape;158;p3"/>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9" name="Google Shape;159;p3"/>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0" name="Google Shape;160;p3"/>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1" name="Google Shape;161;p3"/>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2" name="Google Shape;162;p3"/>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3" name="Google Shape;163;p3"/>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 name="Google Shape;164;p3"/>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 name="Google Shape;165;p3"/>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 name="Google Shape;166;p3"/>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 name="Google Shape;167;p3"/>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8" name="Google Shape;168;p3"/>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3"/>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0" name="Google Shape;170;p3"/>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1" name="Google Shape;171;p3"/>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2" name="Google Shape;172;p3"/>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173" name="Google Shape;173;p3"/>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9" name="Google Shape;179;p3"/>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180" name="Google Shape;180;p3"/>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181" name="Google Shape;181;p3"/>
          <p:cNvSpPr txBox="1"/>
          <p:nvPr>
            <p:ph type="title"/>
          </p:nvPr>
        </p:nvSpPr>
        <p:spPr>
          <a:xfrm>
            <a:off x="4728200" y="2536488"/>
            <a:ext cx="3702600" cy="14286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2" name="Google Shape;182;p3"/>
          <p:cNvSpPr txBox="1"/>
          <p:nvPr>
            <p:ph hasCustomPrompt="1" idx="2" type="title"/>
          </p:nvPr>
        </p:nvSpPr>
        <p:spPr>
          <a:xfrm>
            <a:off x="5764600" y="1281062"/>
            <a:ext cx="1611600" cy="1091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83" name="Google Shape;183;p3"/>
          <p:cNvSpPr/>
          <p:nvPr>
            <p:ph idx="3" type="pic"/>
          </p:nvPr>
        </p:nvSpPr>
        <p:spPr>
          <a:xfrm>
            <a:off x="936750" y="1289900"/>
            <a:ext cx="3087900" cy="3087900"/>
          </a:xfrm>
          <a:prstGeom prst="roundRect">
            <a:avLst>
              <a:gd fmla="val 16667" name="adj"/>
            </a:avLst>
          </a:prstGeom>
          <a:noFill/>
          <a:ln>
            <a:noFill/>
          </a:ln>
          <a:effectLst>
            <a:outerShdw blurRad="57150" rotWithShape="0" algn="bl" dir="5280000" dist="28575">
              <a:srgbClr val="000000">
                <a:alpha val="18000"/>
              </a:srgbClr>
            </a:outerShdw>
          </a:effectLst>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4" name="Shape 184"/>
        <p:cNvGrpSpPr/>
        <p:nvPr/>
      </p:nvGrpSpPr>
      <p:grpSpPr>
        <a:xfrm>
          <a:off x="0" y="0"/>
          <a:ext cx="0" cy="0"/>
          <a:chOff x="0" y="0"/>
          <a:chExt cx="0" cy="0"/>
        </a:xfrm>
      </p:grpSpPr>
      <p:grpSp>
        <p:nvGrpSpPr>
          <p:cNvPr id="185" name="Google Shape;185;p4"/>
          <p:cNvGrpSpPr/>
          <p:nvPr/>
        </p:nvGrpSpPr>
        <p:grpSpPr>
          <a:xfrm>
            <a:off x="-92988" y="-84850"/>
            <a:ext cx="9353597" cy="5313300"/>
            <a:chOff x="-92988" y="-84850"/>
            <a:chExt cx="9353597" cy="5313300"/>
          </a:xfrm>
        </p:grpSpPr>
        <p:grpSp>
          <p:nvGrpSpPr>
            <p:cNvPr id="186" name="Google Shape;186;p4"/>
            <p:cNvGrpSpPr/>
            <p:nvPr/>
          </p:nvGrpSpPr>
          <p:grpSpPr>
            <a:xfrm>
              <a:off x="-92988" y="-52925"/>
              <a:ext cx="9353597" cy="5238750"/>
              <a:chOff x="-721775" y="-52925"/>
              <a:chExt cx="10611000" cy="5238750"/>
            </a:xfrm>
          </p:grpSpPr>
          <p:cxnSp>
            <p:nvCxnSpPr>
              <p:cNvPr id="187" name="Google Shape;187;p4"/>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88" name="Google Shape;188;p4"/>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89" name="Google Shape;189;p4"/>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0" name="Google Shape;190;p4"/>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1" name="Google Shape;191;p4"/>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2" name="Google Shape;192;p4"/>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3" name="Google Shape;193;p4"/>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4" name="Google Shape;194;p4"/>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5" name="Google Shape;195;p4"/>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6" name="Google Shape;196;p4"/>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7" name="Google Shape;197;p4"/>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8" name="Google Shape;198;p4"/>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99" name="Google Shape;199;p4"/>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0" name="Google Shape;200;p4"/>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1" name="Google Shape;201;p4"/>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2" name="Google Shape;202;p4"/>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3" name="Google Shape;203;p4"/>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4" name="Google Shape;204;p4"/>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5" name="Google Shape;205;p4"/>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6" name="Google Shape;206;p4"/>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7" name="Google Shape;207;p4"/>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8" name="Google Shape;208;p4"/>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09" name="Google Shape;209;p4"/>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10" name="Google Shape;210;p4"/>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11" name="Google Shape;211;p4"/>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12" name="Google Shape;212;p4"/>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213" name="Google Shape;213;p4"/>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14" name="Google Shape;214;p4"/>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15" name="Google Shape;215;p4"/>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16" name="Google Shape;216;p4"/>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17" name="Google Shape;217;p4"/>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18" name="Google Shape;218;p4"/>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19" name="Google Shape;219;p4"/>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20" name="Google Shape;220;p4"/>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21" name="Google Shape;221;p4"/>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22" name="Google Shape;222;p4"/>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23" name="Google Shape;223;p4"/>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24" name="Google Shape;224;p4"/>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25" name="Google Shape;225;p4"/>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26" name="Google Shape;226;p4"/>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27" name="Google Shape;227;p4"/>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28" name="Google Shape;228;p4"/>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29" name="Google Shape;229;p4"/>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30" name="Google Shape;230;p4"/>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31" name="Google Shape;231;p4"/>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32" name="Google Shape;232;p4"/>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33" name="Google Shape;233;p4"/>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34" name="Google Shape;234;p4"/>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35" name="Google Shape;235;p4"/>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36" name="Google Shape;236;p4"/>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37" name="Google Shape;237;p4"/>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38" name="Google Shape;238;p4"/>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39" name="Google Shape;239;p4"/>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40" name="Google Shape;240;p4"/>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41" name="Google Shape;241;p4"/>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42" name="Google Shape;242;p4"/>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43" name="Google Shape;243;p4"/>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44" name="Google Shape;244;p4"/>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45" name="Google Shape;245;p4"/>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46" name="Google Shape;246;p4"/>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47" name="Google Shape;247;p4"/>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48" name="Google Shape;248;p4"/>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49" name="Google Shape;249;p4"/>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50" name="Google Shape;250;p4"/>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51" name="Google Shape;251;p4"/>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52" name="Google Shape;252;p4"/>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53" name="Google Shape;253;p4"/>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54" name="Google Shape;254;p4"/>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55" name="Google Shape;255;p4"/>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56" name="Google Shape;256;p4"/>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57" name="Google Shape;257;p4"/>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58" name="Google Shape;258;p4"/>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59" name="Google Shape;259;p4"/>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60" name="Google Shape;260;p4"/>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261" name="Google Shape;261;p4"/>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262" name="Google Shape;262;p4"/>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 name="Google Shape;268;p4"/>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269" name="Google Shape;269;p4"/>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270" name="Google Shape;270;p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1" name="Google Shape;271;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indent="-317500" lvl="1" marL="914400" rtl="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2" name="Shape 272"/>
        <p:cNvGrpSpPr/>
        <p:nvPr/>
      </p:nvGrpSpPr>
      <p:grpSpPr>
        <a:xfrm>
          <a:off x="0" y="0"/>
          <a:ext cx="0" cy="0"/>
          <a:chOff x="0" y="0"/>
          <a:chExt cx="0" cy="0"/>
        </a:xfrm>
      </p:grpSpPr>
      <p:grpSp>
        <p:nvGrpSpPr>
          <p:cNvPr id="273" name="Google Shape;273;p5"/>
          <p:cNvGrpSpPr/>
          <p:nvPr/>
        </p:nvGrpSpPr>
        <p:grpSpPr>
          <a:xfrm>
            <a:off x="-92988" y="-84850"/>
            <a:ext cx="9353597" cy="5313300"/>
            <a:chOff x="-92988" y="-84850"/>
            <a:chExt cx="9353597" cy="5313300"/>
          </a:xfrm>
        </p:grpSpPr>
        <p:grpSp>
          <p:nvGrpSpPr>
            <p:cNvPr id="274" name="Google Shape;274;p5"/>
            <p:cNvGrpSpPr/>
            <p:nvPr/>
          </p:nvGrpSpPr>
          <p:grpSpPr>
            <a:xfrm>
              <a:off x="-92988" y="-52925"/>
              <a:ext cx="9353597" cy="5238750"/>
              <a:chOff x="-721775" y="-52925"/>
              <a:chExt cx="10611000" cy="5238750"/>
            </a:xfrm>
          </p:grpSpPr>
          <p:cxnSp>
            <p:nvCxnSpPr>
              <p:cNvPr id="275" name="Google Shape;275;p5"/>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76" name="Google Shape;276;p5"/>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77" name="Google Shape;277;p5"/>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78" name="Google Shape;278;p5"/>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79" name="Google Shape;279;p5"/>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0" name="Google Shape;280;p5"/>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1" name="Google Shape;281;p5"/>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2" name="Google Shape;282;p5"/>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3" name="Google Shape;283;p5"/>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4" name="Google Shape;284;p5"/>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5" name="Google Shape;285;p5"/>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6" name="Google Shape;286;p5"/>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7" name="Google Shape;287;p5"/>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8" name="Google Shape;288;p5"/>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89" name="Google Shape;289;p5"/>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0" name="Google Shape;290;p5"/>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1" name="Google Shape;291;p5"/>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2" name="Google Shape;292;p5"/>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3" name="Google Shape;293;p5"/>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4" name="Google Shape;294;p5"/>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5" name="Google Shape;295;p5"/>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6" name="Google Shape;296;p5"/>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7" name="Google Shape;297;p5"/>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8" name="Google Shape;298;p5"/>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299" name="Google Shape;299;p5"/>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00" name="Google Shape;300;p5"/>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301" name="Google Shape;301;p5"/>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02" name="Google Shape;302;p5"/>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03" name="Google Shape;303;p5"/>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04" name="Google Shape;304;p5"/>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05" name="Google Shape;305;p5"/>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06" name="Google Shape;306;p5"/>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07" name="Google Shape;307;p5"/>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08" name="Google Shape;308;p5"/>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09" name="Google Shape;309;p5"/>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10" name="Google Shape;310;p5"/>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11" name="Google Shape;311;p5"/>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12" name="Google Shape;312;p5"/>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13" name="Google Shape;313;p5"/>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14" name="Google Shape;314;p5"/>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15" name="Google Shape;315;p5"/>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16" name="Google Shape;316;p5"/>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17" name="Google Shape;317;p5"/>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18" name="Google Shape;318;p5"/>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19" name="Google Shape;319;p5"/>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20" name="Google Shape;320;p5"/>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21" name="Google Shape;321;p5"/>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22" name="Google Shape;322;p5"/>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23" name="Google Shape;323;p5"/>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24" name="Google Shape;324;p5"/>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25" name="Google Shape;325;p5"/>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26" name="Google Shape;326;p5"/>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27" name="Google Shape;327;p5"/>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28" name="Google Shape;328;p5"/>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29" name="Google Shape;329;p5"/>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30" name="Google Shape;330;p5"/>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31" name="Google Shape;331;p5"/>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32" name="Google Shape;332;p5"/>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33" name="Google Shape;333;p5"/>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34" name="Google Shape;334;p5"/>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35" name="Google Shape;335;p5"/>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36" name="Google Shape;336;p5"/>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37" name="Google Shape;337;p5"/>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38" name="Google Shape;338;p5"/>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39" name="Google Shape;339;p5"/>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40" name="Google Shape;340;p5"/>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41" name="Google Shape;341;p5"/>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42" name="Google Shape;342;p5"/>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43" name="Google Shape;343;p5"/>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44" name="Google Shape;344;p5"/>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45" name="Google Shape;345;p5"/>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46" name="Google Shape;346;p5"/>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47" name="Google Shape;347;p5"/>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48" name="Google Shape;348;p5"/>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49" name="Google Shape;349;p5"/>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350" name="Google Shape;350;p5"/>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6" name="Google Shape;356;p5"/>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357" name="Google Shape;357;p5"/>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358" name="Google Shape;358;p5"/>
          <p:cNvSpPr txBox="1"/>
          <p:nvPr>
            <p:ph idx="1" type="subTitle"/>
          </p:nvPr>
        </p:nvSpPr>
        <p:spPr>
          <a:xfrm>
            <a:off x="1290750" y="2672122"/>
            <a:ext cx="2907600" cy="425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Epilogue"/>
              <a:buNone/>
              <a:defRPr b="1" sz="2400">
                <a:latin typeface="Epilogue"/>
                <a:ea typeface="Epilogue"/>
                <a:cs typeface="Epilogue"/>
                <a:sym typeface="Epilogu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59" name="Google Shape;359;p5"/>
          <p:cNvSpPr txBox="1"/>
          <p:nvPr>
            <p:ph idx="2" type="subTitle"/>
          </p:nvPr>
        </p:nvSpPr>
        <p:spPr>
          <a:xfrm>
            <a:off x="4945625" y="2672122"/>
            <a:ext cx="2907600" cy="425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Epilogue"/>
              <a:buNone/>
              <a:defRPr b="1" sz="2400">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360" name="Google Shape;360;p5"/>
          <p:cNvSpPr txBox="1"/>
          <p:nvPr>
            <p:ph idx="3" type="subTitle"/>
          </p:nvPr>
        </p:nvSpPr>
        <p:spPr>
          <a:xfrm>
            <a:off x="1290750" y="3037934"/>
            <a:ext cx="2907600" cy="101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1" name="Google Shape;361;p5"/>
          <p:cNvSpPr txBox="1"/>
          <p:nvPr>
            <p:ph idx="4" type="subTitle"/>
          </p:nvPr>
        </p:nvSpPr>
        <p:spPr>
          <a:xfrm>
            <a:off x="4945625" y="3037934"/>
            <a:ext cx="2907600" cy="101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2" name="Google Shape;362;p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3" name="Shape 363"/>
        <p:cNvGrpSpPr/>
        <p:nvPr/>
      </p:nvGrpSpPr>
      <p:grpSpPr>
        <a:xfrm>
          <a:off x="0" y="0"/>
          <a:ext cx="0" cy="0"/>
          <a:chOff x="0" y="0"/>
          <a:chExt cx="0" cy="0"/>
        </a:xfrm>
      </p:grpSpPr>
      <p:grpSp>
        <p:nvGrpSpPr>
          <p:cNvPr id="364" name="Google Shape;364;p6"/>
          <p:cNvGrpSpPr/>
          <p:nvPr/>
        </p:nvGrpSpPr>
        <p:grpSpPr>
          <a:xfrm>
            <a:off x="-92988" y="-84850"/>
            <a:ext cx="9353597" cy="5313300"/>
            <a:chOff x="-92988" y="-84850"/>
            <a:chExt cx="9353597" cy="5313300"/>
          </a:xfrm>
        </p:grpSpPr>
        <p:grpSp>
          <p:nvGrpSpPr>
            <p:cNvPr id="365" name="Google Shape;365;p6"/>
            <p:cNvGrpSpPr/>
            <p:nvPr/>
          </p:nvGrpSpPr>
          <p:grpSpPr>
            <a:xfrm>
              <a:off x="-92988" y="-52925"/>
              <a:ext cx="9353597" cy="5238750"/>
              <a:chOff x="-721775" y="-52925"/>
              <a:chExt cx="10611000" cy="5238750"/>
            </a:xfrm>
          </p:grpSpPr>
          <p:cxnSp>
            <p:nvCxnSpPr>
              <p:cNvPr id="366" name="Google Shape;366;p6"/>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67" name="Google Shape;367;p6"/>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68" name="Google Shape;368;p6"/>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69" name="Google Shape;369;p6"/>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70" name="Google Shape;370;p6"/>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71" name="Google Shape;371;p6"/>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72" name="Google Shape;372;p6"/>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73" name="Google Shape;373;p6"/>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74" name="Google Shape;374;p6"/>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75" name="Google Shape;375;p6"/>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76" name="Google Shape;376;p6"/>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77" name="Google Shape;377;p6"/>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78" name="Google Shape;378;p6"/>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79" name="Google Shape;379;p6"/>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80" name="Google Shape;380;p6"/>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81" name="Google Shape;381;p6"/>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82" name="Google Shape;382;p6"/>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83" name="Google Shape;383;p6"/>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84" name="Google Shape;384;p6"/>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85" name="Google Shape;385;p6"/>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86" name="Google Shape;386;p6"/>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87" name="Google Shape;387;p6"/>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88" name="Google Shape;388;p6"/>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89" name="Google Shape;389;p6"/>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90" name="Google Shape;390;p6"/>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391" name="Google Shape;391;p6"/>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392" name="Google Shape;392;p6"/>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93" name="Google Shape;393;p6"/>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94" name="Google Shape;394;p6"/>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95" name="Google Shape;395;p6"/>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96" name="Google Shape;396;p6"/>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97" name="Google Shape;397;p6"/>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98" name="Google Shape;398;p6"/>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399" name="Google Shape;399;p6"/>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0" name="Google Shape;400;p6"/>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1" name="Google Shape;401;p6"/>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2" name="Google Shape;402;p6"/>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3" name="Google Shape;403;p6"/>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4" name="Google Shape;404;p6"/>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5" name="Google Shape;405;p6"/>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6" name="Google Shape;406;p6"/>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7" name="Google Shape;407;p6"/>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8" name="Google Shape;408;p6"/>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09" name="Google Shape;409;p6"/>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0" name="Google Shape;410;p6"/>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1" name="Google Shape;411;p6"/>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2" name="Google Shape;412;p6"/>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3" name="Google Shape;413;p6"/>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4" name="Google Shape;414;p6"/>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5" name="Google Shape;415;p6"/>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6" name="Google Shape;416;p6"/>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7" name="Google Shape;417;p6"/>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8" name="Google Shape;418;p6"/>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19" name="Google Shape;419;p6"/>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0" name="Google Shape;420;p6"/>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1" name="Google Shape;421;p6"/>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2" name="Google Shape;422;p6"/>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3" name="Google Shape;423;p6"/>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4" name="Google Shape;424;p6"/>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5" name="Google Shape;425;p6"/>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6" name="Google Shape;426;p6"/>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7" name="Google Shape;427;p6"/>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8" name="Google Shape;428;p6"/>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29" name="Google Shape;429;p6"/>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0" name="Google Shape;430;p6"/>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1" name="Google Shape;431;p6"/>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2" name="Google Shape;432;p6"/>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3" name="Google Shape;433;p6"/>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4" name="Google Shape;434;p6"/>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5" name="Google Shape;435;p6"/>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6" name="Google Shape;436;p6"/>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7" name="Google Shape;437;p6"/>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8" name="Google Shape;438;p6"/>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39" name="Google Shape;439;p6"/>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40" name="Google Shape;440;p6"/>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441" name="Google Shape;441;p6"/>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7" name="Google Shape;447;p6"/>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448" name="Google Shape;448;p6"/>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449" name="Google Shape;449;p6"/>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0" name="Shape 450"/>
        <p:cNvGrpSpPr/>
        <p:nvPr/>
      </p:nvGrpSpPr>
      <p:grpSpPr>
        <a:xfrm>
          <a:off x="0" y="0"/>
          <a:ext cx="0" cy="0"/>
          <a:chOff x="0" y="0"/>
          <a:chExt cx="0" cy="0"/>
        </a:xfrm>
      </p:grpSpPr>
      <p:grpSp>
        <p:nvGrpSpPr>
          <p:cNvPr id="451" name="Google Shape;451;p7"/>
          <p:cNvGrpSpPr/>
          <p:nvPr/>
        </p:nvGrpSpPr>
        <p:grpSpPr>
          <a:xfrm>
            <a:off x="-92988" y="-84850"/>
            <a:ext cx="9353597" cy="5313300"/>
            <a:chOff x="-92988" y="-84850"/>
            <a:chExt cx="9353597" cy="5313300"/>
          </a:xfrm>
        </p:grpSpPr>
        <p:grpSp>
          <p:nvGrpSpPr>
            <p:cNvPr id="452" name="Google Shape;452;p7"/>
            <p:cNvGrpSpPr/>
            <p:nvPr/>
          </p:nvGrpSpPr>
          <p:grpSpPr>
            <a:xfrm>
              <a:off x="-92988" y="-52925"/>
              <a:ext cx="9353597" cy="5238750"/>
              <a:chOff x="-721775" y="-52925"/>
              <a:chExt cx="10611000" cy="5238750"/>
            </a:xfrm>
          </p:grpSpPr>
          <p:cxnSp>
            <p:nvCxnSpPr>
              <p:cNvPr id="453" name="Google Shape;453;p7"/>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54" name="Google Shape;454;p7"/>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55" name="Google Shape;455;p7"/>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56" name="Google Shape;456;p7"/>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57" name="Google Shape;457;p7"/>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58" name="Google Shape;458;p7"/>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59" name="Google Shape;459;p7"/>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60" name="Google Shape;460;p7"/>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61" name="Google Shape;461;p7"/>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62" name="Google Shape;462;p7"/>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63" name="Google Shape;463;p7"/>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64" name="Google Shape;464;p7"/>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65" name="Google Shape;465;p7"/>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66" name="Google Shape;466;p7"/>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67" name="Google Shape;467;p7"/>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68" name="Google Shape;468;p7"/>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69" name="Google Shape;469;p7"/>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70" name="Google Shape;470;p7"/>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71" name="Google Shape;471;p7"/>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72" name="Google Shape;472;p7"/>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73" name="Google Shape;473;p7"/>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74" name="Google Shape;474;p7"/>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75" name="Google Shape;475;p7"/>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76" name="Google Shape;476;p7"/>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77" name="Google Shape;477;p7"/>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478" name="Google Shape;478;p7"/>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479" name="Google Shape;479;p7"/>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0" name="Google Shape;480;p7"/>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1" name="Google Shape;481;p7"/>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2" name="Google Shape;482;p7"/>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3" name="Google Shape;483;p7"/>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4" name="Google Shape;484;p7"/>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5" name="Google Shape;485;p7"/>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6" name="Google Shape;486;p7"/>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7" name="Google Shape;487;p7"/>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8" name="Google Shape;488;p7"/>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89" name="Google Shape;489;p7"/>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0" name="Google Shape;490;p7"/>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1" name="Google Shape;491;p7"/>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2" name="Google Shape;492;p7"/>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3" name="Google Shape;493;p7"/>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4" name="Google Shape;494;p7"/>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5" name="Google Shape;495;p7"/>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6" name="Google Shape;496;p7"/>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7" name="Google Shape;497;p7"/>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8" name="Google Shape;498;p7"/>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499" name="Google Shape;499;p7"/>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0" name="Google Shape;500;p7"/>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1" name="Google Shape;501;p7"/>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2" name="Google Shape;502;p7"/>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3" name="Google Shape;503;p7"/>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4" name="Google Shape;504;p7"/>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5" name="Google Shape;505;p7"/>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6" name="Google Shape;506;p7"/>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7" name="Google Shape;507;p7"/>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8" name="Google Shape;508;p7"/>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09" name="Google Shape;509;p7"/>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0" name="Google Shape;510;p7"/>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1" name="Google Shape;511;p7"/>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2" name="Google Shape;512;p7"/>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3" name="Google Shape;513;p7"/>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4" name="Google Shape;514;p7"/>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5" name="Google Shape;515;p7"/>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6" name="Google Shape;516;p7"/>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7" name="Google Shape;517;p7"/>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8" name="Google Shape;518;p7"/>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19" name="Google Shape;519;p7"/>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20" name="Google Shape;520;p7"/>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21" name="Google Shape;521;p7"/>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22" name="Google Shape;522;p7"/>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23" name="Google Shape;523;p7"/>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24" name="Google Shape;524;p7"/>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25" name="Google Shape;525;p7"/>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26" name="Google Shape;526;p7"/>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27" name="Google Shape;527;p7"/>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528" name="Google Shape;528;p7"/>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7"/>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7"/>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7"/>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4" name="Google Shape;534;p7"/>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535" name="Google Shape;535;p7"/>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536" name="Google Shape;536;p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37" name="Google Shape;537;p7"/>
          <p:cNvSpPr txBox="1"/>
          <p:nvPr>
            <p:ph idx="1" type="body"/>
          </p:nvPr>
        </p:nvSpPr>
        <p:spPr>
          <a:xfrm>
            <a:off x="5052050" y="1907400"/>
            <a:ext cx="3378600" cy="1328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400"/>
            </a:lvl1pPr>
            <a:lvl2pPr indent="-317500" lvl="1" marL="914400" rtl="0">
              <a:lnSpc>
                <a:spcPct val="115000"/>
              </a:lnSpc>
              <a:spcBef>
                <a:spcPts val="160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8" name="Shape 538"/>
        <p:cNvGrpSpPr/>
        <p:nvPr/>
      </p:nvGrpSpPr>
      <p:grpSpPr>
        <a:xfrm>
          <a:off x="0" y="0"/>
          <a:ext cx="0" cy="0"/>
          <a:chOff x="0" y="0"/>
          <a:chExt cx="0" cy="0"/>
        </a:xfrm>
      </p:grpSpPr>
      <p:grpSp>
        <p:nvGrpSpPr>
          <p:cNvPr id="539" name="Google Shape;539;p8"/>
          <p:cNvGrpSpPr/>
          <p:nvPr/>
        </p:nvGrpSpPr>
        <p:grpSpPr>
          <a:xfrm>
            <a:off x="-92988" y="-84850"/>
            <a:ext cx="9353597" cy="5313300"/>
            <a:chOff x="-92988" y="-84850"/>
            <a:chExt cx="9353597" cy="5313300"/>
          </a:xfrm>
        </p:grpSpPr>
        <p:grpSp>
          <p:nvGrpSpPr>
            <p:cNvPr id="540" name="Google Shape;540;p8"/>
            <p:cNvGrpSpPr/>
            <p:nvPr/>
          </p:nvGrpSpPr>
          <p:grpSpPr>
            <a:xfrm>
              <a:off x="-92988" y="-52925"/>
              <a:ext cx="9353597" cy="5238750"/>
              <a:chOff x="-721775" y="-52925"/>
              <a:chExt cx="10611000" cy="5238750"/>
            </a:xfrm>
          </p:grpSpPr>
          <p:cxnSp>
            <p:nvCxnSpPr>
              <p:cNvPr id="541" name="Google Shape;541;p8"/>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42" name="Google Shape;542;p8"/>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43" name="Google Shape;543;p8"/>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44" name="Google Shape;544;p8"/>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45" name="Google Shape;545;p8"/>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46" name="Google Shape;546;p8"/>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47" name="Google Shape;547;p8"/>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48" name="Google Shape;548;p8"/>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49" name="Google Shape;549;p8"/>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50" name="Google Shape;550;p8"/>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51" name="Google Shape;551;p8"/>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52" name="Google Shape;552;p8"/>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53" name="Google Shape;553;p8"/>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54" name="Google Shape;554;p8"/>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55" name="Google Shape;555;p8"/>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56" name="Google Shape;556;p8"/>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57" name="Google Shape;557;p8"/>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58" name="Google Shape;558;p8"/>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59" name="Google Shape;559;p8"/>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60" name="Google Shape;560;p8"/>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61" name="Google Shape;561;p8"/>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62" name="Google Shape;562;p8"/>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63" name="Google Shape;563;p8"/>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64" name="Google Shape;564;p8"/>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65" name="Google Shape;565;p8"/>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566" name="Google Shape;566;p8"/>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567" name="Google Shape;567;p8"/>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68" name="Google Shape;568;p8"/>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69" name="Google Shape;569;p8"/>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0" name="Google Shape;570;p8"/>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1" name="Google Shape;571;p8"/>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2" name="Google Shape;572;p8"/>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3" name="Google Shape;573;p8"/>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4" name="Google Shape;574;p8"/>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5" name="Google Shape;575;p8"/>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6" name="Google Shape;576;p8"/>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7" name="Google Shape;577;p8"/>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8" name="Google Shape;578;p8"/>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79" name="Google Shape;579;p8"/>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0" name="Google Shape;580;p8"/>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1" name="Google Shape;581;p8"/>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2" name="Google Shape;582;p8"/>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3" name="Google Shape;583;p8"/>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4" name="Google Shape;584;p8"/>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5" name="Google Shape;585;p8"/>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6" name="Google Shape;586;p8"/>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7" name="Google Shape;587;p8"/>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8" name="Google Shape;588;p8"/>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89" name="Google Shape;589;p8"/>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0" name="Google Shape;590;p8"/>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1" name="Google Shape;591;p8"/>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2" name="Google Shape;592;p8"/>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3" name="Google Shape;593;p8"/>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4" name="Google Shape;594;p8"/>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5" name="Google Shape;595;p8"/>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6" name="Google Shape;596;p8"/>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7" name="Google Shape;597;p8"/>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8" name="Google Shape;598;p8"/>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599" name="Google Shape;599;p8"/>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0" name="Google Shape;600;p8"/>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1" name="Google Shape;601;p8"/>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2" name="Google Shape;602;p8"/>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3" name="Google Shape;603;p8"/>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4" name="Google Shape;604;p8"/>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5" name="Google Shape;605;p8"/>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6" name="Google Shape;606;p8"/>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7" name="Google Shape;607;p8"/>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8" name="Google Shape;608;p8"/>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09" name="Google Shape;609;p8"/>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10" name="Google Shape;610;p8"/>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11" name="Google Shape;611;p8"/>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12" name="Google Shape;612;p8"/>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13" name="Google Shape;613;p8"/>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14" name="Google Shape;614;p8"/>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15" name="Google Shape;615;p8"/>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616" name="Google Shape;616;p8"/>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8"/>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8"/>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8"/>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8"/>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8"/>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2" name="Google Shape;622;p8"/>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623" name="Google Shape;623;p8"/>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624" name="Google Shape;624;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5" name="Shape 625"/>
        <p:cNvGrpSpPr/>
        <p:nvPr/>
      </p:nvGrpSpPr>
      <p:grpSpPr>
        <a:xfrm>
          <a:off x="0" y="0"/>
          <a:ext cx="0" cy="0"/>
          <a:chOff x="0" y="0"/>
          <a:chExt cx="0" cy="0"/>
        </a:xfrm>
      </p:grpSpPr>
      <p:grpSp>
        <p:nvGrpSpPr>
          <p:cNvPr id="626" name="Google Shape;626;p9"/>
          <p:cNvGrpSpPr/>
          <p:nvPr/>
        </p:nvGrpSpPr>
        <p:grpSpPr>
          <a:xfrm>
            <a:off x="-92988" y="-84850"/>
            <a:ext cx="9353597" cy="5313300"/>
            <a:chOff x="-92988" y="-84850"/>
            <a:chExt cx="9353597" cy="5313300"/>
          </a:xfrm>
        </p:grpSpPr>
        <p:grpSp>
          <p:nvGrpSpPr>
            <p:cNvPr id="627" name="Google Shape;627;p9"/>
            <p:cNvGrpSpPr/>
            <p:nvPr/>
          </p:nvGrpSpPr>
          <p:grpSpPr>
            <a:xfrm>
              <a:off x="-92988" y="-52925"/>
              <a:ext cx="9353597" cy="5238750"/>
              <a:chOff x="-721775" y="-52925"/>
              <a:chExt cx="10611000" cy="5238750"/>
            </a:xfrm>
          </p:grpSpPr>
          <p:cxnSp>
            <p:nvCxnSpPr>
              <p:cNvPr id="628" name="Google Shape;628;p9"/>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29" name="Google Shape;629;p9"/>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30" name="Google Shape;630;p9"/>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31" name="Google Shape;631;p9"/>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32" name="Google Shape;632;p9"/>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33" name="Google Shape;633;p9"/>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34" name="Google Shape;634;p9"/>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35" name="Google Shape;635;p9"/>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36" name="Google Shape;636;p9"/>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37" name="Google Shape;637;p9"/>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38" name="Google Shape;638;p9"/>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39" name="Google Shape;639;p9"/>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40" name="Google Shape;640;p9"/>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41" name="Google Shape;641;p9"/>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42" name="Google Shape;642;p9"/>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43" name="Google Shape;643;p9"/>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44" name="Google Shape;644;p9"/>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45" name="Google Shape;645;p9"/>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46" name="Google Shape;646;p9"/>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47" name="Google Shape;647;p9"/>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48" name="Google Shape;648;p9"/>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49" name="Google Shape;649;p9"/>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50" name="Google Shape;650;p9"/>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51" name="Google Shape;651;p9"/>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52" name="Google Shape;652;p9"/>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653" name="Google Shape;653;p9"/>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654" name="Google Shape;654;p9"/>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55" name="Google Shape;655;p9"/>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56" name="Google Shape;656;p9"/>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57" name="Google Shape;657;p9"/>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58" name="Google Shape;658;p9"/>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59" name="Google Shape;659;p9"/>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0" name="Google Shape;660;p9"/>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1" name="Google Shape;661;p9"/>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2" name="Google Shape;662;p9"/>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3" name="Google Shape;663;p9"/>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4" name="Google Shape;664;p9"/>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5" name="Google Shape;665;p9"/>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6" name="Google Shape;666;p9"/>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7" name="Google Shape;667;p9"/>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8" name="Google Shape;668;p9"/>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69" name="Google Shape;669;p9"/>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0" name="Google Shape;670;p9"/>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1" name="Google Shape;671;p9"/>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2" name="Google Shape;672;p9"/>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3" name="Google Shape;673;p9"/>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4" name="Google Shape;674;p9"/>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5" name="Google Shape;675;p9"/>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6" name="Google Shape;676;p9"/>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7" name="Google Shape;677;p9"/>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8" name="Google Shape;678;p9"/>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79" name="Google Shape;679;p9"/>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0" name="Google Shape;680;p9"/>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1" name="Google Shape;681;p9"/>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2" name="Google Shape;682;p9"/>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3" name="Google Shape;683;p9"/>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4" name="Google Shape;684;p9"/>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5" name="Google Shape;685;p9"/>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6" name="Google Shape;686;p9"/>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7" name="Google Shape;687;p9"/>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8" name="Google Shape;688;p9"/>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89" name="Google Shape;689;p9"/>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0" name="Google Shape;690;p9"/>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1" name="Google Shape;691;p9"/>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2" name="Google Shape;692;p9"/>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3" name="Google Shape;693;p9"/>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4" name="Google Shape;694;p9"/>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5" name="Google Shape;695;p9"/>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6" name="Google Shape;696;p9"/>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7" name="Google Shape;697;p9"/>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8" name="Google Shape;698;p9"/>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699" name="Google Shape;699;p9"/>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00" name="Google Shape;700;p9"/>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01" name="Google Shape;701;p9"/>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02" name="Google Shape;702;p9"/>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703" name="Google Shape;703;p9"/>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9"/>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9"/>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9"/>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9"/>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9"/>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9" name="Google Shape;709;p9"/>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710" name="Google Shape;710;p9"/>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711" name="Google Shape;711;p9"/>
          <p:cNvSpPr txBox="1"/>
          <p:nvPr>
            <p:ph idx="1" type="subTitle"/>
          </p:nvPr>
        </p:nvSpPr>
        <p:spPr>
          <a:xfrm>
            <a:off x="719989" y="17325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12" name="Google Shape;712;p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13" name="Google Shape;713;p9"/>
          <p:cNvSpPr txBox="1"/>
          <p:nvPr>
            <p:ph idx="2" type="subTitle"/>
          </p:nvPr>
        </p:nvSpPr>
        <p:spPr>
          <a:xfrm>
            <a:off x="4826936" y="17325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4" name="Shape 714"/>
        <p:cNvGrpSpPr/>
        <p:nvPr/>
      </p:nvGrpSpPr>
      <p:grpSpPr>
        <a:xfrm>
          <a:off x="0" y="0"/>
          <a:ext cx="0" cy="0"/>
          <a:chOff x="0" y="0"/>
          <a:chExt cx="0" cy="0"/>
        </a:xfrm>
      </p:grpSpPr>
      <p:sp>
        <p:nvSpPr>
          <p:cNvPr id="715" name="Google Shape;715;p10"/>
          <p:cNvSpPr txBox="1"/>
          <p:nvPr>
            <p:ph type="title"/>
          </p:nvPr>
        </p:nvSpPr>
        <p:spPr>
          <a:xfrm>
            <a:off x="740550" y="3910025"/>
            <a:ext cx="7662900" cy="693900"/>
          </a:xfrm>
          <a:prstGeom prst="rect">
            <a:avLst/>
          </a:prstGeom>
          <a:solidFill>
            <a:schemeClr val="accent2"/>
          </a:solidFill>
          <a:ln>
            <a:noFill/>
          </a:ln>
        </p:spPr>
        <p:txBody>
          <a:bodyPr anchorCtr="0" anchor="ctr" bIns="91425" lIns="91425" spcFirstLastPara="1" rIns="91425" wrap="square" tIns="91425">
            <a:noAutofit/>
          </a:bodyPr>
          <a:lstStyle>
            <a:lvl1pPr lvl="0" rtl="0" algn="ctr">
              <a:spcBef>
                <a:spcPts val="0"/>
              </a:spcBef>
              <a:spcAft>
                <a:spcPts val="0"/>
              </a:spcAft>
              <a:buSzPts val="3200"/>
              <a:buNone/>
              <a:defRPr>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6" name="Shape 716"/>
        <p:cNvGrpSpPr/>
        <p:nvPr/>
      </p:nvGrpSpPr>
      <p:grpSpPr>
        <a:xfrm>
          <a:off x="0" y="0"/>
          <a:ext cx="0" cy="0"/>
          <a:chOff x="0" y="0"/>
          <a:chExt cx="0" cy="0"/>
        </a:xfrm>
      </p:grpSpPr>
      <p:grpSp>
        <p:nvGrpSpPr>
          <p:cNvPr id="717" name="Google Shape;717;p11"/>
          <p:cNvGrpSpPr/>
          <p:nvPr/>
        </p:nvGrpSpPr>
        <p:grpSpPr>
          <a:xfrm>
            <a:off x="-92988" y="-84850"/>
            <a:ext cx="9353597" cy="5313300"/>
            <a:chOff x="-92988" y="-84850"/>
            <a:chExt cx="9353597" cy="5313300"/>
          </a:xfrm>
        </p:grpSpPr>
        <p:grpSp>
          <p:nvGrpSpPr>
            <p:cNvPr id="718" name="Google Shape;718;p11"/>
            <p:cNvGrpSpPr/>
            <p:nvPr/>
          </p:nvGrpSpPr>
          <p:grpSpPr>
            <a:xfrm>
              <a:off x="-92988" y="-52925"/>
              <a:ext cx="9353597" cy="5238750"/>
              <a:chOff x="-721775" y="-52925"/>
              <a:chExt cx="10611000" cy="5238750"/>
            </a:xfrm>
          </p:grpSpPr>
          <p:cxnSp>
            <p:nvCxnSpPr>
              <p:cNvPr id="719" name="Google Shape;719;p11"/>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20" name="Google Shape;720;p11"/>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21" name="Google Shape;721;p11"/>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22" name="Google Shape;722;p11"/>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23" name="Google Shape;723;p11"/>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24" name="Google Shape;724;p11"/>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25" name="Google Shape;725;p11"/>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26" name="Google Shape;726;p11"/>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27" name="Google Shape;727;p11"/>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28" name="Google Shape;728;p11"/>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29" name="Google Shape;729;p11"/>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30" name="Google Shape;730;p11"/>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31" name="Google Shape;731;p11"/>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32" name="Google Shape;732;p11"/>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33" name="Google Shape;733;p11"/>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34" name="Google Shape;734;p11"/>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35" name="Google Shape;735;p11"/>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36" name="Google Shape;736;p11"/>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37" name="Google Shape;737;p11"/>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38" name="Google Shape;738;p11"/>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39" name="Google Shape;739;p11"/>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40" name="Google Shape;740;p11"/>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41" name="Google Shape;741;p11"/>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42" name="Google Shape;742;p11"/>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43" name="Google Shape;743;p11"/>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744" name="Google Shape;744;p11"/>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745" name="Google Shape;745;p11"/>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46" name="Google Shape;746;p11"/>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47" name="Google Shape;747;p11"/>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48" name="Google Shape;748;p11"/>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49" name="Google Shape;749;p11"/>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0" name="Google Shape;750;p11"/>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1" name="Google Shape;751;p11"/>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2" name="Google Shape;752;p11"/>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3" name="Google Shape;753;p11"/>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4" name="Google Shape;754;p11"/>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5" name="Google Shape;755;p11"/>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6" name="Google Shape;756;p11"/>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7" name="Google Shape;757;p11"/>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8" name="Google Shape;758;p11"/>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59" name="Google Shape;759;p11"/>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0" name="Google Shape;760;p11"/>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1" name="Google Shape;761;p11"/>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2" name="Google Shape;762;p11"/>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3" name="Google Shape;763;p11"/>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4" name="Google Shape;764;p11"/>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5" name="Google Shape;765;p11"/>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6" name="Google Shape;766;p11"/>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7" name="Google Shape;767;p11"/>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8" name="Google Shape;768;p11"/>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69" name="Google Shape;769;p11"/>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0" name="Google Shape;770;p11"/>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1" name="Google Shape;771;p11"/>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2" name="Google Shape;772;p11"/>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3" name="Google Shape;773;p11"/>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4" name="Google Shape;774;p11"/>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5" name="Google Shape;775;p11"/>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6" name="Google Shape;776;p11"/>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7" name="Google Shape;777;p11"/>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8" name="Google Shape;778;p11"/>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79" name="Google Shape;779;p11"/>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0" name="Google Shape;780;p11"/>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1" name="Google Shape;781;p11"/>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2" name="Google Shape;782;p11"/>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3" name="Google Shape;783;p11"/>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4" name="Google Shape;784;p11"/>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5" name="Google Shape;785;p11"/>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6" name="Google Shape;786;p11"/>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7" name="Google Shape;787;p11"/>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8" name="Google Shape;788;p11"/>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89" name="Google Shape;789;p11"/>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90" name="Google Shape;790;p11"/>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91" name="Google Shape;791;p11"/>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92" name="Google Shape;792;p11"/>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793" name="Google Shape;793;p11"/>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794" name="Google Shape;794;p11"/>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1"/>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1"/>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1"/>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1"/>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1"/>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0" name="Google Shape;800;p11"/>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801" name="Google Shape;801;p11"/>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802" name="Google Shape;802;p11"/>
          <p:cNvSpPr txBox="1"/>
          <p:nvPr>
            <p:ph hasCustomPrompt="1" type="title"/>
          </p:nvPr>
        </p:nvSpPr>
        <p:spPr>
          <a:xfrm>
            <a:off x="1284000" y="1952850"/>
            <a:ext cx="6576000" cy="7995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03" name="Google Shape;803;p11"/>
          <p:cNvSpPr txBox="1"/>
          <p:nvPr>
            <p:ph idx="1" type="subTitle"/>
          </p:nvPr>
        </p:nvSpPr>
        <p:spPr>
          <a:xfrm>
            <a:off x="1284000" y="2816250"/>
            <a:ext cx="6576000" cy="3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804" name="Shape 80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805" name="Shape 805"/>
        <p:cNvGrpSpPr/>
        <p:nvPr/>
      </p:nvGrpSpPr>
      <p:grpSpPr>
        <a:xfrm>
          <a:off x="0" y="0"/>
          <a:ext cx="0" cy="0"/>
          <a:chOff x="0" y="0"/>
          <a:chExt cx="0" cy="0"/>
        </a:xfrm>
      </p:grpSpPr>
      <p:grpSp>
        <p:nvGrpSpPr>
          <p:cNvPr id="806" name="Google Shape;806;p13"/>
          <p:cNvGrpSpPr/>
          <p:nvPr/>
        </p:nvGrpSpPr>
        <p:grpSpPr>
          <a:xfrm>
            <a:off x="-92988" y="-84850"/>
            <a:ext cx="9353597" cy="5313300"/>
            <a:chOff x="-92988" y="-84850"/>
            <a:chExt cx="9353597" cy="5313300"/>
          </a:xfrm>
        </p:grpSpPr>
        <p:grpSp>
          <p:nvGrpSpPr>
            <p:cNvPr id="807" name="Google Shape;807;p13"/>
            <p:cNvGrpSpPr/>
            <p:nvPr/>
          </p:nvGrpSpPr>
          <p:grpSpPr>
            <a:xfrm>
              <a:off x="-92988" y="-52925"/>
              <a:ext cx="9353597" cy="5238750"/>
              <a:chOff x="-721775" y="-52925"/>
              <a:chExt cx="10611000" cy="5238750"/>
            </a:xfrm>
          </p:grpSpPr>
          <p:cxnSp>
            <p:nvCxnSpPr>
              <p:cNvPr id="808" name="Google Shape;808;p13"/>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09" name="Google Shape;809;p13"/>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10" name="Google Shape;810;p13"/>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11" name="Google Shape;811;p13"/>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12" name="Google Shape;812;p13"/>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13" name="Google Shape;813;p13"/>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14" name="Google Shape;814;p13"/>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15" name="Google Shape;815;p13"/>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16" name="Google Shape;816;p13"/>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17" name="Google Shape;817;p13"/>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18" name="Google Shape;818;p13"/>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19" name="Google Shape;819;p13"/>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20" name="Google Shape;820;p13"/>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21" name="Google Shape;821;p13"/>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22" name="Google Shape;822;p13"/>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23" name="Google Shape;823;p13"/>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24" name="Google Shape;824;p13"/>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25" name="Google Shape;825;p13"/>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26" name="Google Shape;826;p13"/>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27" name="Google Shape;827;p13"/>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28" name="Google Shape;828;p13"/>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29" name="Google Shape;829;p13"/>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30" name="Google Shape;830;p13"/>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31" name="Google Shape;831;p13"/>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32" name="Google Shape;832;p13"/>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33" name="Google Shape;833;p13"/>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834" name="Google Shape;834;p13"/>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35" name="Google Shape;835;p13"/>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36" name="Google Shape;836;p13"/>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37" name="Google Shape;837;p13"/>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38" name="Google Shape;838;p13"/>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39" name="Google Shape;839;p13"/>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0" name="Google Shape;840;p13"/>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1" name="Google Shape;841;p13"/>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2" name="Google Shape;842;p13"/>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3" name="Google Shape;843;p13"/>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4" name="Google Shape;844;p13"/>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5" name="Google Shape;845;p13"/>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6" name="Google Shape;846;p13"/>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7" name="Google Shape;847;p13"/>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8" name="Google Shape;848;p13"/>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49" name="Google Shape;849;p13"/>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0" name="Google Shape;850;p13"/>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1" name="Google Shape;851;p13"/>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2" name="Google Shape;852;p13"/>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3" name="Google Shape;853;p13"/>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4" name="Google Shape;854;p13"/>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5" name="Google Shape;855;p13"/>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6" name="Google Shape;856;p13"/>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7" name="Google Shape;857;p13"/>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8" name="Google Shape;858;p13"/>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59" name="Google Shape;859;p13"/>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60" name="Google Shape;860;p13"/>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61" name="Google Shape;861;p13"/>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62" name="Google Shape;862;p13"/>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63" name="Google Shape;863;p13"/>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64" name="Google Shape;864;p13"/>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65" name="Google Shape;865;p13"/>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66" name="Google Shape;866;p13"/>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67" name="Google Shape;867;p13"/>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68" name="Google Shape;868;p13"/>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69" name="Google Shape;869;p13"/>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70" name="Google Shape;870;p13"/>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71" name="Google Shape;871;p13"/>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72" name="Google Shape;872;p13"/>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73" name="Google Shape;873;p13"/>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74" name="Google Shape;874;p13"/>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75" name="Google Shape;875;p13"/>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76" name="Google Shape;876;p13"/>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77" name="Google Shape;877;p13"/>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78" name="Google Shape;878;p13"/>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79" name="Google Shape;879;p13"/>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80" name="Google Shape;880;p13"/>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81" name="Google Shape;881;p13"/>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882" name="Google Shape;882;p13"/>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883" name="Google Shape;883;p13"/>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3"/>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3"/>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3"/>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3"/>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3"/>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9" name="Google Shape;889;p13"/>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890" name="Google Shape;890;p13"/>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891" name="Google Shape;891;p13"/>
          <p:cNvSpPr txBox="1"/>
          <p:nvPr>
            <p:ph type="title"/>
          </p:nvPr>
        </p:nvSpPr>
        <p:spPr>
          <a:xfrm>
            <a:off x="3801275" y="2061300"/>
            <a:ext cx="4736400" cy="21123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92" name="Google Shape;892;p13"/>
          <p:cNvSpPr txBox="1"/>
          <p:nvPr>
            <p:ph hasCustomPrompt="1" idx="2" type="title"/>
          </p:nvPr>
        </p:nvSpPr>
        <p:spPr>
          <a:xfrm>
            <a:off x="5363675" y="969906"/>
            <a:ext cx="1611600" cy="10914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893" name="Shape 893"/>
        <p:cNvGrpSpPr/>
        <p:nvPr/>
      </p:nvGrpSpPr>
      <p:grpSpPr>
        <a:xfrm>
          <a:off x="0" y="0"/>
          <a:ext cx="0" cy="0"/>
          <a:chOff x="0" y="0"/>
          <a:chExt cx="0" cy="0"/>
        </a:xfrm>
      </p:grpSpPr>
      <p:grpSp>
        <p:nvGrpSpPr>
          <p:cNvPr id="894" name="Google Shape;894;p14"/>
          <p:cNvGrpSpPr/>
          <p:nvPr/>
        </p:nvGrpSpPr>
        <p:grpSpPr>
          <a:xfrm>
            <a:off x="-92988" y="-84850"/>
            <a:ext cx="9353597" cy="5313300"/>
            <a:chOff x="-92988" y="-84850"/>
            <a:chExt cx="9353597" cy="5313300"/>
          </a:xfrm>
        </p:grpSpPr>
        <p:grpSp>
          <p:nvGrpSpPr>
            <p:cNvPr id="895" name="Google Shape;895;p14"/>
            <p:cNvGrpSpPr/>
            <p:nvPr/>
          </p:nvGrpSpPr>
          <p:grpSpPr>
            <a:xfrm>
              <a:off x="-92988" y="-52925"/>
              <a:ext cx="9353597" cy="5238750"/>
              <a:chOff x="-721775" y="-52925"/>
              <a:chExt cx="10611000" cy="5238750"/>
            </a:xfrm>
          </p:grpSpPr>
          <p:cxnSp>
            <p:nvCxnSpPr>
              <p:cNvPr id="896" name="Google Shape;896;p14"/>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97" name="Google Shape;897;p14"/>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98" name="Google Shape;898;p14"/>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899" name="Google Shape;899;p14"/>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00" name="Google Shape;900;p14"/>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01" name="Google Shape;901;p14"/>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02" name="Google Shape;902;p14"/>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03" name="Google Shape;903;p14"/>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04" name="Google Shape;904;p14"/>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05" name="Google Shape;905;p14"/>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06" name="Google Shape;906;p14"/>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07" name="Google Shape;907;p14"/>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08" name="Google Shape;908;p14"/>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09" name="Google Shape;909;p14"/>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10" name="Google Shape;910;p14"/>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11" name="Google Shape;911;p14"/>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12" name="Google Shape;912;p14"/>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13" name="Google Shape;913;p14"/>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14" name="Google Shape;914;p14"/>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15" name="Google Shape;915;p14"/>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16" name="Google Shape;916;p14"/>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17" name="Google Shape;917;p14"/>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18" name="Google Shape;918;p14"/>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19" name="Google Shape;919;p14"/>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20" name="Google Shape;920;p14"/>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21" name="Google Shape;921;p14"/>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922" name="Google Shape;922;p14"/>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23" name="Google Shape;923;p14"/>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24" name="Google Shape;924;p14"/>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25" name="Google Shape;925;p14"/>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26" name="Google Shape;926;p14"/>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27" name="Google Shape;927;p14"/>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28" name="Google Shape;928;p14"/>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29" name="Google Shape;929;p14"/>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30" name="Google Shape;930;p14"/>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31" name="Google Shape;931;p14"/>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32" name="Google Shape;932;p14"/>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33" name="Google Shape;933;p14"/>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34" name="Google Shape;934;p14"/>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35" name="Google Shape;935;p14"/>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36" name="Google Shape;936;p14"/>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37" name="Google Shape;937;p14"/>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38" name="Google Shape;938;p14"/>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39" name="Google Shape;939;p14"/>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40" name="Google Shape;940;p14"/>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41" name="Google Shape;941;p14"/>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42" name="Google Shape;942;p14"/>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43" name="Google Shape;943;p14"/>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44" name="Google Shape;944;p14"/>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45" name="Google Shape;945;p14"/>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46" name="Google Shape;946;p14"/>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47" name="Google Shape;947;p14"/>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48" name="Google Shape;948;p14"/>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49" name="Google Shape;949;p14"/>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50" name="Google Shape;950;p14"/>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51" name="Google Shape;951;p14"/>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52" name="Google Shape;952;p14"/>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53" name="Google Shape;953;p14"/>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54" name="Google Shape;954;p14"/>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55" name="Google Shape;955;p14"/>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56" name="Google Shape;956;p14"/>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57" name="Google Shape;957;p14"/>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58" name="Google Shape;958;p14"/>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59" name="Google Shape;959;p14"/>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60" name="Google Shape;960;p14"/>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61" name="Google Shape;961;p14"/>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62" name="Google Shape;962;p14"/>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63" name="Google Shape;963;p14"/>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64" name="Google Shape;964;p14"/>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65" name="Google Shape;965;p14"/>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66" name="Google Shape;966;p14"/>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67" name="Google Shape;967;p14"/>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68" name="Google Shape;968;p14"/>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69" name="Google Shape;969;p14"/>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970" name="Google Shape;970;p14"/>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971" name="Google Shape;971;p14"/>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4"/>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4"/>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4"/>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4"/>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4"/>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7" name="Google Shape;977;p14"/>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978" name="Google Shape;978;p14"/>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979" name="Google Shape;979;p14"/>
          <p:cNvSpPr txBox="1"/>
          <p:nvPr>
            <p:ph type="title"/>
          </p:nvPr>
        </p:nvSpPr>
        <p:spPr>
          <a:xfrm>
            <a:off x="3801275" y="2269800"/>
            <a:ext cx="4736400" cy="16953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80" name="Google Shape;980;p14"/>
          <p:cNvSpPr txBox="1"/>
          <p:nvPr>
            <p:ph hasCustomPrompt="1" idx="2" type="title"/>
          </p:nvPr>
        </p:nvSpPr>
        <p:spPr>
          <a:xfrm>
            <a:off x="5363675" y="1178406"/>
            <a:ext cx="1611600" cy="1091400"/>
          </a:xfrm>
          <a:prstGeom prst="rect">
            <a:avLst/>
          </a:prstGeom>
          <a:noFill/>
        </p:spPr>
        <p:txBody>
          <a:bodyPr anchorCtr="0" anchor="b" bIns="91425" lIns="91425" spcFirstLastPara="1" rIns="91425" wrap="square" tIns="91425">
            <a:noAutofit/>
          </a:bodyPr>
          <a:lstStyle>
            <a:lvl1pPr lvl="0" rtl="0" algn="ctr">
              <a:lnSpc>
                <a:spcPct val="115000"/>
              </a:lnSpc>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ONE_COLUMN_TEXT_1">
    <p:spTree>
      <p:nvGrpSpPr>
        <p:cNvPr id="981" name="Shape 981"/>
        <p:cNvGrpSpPr/>
        <p:nvPr/>
      </p:nvGrpSpPr>
      <p:grpSpPr>
        <a:xfrm>
          <a:off x="0" y="0"/>
          <a:ext cx="0" cy="0"/>
          <a:chOff x="0" y="0"/>
          <a:chExt cx="0" cy="0"/>
        </a:xfrm>
      </p:grpSpPr>
      <p:grpSp>
        <p:nvGrpSpPr>
          <p:cNvPr id="982" name="Google Shape;982;p15"/>
          <p:cNvGrpSpPr/>
          <p:nvPr/>
        </p:nvGrpSpPr>
        <p:grpSpPr>
          <a:xfrm>
            <a:off x="-92988" y="-84850"/>
            <a:ext cx="9353597" cy="5313300"/>
            <a:chOff x="-92988" y="-84850"/>
            <a:chExt cx="9353597" cy="5313300"/>
          </a:xfrm>
        </p:grpSpPr>
        <p:grpSp>
          <p:nvGrpSpPr>
            <p:cNvPr id="983" name="Google Shape;983;p15"/>
            <p:cNvGrpSpPr/>
            <p:nvPr/>
          </p:nvGrpSpPr>
          <p:grpSpPr>
            <a:xfrm>
              <a:off x="-92988" y="-52925"/>
              <a:ext cx="9353597" cy="5238750"/>
              <a:chOff x="-721775" y="-52925"/>
              <a:chExt cx="10611000" cy="5238750"/>
            </a:xfrm>
          </p:grpSpPr>
          <p:cxnSp>
            <p:nvCxnSpPr>
              <p:cNvPr id="984" name="Google Shape;984;p15"/>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85" name="Google Shape;985;p15"/>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86" name="Google Shape;986;p15"/>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87" name="Google Shape;987;p15"/>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88" name="Google Shape;988;p15"/>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89" name="Google Shape;989;p15"/>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0" name="Google Shape;990;p15"/>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1" name="Google Shape;991;p15"/>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2" name="Google Shape;992;p15"/>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3" name="Google Shape;993;p15"/>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4" name="Google Shape;994;p15"/>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5" name="Google Shape;995;p15"/>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6" name="Google Shape;996;p15"/>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7" name="Google Shape;997;p15"/>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8" name="Google Shape;998;p15"/>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999" name="Google Shape;999;p15"/>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0" name="Google Shape;1000;p15"/>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1" name="Google Shape;1001;p15"/>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2" name="Google Shape;1002;p15"/>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3" name="Google Shape;1003;p15"/>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4" name="Google Shape;1004;p15"/>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5" name="Google Shape;1005;p15"/>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6" name="Google Shape;1006;p15"/>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7" name="Google Shape;1007;p15"/>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8" name="Google Shape;1008;p15"/>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09" name="Google Shape;1009;p15"/>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1010" name="Google Shape;1010;p15"/>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11" name="Google Shape;1011;p15"/>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12" name="Google Shape;1012;p15"/>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13" name="Google Shape;1013;p15"/>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14" name="Google Shape;1014;p15"/>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15" name="Google Shape;1015;p15"/>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16" name="Google Shape;1016;p15"/>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17" name="Google Shape;1017;p15"/>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18" name="Google Shape;1018;p15"/>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19" name="Google Shape;1019;p15"/>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20" name="Google Shape;1020;p15"/>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21" name="Google Shape;1021;p15"/>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22" name="Google Shape;1022;p15"/>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23" name="Google Shape;1023;p15"/>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24" name="Google Shape;1024;p15"/>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25" name="Google Shape;1025;p15"/>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26" name="Google Shape;1026;p15"/>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27" name="Google Shape;1027;p15"/>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28" name="Google Shape;1028;p15"/>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29" name="Google Shape;1029;p15"/>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30" name="Google Shape;1030;p15"/>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31" name="Google Shape;1031;p15"/>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32" name="Google Shape;1032;p15"/>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33" name="Google Shape;1033;p15"/>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34" name="Google Shape;1034;p15"/>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35" name="Google Shape;1035;p15"/>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36" name="Google Shape;1036;p15"/>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37" name="Google Shape;1037;p15"/>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38" name="Google Shape;1038;p15"/>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39" name="Google Shape;1039;p15"/>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40" name="Google Shape;1040;p15"/>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41" name="Google Shape;1041;p15"/>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42" name="Google Shape;1042;p15"/>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43" name="Google Shape;1043;p15"/>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44" name="Google Shape;1044;p15"/>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45" name="Google Shape;1045;p15"/>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46" name="Google Shape;1046;p15"/>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47" name="Google Shape;1047;p15"/>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48" name="Google Shape;1048;p15"/>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49" name="Google Shape;1049;p15"/>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50" name="Google Shape;1050;p15"/>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51" name="Google Shape;1051;p15"/>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52" name="Google Shape;1052;p15"/>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53" name="Google Shape;1053;p15"/>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54" name="Google Shape;1054;p15"/>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55" name="Google Shape;1055;p15"/>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56" name="Google Shape;1056;p15"/>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57" name="Google Shape;1057;p15"/>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58" name="Google Shape;1058;p15"/>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1059" name="Google Shape;1059;p15"/>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5"/>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5"/>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5"/>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5"/>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5"/>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5" name="Google Shape;1065;p15"/>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1066" name="Google Shape;1066;p15"/>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1067" name="Google Shape;1067;p1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68" name="Google Shape;1068;p15"/>
          <p:cNvSpPr txBox="1"/>
          <p:nvPr>
            <p:ph idx="1" type="body"/>
          </p:nvPr>
        </p:nvSpPr>
        <p:spPr>
          <a:xfrm>
            <a:off x="720000" y="1731000"/>
            <a:ext cx="3722400" cy="23562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Char char="●"/>
              <a:defRPr sz="1600"/>
            </a:lvl1pPr>
            <a:lvl2pPr indent="-317500" lvl="1" marL="914400" rtl="0">
              <a:lnSpc>
                <a:spcPct val="115000"/>
              </a:lnSpc>
              <a:spcBef>
                <a:spcPts val="160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1069" name="Shape 1069"/>
        <p:cNvGrpSpPr/>
        <p:nvPr/>
      </p:nvGrpSpPr>
      <p:grpSpPr>
        <a:xfrm>
          <a:off x="0" y="0"/>
          <a:ext cx="0" cy="0"/>
          <a:chOff x="0" y="0"/>
          <a:chExt cx="0" cy="0"/>
        </a:xfrm>
      </p:grpSpPr>
      <p:grpSp>
        <p:nvGrpSpPr>
          <p:cNvPr id="1070" name="Google Shape;1070;p16"/>
          <p:cNvGrpSpPr/>
          <p:nvPr/>
        </p:nvGrpSpPr>
        <p:grpSpPr>
          <a:xfrm>
            <a:off x="-92988" y="-84850"/>
            <a:ext cx="9353597" cy="5313300"/>
            <a:chOff x="-92988" y="-84850"/>
            <a:chExt cx="9353597" cy="5313300"/>
          </a:xfrm>
        </p:grpSpPr>
        <p:grpSp>
          <p:nvGrpSpPr>
            <p:cNvPr id="1071" name="Google Shape;1071;p16"/>
            <p:cNvGrpSpPr/>
            <p:nvPr/>
          </p:nvGrpSpPr>
          <p:grpSpPr>
            <a:xfrm>
              <a:off x="-92988" y="-52925"/>
              <a:ext cx="9353597" cy="5238750"/>
              <a:chOff x="-721775" y="-52925"/>
              <a:chExt cx="10611000" cy="5238750"/>
            </a:xfrm>
          </p:grpSpPr>
          <p:cxnSp>
            <p:nvCxnSpPr>
              <p:cNvPr id="1072" name="Google Shape;1072;p16"/>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73" name="Google Shape;1073;p16"/>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74" name="Google Shape;1074;p16"/>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75" name="Google Shape;1075;p16"/>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76" name="Google Shape;1076;p16"/>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77" name="Google Shape;1077;p16"/>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78" name="Google Shape;1078;p16"/>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79" name="Google Shape;1079;p16"/>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0" name="Google Shape;1080;p16"/>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1" name="Google Shape;1081;p16"/>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2" name="Google Shape;1082;p16"/>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3" name="Google Shape;1083;p16"/>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4" name="Google Shape;1084;p16"/>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5" name="Google Shape;1085;p16"/>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6" name="Google Shape;1086;p16"/>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7" name="Google Shape;1087;p16"/>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8" name="Google Shape;1088;p16"/>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89" name="Google Shape;1089;p16"/>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90" name="Google Shape;1090;p16"/>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91" name="Google Shape;1091;p16"/>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92" name="Google Shape;1092;p16"/>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93" name="Google Shape;1093;p16"/>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94" name="Google Shape;1094;p16"/>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95" name="Google Shape;1095;p16"/>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96" name="Google Shape;1096;p16"/>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097" name="Google Shape;1097;p16"/>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1098" name="Google Shape;1098;p16"/>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099" name="Google Shape;1099;p16"/>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00" name="Google Shape;1100;p16"/>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01" name="Google Shape;1101;p16"/>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02" name="Google Shape;1102;p16"/>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03" name="Google Shape;1103;p16"/>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04" name="Google Shape;1104;p16"/>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05" name="Google Shape;1105;p16"/>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06" name="Google Shape;1106;p16"/>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07" name="Google Shape;1107;p16"/>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08" name="Google Shape;1108;p16"/>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09" name="Google Shape;1109;p16"/>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10" name="Google Shape;1110;p16"/>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11" name="Google Shape;1111;p16"/>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12" name="Google Shape;1112;p16"/>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13" name="Google Shape;1113;p16"/>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14" name="Google Shape;1114;p16"/>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15" name="Google Shape;1115;p16"/>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16" name="Google Shape;1116;p16"/>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17" name="Google Shape;1117;p16"/>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18" name="Google Shape;1118;p16"/>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19" name="Google Shape;1119;p16"/>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20" name="Google Shape;1120;p16"/>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21" name="Google Shape;1121;p16"/>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22" name="Google Shape;1122;p16"/>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23" name="Google Shape;1123;p16"/>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24" name="Google Shape;1124;p16"/>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25" name="Google Shape;1125;p16"/>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26" name="Google Shape;1126;p16"/>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27" name="Google Shape;1127;p16"/>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28" name="Google Shape;1128;p16"/>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29" name="Google Shape;1129;p16"/>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30" name="Google Shape;1130;p16"/>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31" name="Google Shape;1131;p16"/>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32" name="Google Shape;1132;p16"/>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33" name="Google Shape;1133;p16"/>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34" name="Google Shape;1134;p16"/>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35" name="Google Shape;1135;p16"/>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36" name="Google Shape;1136;p16"/>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37" name="Google Shape;1137;p16"/>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38" name="Google Shape;1138;p16"/>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39" name="Google Shape;1139;p16"/>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40" name="Google Shape;1140;p16"/>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41" name="Google Shape;1141;p16"/>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42" name="Google Shape;1142;p16"/>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43" name="Google Shape;1143;p16"/>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44" name="Google Shape;1144;p16"/>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45" name="Google Shape;1145;p16"/>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46" name="Google Shape;1146;p16"/>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1147" name="Google Shape;1147;p16"/>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6"/>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6"/>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6"/>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6"/>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6"/>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3" name="Google Shape;1153;p16"/>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1154" name="Google Shape;1154;p16"/>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1155" name="Google Shape;1155;p16"/>
          <p:cNvSpPr txBox="1"/>
          <p:nvPr>
            <p:ph idx="1" type="subTitle"/>
          </p:nvPr>
        </p:nvSpPr>
        <p:spPr>
          <a:xfrm>
            <a:off x="836100" y="2219250"/>
            <a:ext cx="7471800" cy="1902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1156" name="Google Shape;1156;p16"/>
          <p:cNvSpPr txBox="1"/>
          <p:nvPr>
            <p:ph type="title"/>
          </p:nvPr>
        </p:nvSpPr>
        <p:spPr>
          <a:xfrm>
            <a:off x="2137525" y="1021350"/>
            <a:ext cx="4869000" cy="1197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_1">
    <p:spTree>
      <p:nvGrpSpPr>
        <p:cNvPr id="1157" name="Shape 1157"/>
        <p:cNvGrpSpPr/>
        <p:nvPr/>
      </p:nvGrpSpPr>
      <p:grpSpPr>
        <a:xfrm>
          <a:off x="0" y="0"/>
          <a:ext cx="0" cy="0"/>
          <a:chOff x="0" y="0"/>
          <a:chExt cx="0" cy="0"/>
        </a:xfrm>
      </p:grpSpPr>
      <p:grpSp>
        <p:nvGrpSpPr>
          <p:cNvPr id="1158" name="Google Shape;1158;p17"/>
          <p:cNvGrpSpPr/>
          <p:nvPr/>
        </p:nvGrpSpPr>
        <p:grpSpPr>
          <a:xfrm>
            <a:off x="-92988" y="-84850"/>
            <a:ext cx="9353597" cy="5313300"/>
            <a:chOff x="-92988" y="-84850"/>
            <a:chExt cx="9353597" cy="5313300"/>
          </a:xfrm>
        </p:grpSpPr>
        <p:grpSp>
          <p:nvGrpSpPr>
            <p:cNvPr id="1159" name="Google Shape;1159;p17"/>
            <p:cNvGrpSpPr/>
            <p:nvPr/>
          </p:nvGrpSpPr>
          <p:grpSpPr>
            <a:xfrm>
              <a:off x="-92988" y="-52925"/>
              <a:ext cx="9353597" cy="5238750"/>
              <a:chOff x="-721775" y="-52925"/>
              <a:chExt cx="10611000" cy="5238750"/>
            </a:xfrm>
          </p:grpSpPr>
          <p:cxnSp>
            <p:nvCxnSpPr>
              <p:cNvPr id="1160" name="Google Shape;1160;p17"/>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61" name="Google Shape;1161;p17"/>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62" name="Google Shape;1162;p17"/>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63" name="Google Shape;1163;p17"/>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64" name="Google Shape;1164;p17"/>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65" name="Google Shape;1165;p17"/>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66" name="Google Shape;1166;p17"/>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67" name="Google Shape;1167;p17"/>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68" name="Google Shape;1168;p17"/>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69" name="Google Shape;1169;p17"/>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0" name="Google Shape;1170;p17"/>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1" name="Google Shape;1171;p17"/>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2" name="Google Shape;1172;p17"/>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3" name="Google Shape;1173;p17"/>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4" name="Google Shape;1174;p17"/>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5" name="Google Shape;1175;p17"/>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6" name="Google Shape;1176;p17"/>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7" name="Google Shape;1177;p17"/>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8" name="Google Shape;1178;p17"/>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79" name="Google Shape;1179;p17"/>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80" name="Google Shape;1180;p17"/>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81" name="Google Shape;1181;p17"/>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82" name="Google Shape;1182;p17"/>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83" name="Google Shape;1183;p17"/>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84" name="Google Shape;1184;p17"/>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185" name="Google Shape;1185;p17"/>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1186" name="Google Shape;1186;p17"/>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87" name="Google Shape;1187;p17"/>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88" name="Google Shape;1188;p17"/>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89" name="Google Shape;1189;p17"/>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90" name="Google Shape;1190;p17"/>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91" name="Google Shape;1191;p17"/>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92" name="Google Shape;1192;p17"/>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93" name="Google Shape;1193;p17"/>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94" name="Google Shape;1194;p17"/>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95" name="Google Shape;1195;p17"/>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96" name="Google Shape;1196;p17"/>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97" name="Google Shape;1197;p17"/>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98" name="Google Shape;1198;p17"/>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199" name="Google Shape;1199;p17"/>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00" name="Google Shape;1200;p17"/>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01" name="Google Shape;1201;p17"/>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02" name="Google Shape;1202;p17"/>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03" name="Google Shape;1203;p17"/>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04" name="Google Shape;1204;p17"/>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05" name="Google Shape;1205;p17"/>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06" name="Google Shape;1206;p17"/>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07" name="Google Shape;1207;p17"/>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08" name="Google Shape;1208;p17"/>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09" name="Google Shape;1209;p17"/>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10" name="Google Shape;1210;p17"/>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11" name="Google Shape;1211;p17"/>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12" name="Google Shape;1212;p17"/>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13" name="Google Shape;1213;p17"/>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14" name="Google Shape;1214;p17"/>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15" name="Google Shape;1215;p17"/>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16" name="Google Shape;1216;p17"/>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17" name="Google Shape;1217;p17"/>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18" name="Google Shape;1218;p17"/>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19" name="Google Shape;1219;p17"/>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20" name="Google Shape;1220;p17"/>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21" name="Google Shape;1221;p17"/>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22" name="Google Shape;1222;p17"/>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23" name="Google Shape;1223;p17"/>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24" name="Google Shape;1224;p17"/>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25" name="Google Shape;1225;p17"/>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26" name="Google Shape;1226;p17"/>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27" name="Google Shape;1227;p17"/>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28" name="Google Shape;1228;p17"/>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29" name="Google Shape;1229;p17"/>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30" name="Google Shape;1230;p17"/>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31" name="Google Shape;1231;p17"/>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32" name="Google Shape;1232;p17"/>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33" name="Google Shape;1233;p17"/>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34" name="Google Shape;1234;p17"/>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1235" name="Google Shape;1235;p17"/>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7"/>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7"/>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7"/>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7"/>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7"/>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41" name="Google Shape;1241;p17"/>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1242" name="Google Shape;1242;p17"/>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1243" name="Google Shape;1243;p17"/>
          <p:cNvSpPr txBox="1"/>
          <p:nvPr>
            <p:ph idx="1" type="subTitle"/>
          </p:nvPr>
        </p:nvSpPr>
        <p:spPr>
          <a:xfrm>
            <a:off x="713225" y="2114975"/>
            <a:ext cx="7717500" cy="1375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1244" name="Google Shape;1244;p17"/>
          <p:cNvSpPr txBox="1"/>
          <p:nvPr>
            <p:ph type="title"/>
          </p:nvPr>
        </p:nvSpPr>
        <p:spPr>
          <a:xfrm>
            <a:off x="1803800" y="445025"/>
            <a:ext cx="5536500" cy="1197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lgn="r">
              <a:spcBef>
                <a:spcPts val="0"/>
              </a:spcBef>
              <a:spcAft>
                <a:spcPts val="0"/>
              </a:spcAft>
              <a:buSzPts val="3500"/>
              <a:buNone/>
              <a:defRPr/>
            </a:lvl2pPr>
            <a:lvl3pPr lvl="2" rtl="0" algn="r">
              <a:spcBef>
                <a:spcPts val="0"/>
              </a:spcBef>
              <a:spcAft>
                <a:spcPts val="0"/>
              </a:spcAft>
              <a:buSzPts val="3500"/>
              <a:buNone/>
              <a:defRPr/>
            </a:lvl3pPr>
            <a:lvl4pPr lvl="3" rtl="0" algn="r">
              <a:spcBef>
                <a:spcPts val="0"/>
              </a:spcBef>
              <a:spcAft>
                <a:spcPts val="0"/>
              </a:spcAft>
              <a:buSzPts val="3500"/>
              <a:buNone/>
              <a:defRPr/>
            </a:lvl4pPr>
            <a:lvl5pPr lvl="4" rtl="0" algn="r">
              <a:spcBef>
                <a:spcPts val="0"/>
              </a:spcBef>
              <a:spcAft>
                <a:spcPts val="0"/>
              </a:spcAft>
              <a:buSzPts val="3500"/>
              <a:buNone/>
              <a:defRPr/>
            </a:lvl5pPr>
            <a:lvl6pPr lvl="5" rtl="0" algn="r">
              <a:spcBef>
                <a:spcPts val="0"/>
              </a:spcBef>
              <a:spcAft>
                <a:spcPts val="0"/>
              </a:spcAft>
              <a:buSzPts val="3500"/>
              <a:buNone/>
              <a:defRPr/>
            </a:lvl6pPr>
            <a:lvl7pPr lvl="6" rtl="0" algn="r">
              <a:spcBef>
                <a:spcPts val="0"/>
              </a:spcBef>
              <a:spcAft>
                <a:spcPts val="0"/>
              </a:spcAft>
              <a:buSzPts val="3500"/>
              <a:buNone/>
              <a:defRPr/>
            </a:lvl7pPr>
            <a:lvl8pPr lvl="7" rtl="0" algn="r">
              <a:spcBef>
                <a:spcPts val="0"/>
              </a:spcBef>
              <a:spcAft>
                <a:spcPts val="0"/>
              </a:spcAft>
              <a:buSzPts val="3500"/>
              <a:buNone/>
              <a:defRPr/>
            </a:lvl8pPr>
            <a:lvl9pPr lvl="8" rtl="0" algn="r">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245" name="Shape 1245"/>
        <p:cNvGrpSpPr/>
        <p:nvPr/>
      </p:nvGrpSpPr>
      <p:grpSpPr>
        <a:xfrm>
          <a:off x="0" y="0"/>
          <a:ext cx="0" cy="0"/>
          <a:chOff x="0" y="0"/>
          <a:chExt cx="0" cy="0"/>
        </a:xfrm>
      </p:grpSpPr>
      <p:grpSp>
        <p:nvGrpSpPr>
          <p:cNvPr id="1246" name="Google Shape;1246;p18"/>
          <p:cNvGrpSpPr/>
          <p:nvPr/>
        </p:nvGrpSpPr>
        <p:grpSpPr>
          <a:xfrm>
            <a:off x="-92988" y="-84850"/>
            <a:ext cx="9353597" cy="5313300"/>
            <a:chOff x="-92988" y="-84850"/>
            <a:chExt cx="9353597" cy="5313300"/>
          </a:xfrm>
        </p:grpSpPr>
        <p:grpSp>
          <p:nvGrpSpPr>
            <p:cNvPr id="1247" name="Google Shape;1247;p18"/>
            <p:cNvGrpSpPr/>
            <p:nvPr/>
          </p:nvGrpSpPr>
          <p:grpSpPr>
            <a:xfrm>
              <a:off x="-92988" y="-52925"/>
              <a:ext cx="9353597" cy="5238750"/>
              <a:chOff x="-721775" y="-52925"/>
              <a:chExt cx="10611000" cy="5238750"/>
            </a:xfrm>
          </p:grpSpPr>
          <p:cxnSp>
            <p:nvCxnSpPr>
              <p:cNvPr id="1248" name="Google Shape;1248;p18"/>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49" name="Google Shape;1249;p18"/>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50" name="Google Shape;1250;p18"/>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51" name="Google Shape;1251;p18"/>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52" name="Google Shape;1252;p18"/>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53" name="Google Shape;1253;p18"/>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54" name="Google Shape;1254;p18"/>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55" name="Google Shape;1255;p18"/>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56" name="Google Shape;1256;p18"/>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57" name="Google Shape;1257;p18"/>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58" name="Google Shape;1258;p18"/>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59" name="Google Shape;1259;p18"/>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60" name="Google Shape;1260;p18"/>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61" name="Google Shape;1261;p18"/>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62" name="Google Shape;1262;p18"/>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63" name="Google Shape;1263;p18"/>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64" name="Google Shape;1264;p18"/>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65" name="Google Shape;1265;p18"/>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66" name="Google Shape;1266;p18"/>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67" name="Google Shape;1267;p18"/>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68" name="Google Shape;1268;p18"/>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69" name="Google Shape;1269;p18"/>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70" name="Google Shape;1270;p18"/>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71" name="Google Shape;1271;p18"/>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72" name="Google Shape;1272;p18"/>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273" name="Google Shape;1273;p18"/>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1274" name="Google Shape;1274;p18"/>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75" name="Google Shape;1275;p18"/>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76" name="Google Shape;1276;p18"/>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77" name="Google Shape;1277;p18"/>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78" name="Google Shape;1278;p18"/>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79" name="Google Shape;1279;p18"/>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0" name="Google Shape;1280;p18"/>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1" name="Google Shape;1281;p18"/>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2" name="Google Shape;1282;p18"/>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3" name="Google Shape;1283;p18"/>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4" name="Google Shape;1284;p18"/>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5" name="Google Shape;1285;p18"/>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6" name="Google Shape;1286;p18"/>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7" name="Google Shape;1287;p18"/>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8" name="Google Shape;1288;p18"/>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89" name="Google Shape;1289;p18"/>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0" name="Google Shape;1290;p18"/>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1" name="Google Shape;1291;p18"/>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2" name="Google Shape;1292;p18"/>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3" name="Google Shape;1293;p18"/>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4" name="Google Shape;1294;p18"/>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5" name="Google Shape;1295;p18"/>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6" name="Google Shape;1296;p18"/>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7" name="Google Shape;1297;p18"/>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8" name="Google Shape;1298;p18"/>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299" name="Google Shape;1299;p18"/>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0" name="Google Shape;1300;p18"/>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1" name="Google Shape;1301;p18"/>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2" name="Google Shape;1302;p18"/>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3" name="Google Shape;1303;p18"/>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4" name="Google Shape;1304;p18"/>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5" name="Google Shape;1305;p18"/>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6" name="Google Shape;1306;p18"/>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7" name="Google Shape;1307;p18"/>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8" name="Google Shape;1308;p18"/>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09" name="Google Shape;1309;p18"/>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0" name="Google Shape;1310;p18"/>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1" name="Google Shape;1311;p18"/>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2" name="Google Shape;1312;p18"/>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3" name="Google Shape;1313;p18"/>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4" name="Google Shape;1314;p18"/>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5" name="Google Shape;1315;p18"/>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6" name="Google Shape;1316;p18"/>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7" name="Google Shape;1317;p18"/>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8" name="Google Shape;1318;p18"/>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19" name="Google Shape;1319;p18"/>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20" name="Google Shape;1320;p18"/>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21" name="Google Shape;1321;p18"/>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22" name="Google Shape;1322;p18"/>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1323" name="Google Shape;1323;p18"/>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8"/>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8"/>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8"/>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8"/>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8"/>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9" name="Google Shape;1329;p18"/>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1330" name="Google Shape;1330;p18"/>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1331" name="Google Shape;1331;p18"/>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332" name="Google Shape;1332;p18"/>
          <p:cNvSpPr txBox="1"/>
          <p:nvPr>
            <p:ph idx="1" type="body"/>
          </p:nvPr>
        </p:nvSpPr>
        <p:spPr>
          <a:xfrm>
            <a:off x="720000" y="1190575"/>
            <a:ext cx="7704000" cy="15756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Darker Grotesque SemiBold"/>
              <a:buChar char="●"/>
              <a:defRPr/>
            </a:lvl1pPr>
            <a:lvl2pPr indent="-317500" lvl="1" marL="914400" rtl="0">
              <a:lnSpc>
                <a:spcPct val="115000"/>
              </a:lnSpc>
              <a:spcBef>
                <a:spcPts val="0"/>
              </a:spcBef>
              <a:spcAft>
                <a:spcPts val="0"/>
              </a:spcAft>
              <a:buSzPts val="1400"/>
              <a:buFont typeface="Darker Grotesque SemiBold"/>
              <a:buChar char="○"/>
              <a:defRPr/>
            </a:lvl2pPr>
            <a:lvl3pPr indent="-317500" lvl="2" marL="1371600" rtl="0">
              <a:lnSpc>
                <a:spcPct val="115000"/>
              </a:lnSpc>
              <a:spcBef>
                <a:spcPts val="0"/>
              </a:spcBef>
              <a:spcAft>
                <a:spcPts val="0"/>
              </a:spcAft>
              <a:buSzPts val="1400"/>
              <a:buFont typeface="Darker Grotesque SemiBold"/>
              <a:buChar char="■"/>
              <a:defRPr/>
            </a:lvl3pPr>
            <a:lvl4pPr indent="-317500" lvl="3" marL="1828800" rtl="0">
              <a:lnSpc>
                <a:spcPct val="115000"/>
              </a:lnSpc>
              <a:spcBef>
                <a:spcPts val="0"/>
              </a:spcBef>
              <a:spcAft>
                <a:spcPts val="0"/>
              </a:spcAft>
              <a:buSzPts val="1400"/>
              <a:buFont typeface="Darker Grotesque SemiBold"/>
              <a:buChar char="●"/>
              <a:defRPr/>
            </a:lvl4pPr>
            <a:lvl5pPr indent="-317500" lvl="4" marL="2286000" rtl="0">
              <a:lnSpc>
                <a:spcPct val="115000"/>
              </a:lnSpc>
              <a:spcBef>
                <a:spcPts val="0"/>
              </a:spcBef>
              <a:spcAft>
                <a:spcPts val="0"/>
              </a:spcAft>
              <a:buSzPts val="1400"/>
              <a:buFont typeface="Darker Grotesque SemiBold"/>
              <a:buChar char="○"/>
              <a:defRPr/>
            </a:lvl5pPr>
            <a:lvl6pPr indent="-317500" lvl="5" marL="2743200" rtl="0">
              <a:lnSpc>
                <a:spcPct val="115000"/>
              </a:lnSpc>
              <a:spcBef>
                <a:spcPts val="0"/>
              </a:spcBef>
              <a:spcAft>
                <a:spcPts val="0"/>
              </a:spcAft>
              <a:buSzPts val="1400"/>
              <a:buFont typeface="Darker Grotesque SemiBold"/>
              <a:buChar char="■"/>
              <a:defRPr/>
            </a:lvl6pPr>
            <a:lvl7pPr indent="-317500" lvl="6" marL="3200400" rtl="0">
              <a:lnSpc>
                <a:spcPct val="115000"/>
              </a:lnSpc>
              <a:spcBef>
                <a:spcPts val="0"/>
              </a:spcBef>
              <a:spcAft>
                <a:spcPts val="0"/>
              </a:spcAft>
              <a:buSzPts val="1400"/>
              <a:buFont typeface="Darker Grotesque SemiBold"/>
              <a:buChar char="●"/>
              <a:defRPr/>
            </a:lvl7pPr>
            <a:lvl8pPr indent="-317500" lvl="7" marL="3657600" rtl="0">
              <a:lnSpc>
                <a:spcPct val="115000"/>
              </a:lnSpc>
              <a:spcBef>
                <a:spcPts val="0"/>
              </a:spcBef>
              <a:spcAft>
                <a:spcPts val="0"/>
              </a:spcAft>
              <a:buSzPts val="1400"/>
              <a:buFont typeface="Darker Grotesque SemiBold"/>
              <a:buChar char="○"/>
              <a:defRPr/>
            </a:lvl8pPr>
            <a:lvl9pPr indent="-317500" lvl="8" marL="4114800" rtl="0">
              <a:lnSpc>
                <a:spcPct val="115000"/>
              </a:lnSpc>
              <a:spcBef>
                <a:spcPts val="0"/>
              </a:spcBef>
              <a:spcAft>
                <a:spcPts val="0"/>
              </a:spcAft>
              <a:buSzPts val="1400"/>
              <a:buFont typeface="Darker Grotesque SemiBold"/>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ONE_COLUMN_TEXT_1_1">
    <p:spTree>
      <p:nvGrpSpPr>
        <p:cNvPr id="1333" name="Shape 1333"/>
        <p:cNvGrpSpPr/>
        <p:nvPr/>
      </p:nvGrpSpPr>
      <p:grpSpPr>
        <a:xfrm>
          <a:off x="0" y="0"/>
          <a:ext cx="0" cy="0"/>
          <a:chOff x="0" y="0"/>
          <a:chExt cx="0" cy="0"/>
        </a:xfrm>
      </p:grpSpPr>
      <p:grpSp>
        <p:nvGrpSpPr>
          <p:cNvPr id="1334" name="Google Shape;1334;p19"/>
          <p:cNvGrpSpPr/>
          <p:nvPr/>
        </p:nvGrpSpPr>
        <p:grpSpPr>
          <a:xfrm>
            <a:off x="-92988" y="-84850"/>
            <a:ext cx="9353597" cy="5313300"/>
            <a:chOff x="-92988" y="-84850"/>
            <a:chExt cx="9353597" cy="5313300"/>
          </a:xfrm>
        </p:grpSpPr>
        <p:grpSp>
          <p:nvGrpSpPr>
            <p:cNvPr id="1335" name="Google Shape;1335;p19"/>
            <p:cNvGrpSpPr/>
            <p:nvPr/>
          </p:nvGrpSpPr>
          <p:grpSpPr>
            <a:xfrm>
              <a:off x="-92988" y="-52925"/>
              <a:ext cx="9353597" cy="5238750"/>
              <a:chOff x="-721775" y="-52925"/>
              <a:chExt cx="10611000" cy="5238750"/>
            </a:xfrm>
          </p:grpSpPr>
          <p:cxnSp>
            <p:nvCxnSpPr>
              <p:cNvPr id="1336" name="Google Shape;1336;p19"/>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37" name="Google Shape;1337;p19"/>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38" name="Google Shape;1338;p19"/>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39" name="Google Shape;1339;p19"/>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40" name="Google Shape;1340;p19"/>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41" name="Google Shape;1341;p19"/>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42" name="Google Shape;1342;p19"/>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43" name="Google Shape;1343;p19"/>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44" name="Google Shape;1344;p19"/>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45" name="Google Shape;1345;p19"/>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46" name="Google Shape;1346;p19"/>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47" name="Google Shape;1347;p19"/>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48" name="Google Shape;1348;p19"/>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49" name="Google Shape;1349;p19"/>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50" name="Google Shape;1350;p19"/>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51" name="Google Shape;1351;p19"/>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52" name="Google Shape;1352;p19"/>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53" name="Google Shape;1353;p19"/>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54" name="Google Shape;1354;p19"/>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55" name="Google Shape;1355;p19"/>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56" name="Google Shape;1356;p19"/>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57" name="Google Shape;1357;p19"/>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58" name="Google Shape;1358;p19"/>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59" name="Google Shape;1359;p19"/>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60" name="Google Shape;1360;p19"/>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361" name="Google Shape;1361;p19"/>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1362" name="Google Shape;1362;p19"/>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63" name="Google Shape;1363;p19"/>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64" name="Google Shape;1364;p19"/>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65" name="Google Shape;1365;p19"/>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66" name="Google Shape;1366;p19"/>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67" name="Google Shape;1367;p19"/>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68" name="Google Shape;1368;p19"/>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69" name="Google Shape;1369;p19"/>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0" name="Google Shape;1370;p19"/>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1" name="Google Shape;1371;p19"/>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2" name="Google Shape;1372;p19"/>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3" name="Google Shape;1373;p19"/>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4" name="Google Shape;1374;p19"/>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5" name="Google Shape;1375;p19"/>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6" name="Google Shape;1376;p19"/>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7" name="Google Shape;1377;p19"/>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8" name="Google Shape;1378;p19"/>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79" name="Google Shape;1379;p19"/>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0" name="Google Shape;1380;p19"/>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1" name="Google Shape;1381;p19"/>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2" name="Google Shape;1382;p19"/>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3" name="Google Shape;1383;p19"/>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4" name="Google Shape;1384;p19"/>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5" name="Google Shape;1385;p19"/>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6" name="Google Shape;1386;p19"/>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7" name="Google Shape;1387;p19"/>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8" name="Google Shape;1388;p19"/>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89" name="Google Shape;1389;p19"/>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0" name="Google Shape;1390;p19"/>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1" name="Google Shape;1391;p19"/>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2" name="Google Shape;1392;p19"/>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3" name="Google Shape;1393;p19"/>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4" name="Google Shape;1394;p19"/>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5" name="Google Shape;1395;p19"/>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6" name="Google Shape;1396;p19"/>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7" name="Google Shape;1397;p19"/>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8" name="Google Shape;1398;p19"/>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399" name="Google Shape;1399;p19"/>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0" name="Google Shape;1400;p19"/>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1" name="Google Shape;1401;p19"/>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2" name="Google Shape;1402;p19"/>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3" name="Google Shape;1403;p19"/>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4" name="Google Shape;1404;p19"/>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5" name="Google Shape;1405;p19"/>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6" name="Google Shape;1406;p19"/>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7" name="Google Shape;1407;p19"/>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8" name="Google Shape;1408;p19"/>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09" name="Google Shape;1409;p19"/>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10" name="Google Shape;1410;p19"/>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1411" name="Google Shape;1411;p19"/>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9"/>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9"/>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9"/>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9"/>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9"/>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17" name="Google Shape;1417;p19"/>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1418" name="Google Shape;1418;p19"/>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1419" name="Google Shape;1419;p1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20" name="Google Shape;1420;p19"/>
          <p:cNvSpPr txBox="1"/>
          <p:nvPr>
            <p:ph idx="1" type="body"/>
          </p:nvPr>
        </p:nvSpPr>
        <p:spPr>
          <a:xfrm>
            <a:off x="720000" y="2194550"/>
            <a:ext cx="3722400" cy="12786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Char char="●"/>
              <a:defRPr sz="1600"/>
            </a:lvl1pPr>
            <a:lvl2pPr indent="-317500" lvl="1" marL="914400" rtl="0">
              <a:lnSpc>
                <a:spcPct val="115000"/>
              </a:lnSpc>
              <a:spcBef>
                <a:spcPts val="160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1421" name="Google Shape;1421;p19"/>
          <p:cNvSpPr/>
          <p:nvPr>
            <p:ph idx="2" type="pic"/>
          </p:nvPr>
        </p:nvSpPr>
        <p:spPr>
          <a:xfrm>
            <a:off x="5440925" y="1281050"/>
            <a:ext cx="3105600" cy="3105600"/>
          </a:xfrm>
          <a:prstGeom prst="roundRect">
            <a:avLst>
              <a:gd fmla="val 16667" name="adj"/>
            </a:avLst>
          </a:prstGeom>
          <a:noFill/>
          <a:ln>
            <a:noFill/>
          </a:ln>
          <a:effectLst>
            <a:outerShdw blurRad="57150" rotWithShape="0" algn="bl" dir="5280000" dist="28575">
              <a:srgbClr val="000000">
                <a:alpha val="18000"/>
              </a:srgbClr>
            </a:outerShdw>
          </a:effectLst>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ONE_COLUMN_TEXT_1_1_1">
    <p:spTree>
      <p:nvGrpSpPr>
        <p:cNvPr id="1422" name="Shape 1422"/>
        <p:cNvGrpSpPr/>
        <p:nvPr/>
      </p:nvGrpSpPr>
      <p:grpSpPr>
        <a:xfrm>
          <a:off x="0" y="0"/>
          <a:ext cx="0" cy="0"/>
          <a:chOff x="0" y="0"/>
          <a:chExt cx="0" cy="0"/>
        </a:xfrm>
      </p:grpSpPr>
      <p:grpSp>
        <p:nvGrpSpPr>
          <p:cNvPr id="1423" name="Google Shape;1423;p20"/>
          <p:cNvGrpSpPr/>
          <p:nvPr/>
        </p:nvGrpSpPr>
        <p:grpSpPr>
          <a:xfrm>
            <a:off x="-92988" y="-84850"/>
            <a:ext cx="9353597" cy="5313300"/>
            <a:chOff x="-92988" y="-84850"/>
            <a:chExt cx="9353597" cy="5313300"/>
          </a:xfrm>
        </p:grpSpPr>
        <p:grpSp>
          <p:nvGrpSpPr>
            <p:cNvPr id="1424" name="Google Shape;1424;p20"/>
            <p:cNvGrpSpPr/>
            <p:nvPr/>
          </p:nvGrpSpPr>
          <p:grpSpPr>
            <a:xfrm>
              <a:off x="-92988" y="-52925"/>
              <a:ext cx="9353597" cy="5238750"/>
              <a:chOff x="-721775" y="-52925"/>
              <a:chExt cx="10611000" cy="5238750"/>
            </a:xfrm>
          </p:grpSpPr>
          <p:cxnSp>
            <p:nvCxnSpPr>
              <p:cNvPr id="1425" name="Google Shape;1425;p20"/>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26" name="Google Shape;1426;p20"/>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27" name="Google Shape;1427;p20"/>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28" name="Google Shape;1428;p20"/>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29" name="Google Shape;1429;p20"/>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30" name="Google Shape;1430;p20"/>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31" name="Google Shape;1431;p20"/>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32" name="Google Shape;1432;p20"/>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33" name="Google Shape;1433;p20"/>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34" name="Google Shape;1434;p20"/>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35" name="Google Shape;1435;p20"/>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36" name="Google Shape;1436;p20"/>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37" name="Google Shape;1437;p20"/>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38" name="Google Shape;1438;p20"/>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39" name="Google Shape;1439;p20"/>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40" name="Google Shape;1440;p20"/>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41" name="Google Shape;1441;p20"/>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42" name="Google Shape;1442;p20"/>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43" name="Google Shape;1443;p20"/>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44" name="Google Shape;1444;p20"/>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45" name="Google Shape;1445;p20"/>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46" name="Google Shape;1446;p20"/>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47" name="Google Shape;1447;p20"/>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48" name="Google Shape;1448;p20"/>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49" name="Google Shape;1449;p20"/>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450" name="Google Shape;1450;p20"/>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1451" name="Google Shape;1451;p20"/>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52" name="Google Shape;1452;p20"/>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53" name="Google Shape;1453;p20"/>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54" name="Google Shape;1454;p20"/>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55" name="Google Shape;1455;p20"/>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56" name="Google Shape;1456;p20"/>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57" name="Google Shape;1457;p20"/>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58" name="Google Shape;1458;p20"/>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59" name="Google Shape;1459;p20"/>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0" name="Google Shape;1460;p20"/>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1" name="Google Shape;1461;p20"/>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2" name="Google Shape;1462;p20"/>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3" name="Google Shape;1463;p20"/>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4" name="Google Shape;1464;p20"/>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5" name="Google Shape;1465;p20"/>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6" name="Google Shape;1466;p20"/>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7" name="Google Shape;1467;p20"/>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8" name="Google Shape;1468;p20"/>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69" name="Google Shape;1469;p20"/>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0" name="Google Shape;1470;p20"/>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1" name="Google Shape;1471;p20"/>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2" name="Google Shape;1472;p20"/>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3" name="Google Shape;1473;p20"/>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4" name="Google Shape;1474;p20"/>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5" name="Google Shape;1475;p20"/>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6" name="Google Shape;1476;p20"/>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7" name="Google Shape;1477;p20"/>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8" name="Google Shape;1478;p20"/>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79" name="Google Shape;1479;p20"/>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0" name="Google Shape;1480;p20"/>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1" name="Google Shape;1481;p20"/>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2" name="Google Shape;1482;p20"/>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3" name="Google Shape;1483;p20"/>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4" name="Google Shape;1484;p20"/>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5" name="Google Shape;1485;p20"/>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6" name="Google Shape;1486;p20"/>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7" name="Google Shape;1487;p20"/>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8" name="Google Shape;1488;p20"/>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89" name="Google Shape;1489;p20"/>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0" name="Google Shape;1490;p20"/>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1" name="Google Shape;1491;p20"/>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2" name="Google Shape;1492;p20"/>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3" name="Google Shape;1493;p20"/>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4" name="Google Shape;1494;p20"/>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5" name="Google Shape;1495;p20"/>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6" name="Google Shape;1496;p20"/>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7" name="Google Shape;1497;p20"/>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8" name="Google Shape;1498;p20"/>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499" name="Google Shape;1499;p20"/>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1500" name="Google Shape;1500;p20"/>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0"/>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0"/>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0"/>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0"/>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0"/>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06" name="Google Shape;1506;p20"/>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1507" name="Google Shape;1507;p20"/>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1508" name="Google Shape;1508;p20"/>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lnSpc>
                <a:spcPct val="115000"/>
              </a:lnSpc>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09" name="Google Shape;1509;p20"/>
          <p:cNvSpPr txBox="1"/>
          <p:nvPr>
            <p:ph idx="1" type="body"/>
          </p:nvPr>
        </p:nvSpPr>
        <p:spPr>
          <a:xfrm>
            <a:off x="720000" y="1731000"/>
            <a:ext cx="4356600" cy="18888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Char char="●"/>
              <a:defRPr sz="1600"/>
            </a:lvl1pPr>
            <a:lvl2pPr indent="-317500" lvl="1" marL="914400" rtl="0">
              <a:lnSpc>
                <a:spcPct val="115000"/>
              </a:lnSpc>
              <a:spcBef>
                <a:spcPts val="160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1510" name="Google Shape;1510;p20"/>
          <p:cNvSpPr/>
          <p:nvPr>
            <p:ph idx="2" type="pic"/>
          </p:nvPr>
        </p:nvSpPr>
        <p:spPr>
          <a:xfrm>
            <a:off x="5440925" y="1281050"/>
            <a:ext cx="3105600" cy="3105600"/>
          </a:xfrm>
          <a:prstGeom prst="roundRect">
            <a:avLst>
              <a:gd fmla="val 16667" name="adj"/>
            </a:avLst>
          </a:prstGeom>
          <a:noFill/>
          <a:ln>
            <a:noFill/>
          </a:ln>
          <a:effectLst>
            <a:outerShdw blurRad="57150" rotWithShape="0" algn="bl" dir="5280000" dist="28575">
              <a:srgbClr val="000000">
                <a:alpha val="18000"/>
              </a:srgbClr>
            </a:outerShdw>
          </a:effectLst>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2">
    <p:spTree>
      <p:nvGrpSpPr>
        <p:cNvPr id="1511" name="Shape 1511"/>
        <p:cNvGrpSpPr/>
        <p:nvPr/>
      </p:nvGrpSpPr>
      <p:grpSpPr>
        <a:xfrm>
          <a:off x="0" y="0"/>
          <a:ext cx="0" cy="0"/>
          <a:chOff x="0" y="0"/>
          <a:chExt cx="0" cy="0"/>
        </a:xfrm>
      </p:grpSpPr>
      <p:grpSp>
        <p:nvGrpSpPr>
          <p:cNvPr id="1512" name="Google Shape;1512;p21"/>
          <p:cNvGrpSpPr/>
          <p:nvPr/>
        </p:nvGrpSpPr>
        <p:grpSpPr>
          <a:xfrm>
            <a:off x="-92988" y="-84850"/>
            <a:ext cx="9353597" cy="5313300"/>
            <a:chOff x="-92988" y="-84850"/>
            <a:chExt cx="9353597" cy="5313300"/>
          </a:xfrm>
        </p:grpSpPr>
        <p:grpSp>
          <p:nvGrpSpPr>
            <p:cNvPr id="1513" name="Google Shape;1513;p21"/>
            <p:cNvGrpSpPr/>
            <p:nvPr/>
          </p:nvGrpSpPr>
          <p:grpSpPr>
            <a:xfrm>
              <a:off x="-92988" y="-52925"/>
              <a:ext cx="9353597" cy="5238750"/>
              <a:chOff x="-721775" y="-52925"/>
              <a:chExt cx="10611000" cy="5238750"/>
            </a:xfrm>
          </p:grpSpPr>
          <p:cxnSp>
            <p:nvCxnSpPr>
              <p:cNvPr id="1514" name="Google Shape;1514;p21"/>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15" name="Google Shape;1515;p21"/>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16" name="Google Shape;1516;p21"/>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17" name="Google Shape;1517;p21"/>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18" name="Google Shape;1518;p21"/>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19" name="Google Shape;1519;p21"/>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20" name="Google Shape;1520;p21"/>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21" name="Google Shape;1521;p21"/>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22" name="Google Shape;1522;p21"/>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23" name="Google Shape;1523;p21"/>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24" name="Google Shape;1524;p21"/>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25" name="Google Shape;1525;p21"/>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26" name="Google Shape;1526;p21"/>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27" name="Google Shape;1527;p21"/>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28" name="Google Shape;1528;p21"/>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29" name="Google Shape;1529;p21"/>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30" name="Google Shape;1530;p21"/>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31" name="Google Shape;1531;p21"/>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32" name="Google Shape;1532;p21"/>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33" name="Google Shape;1533;p21"/>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34" name="Google Shape;1534;p21"/>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35" name="Google Shape;1535;p21"/>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36" name="Google Shape;1536;p21"/>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37" name="Google Shape;1537;p21"/>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38" name="Google Shape;1538;p21"/>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539" name="Google Shape;1539;p21"/>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1540" name="Google Shape;1540;p21"/>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41" name="Google Shape;1541;p21"/>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42" name="Google Shape;1542;p21"/>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43" name="Google Shape;1543;p21"/>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44" name="Google Shape;1544;p21"/>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45" name="Google Shape;1545;p21"/>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46" name="Google Shape;1546;p21"/>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47" name="Google Shape;1547;p21"/>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48" name="Google Shape;1548;p21"/>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49" name="Google Shape;1549;p21"/>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0" name="Google Shape;1550;p21"/>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1" name="Google Shape;1551;p21"/>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2" name="Google Shape;1552;p21"/>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3" name="Google Shape;1553;p21"/>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4" name="Google Shape;1554;p21"/>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5" name="Google Shape;1555;p21"/>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6" name="Google Shape;1556;p21"/>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7" name="Google Shape;1557;p21"/>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8" name="Google Shape;1558;p21"/>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59" name="Google Shape;1559;p21"/>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0" name="Google Shape;1560;p21"/>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1" name="Google Shape;1561;p21"/>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2" name="Google Shape;1562;p21"/>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3" name="Google Shape;1563;p21"/>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4" name="Google Shape;1564;p21"/>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5" name="Google Shape;1565;p21"/>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6" name="Google Shape;1566;p21"/>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7" name="Google Shape;1567;p21"/>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8" name="Google Shape;1568;p21"/>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69" name="Google Shape;1569;p21"/>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0" name="Google Shape;1570;p21"/>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1" name="Google Shape;1571;p21"/>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2" name="Google Shape;1572;p21"/>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3" name="Google Shape;1573;p21"/>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4" name="Google Shape;1574;p21"/>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5" name="Google Shape;1575;p21"/>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6" name="Google Shape;1576;p21"/>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7" name="Google Shape;1577;p21"/>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8" name="Google Shape;1578;p21"/>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79" name="Google Shape;1579;p21"/>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80" name="Google Shape;1580;p21"/>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81" name="Google Shape;1581;p21"/>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82" name="Google Shape;1582;p21"/>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83" name="Google Shape;1583;p21"/>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84" name="Google Shape;1584;p21"/>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85" name="Google Shape;1585;p21"/>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86" name="Google Shape;1586;p21"/>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87" name="Google Shape;1587;p21"/>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588" name="Google Shape;1588;p21"/>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1589" name="Google Shape;1589;p21"/>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1"/>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1"/>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1"/>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1"/>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1"/>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95" name="Google Shape;1595;p21"/>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1596" name="Google Shape;1596;p21"/>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1597" name="Google Shape;1597;p21"/>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98" name="Google Shape;1598;p21"/>
          <p:cNvSpPr txBox="1"/>
          <p:nvPr>
            <p:ph hasCustomPrompt="1" idx="2" type="title"/>
          </p:nvPr>
        </p:nvSpPr>
        <p:spPr>
          <a:xfrm>
            <a:off x="1424729" y="1375850"/>
            <a:ext cx="1518300" cy="743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99" name="Google Shape;1599;p21"/>
          <p:cNvSpPr txBox="1"/>
          <p:nvPr>
            <p:ph idx="1" type="subTitle"/>
          </p:nvPr>
        </p:nvSpPr>
        <p:spPr>
          <a:xfrm>
            <a:off x="3175475" y="1375850"/>
            <a:ext cx="4543800" cy="743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00" name="Google Shape;1600;p21"/>
          <p:cNvSpPr txBox="1"/>
          <p:nvPr>
            <p:ph hasCustomPrompt="1" idx="3" type="title"/>
          </p:nvPr>
        </p:nvSpPr>
        <p:spPr>
          <a:xfrm>
            <a:off x="1424729" y="2522975"/>
            <a:ext cx="1518300" cy="743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01" name="Google Shape;1601;p21"/>
          <p:cNvSpPr txBox="1"/>
          <p:nvPr>
            <p:ph idx="4" type="subTitle"/>
          </p:nvPr>
        </p:nvSpPr>
        <p:spPr>
          <a:xfrm>
            <a:off x="3175475" y="2522975"/>
            <a:ext cx="4543800" cy="743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02" name="Google Shape;1602;p21"/>
          <p:cNvSpPr txBox="1"/>
          <p:nvPr>
            <p:ph hasCustomPrompt="1" idx="5" type="title"/>
          </p:nvPr>
        </p:nvSpPr>
        <p:spPr>
          <a:xfrm>
            <a:off x="1424729" y="3670100"/>
            <a:ext cx="1518300" cy="743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03" name="Google Shape;1603;p21"/>
          <p:cNvSpPr txBox="1"/>
          <p:nvPr>
            <p:ph idx="6" type="subTitle"/>
          </p:nvPr>
        </p:nvSpPr>
        <p:spPr>
          <a:xfrm>
            <a:off x="3175475" y="3670100"/>
            <a:ext cx="4543800" cy="743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604" name="Shape 1604"/>
        <p:cNvGrpSpPr/>
        <p:nvPr/>
      </p:nvGrpSpPr>
      <p:grpSpPr>
        <a:xfrm>
          <a:off x="0" y="0"/>
          <a:ext cx="0" cy="0"/>
          <a:chOff x="0" y="0"/>
          <a:chExt cx="0" cy="0"/>
        </a:xfrm>
      </p:grpSpPr>
      <p:grpSp>
        <p:nvGrpSpPr>
          <p:cNvPr id="1605" name="Google Shape;1605;p22"/>
          <p:cNvGrpSpPr/>
          <p:nvPr/>
        </p:nvGrpSpPr>
        <p:grpSpPr>
          <a:xfrm>
            <a:off x="-92988" y="-84850"/>
            <a:ext cx="9353597" cy="5313300"/>
            <a:chOff x="-92988" y="-84850"/>
            <a:chExt cx="9353597" cy="5313300"/>
          </a:xfrm>
        </p:grpSpPr>
        <p:grpSp>
          <p:nvGrpSpPr>
            <p:cNvPr id="1606" name="Google Shape;1606;p22"/>
            <p:cNvGrpSpPr/>
            <p:nvPr/>
          </p:nvGrpSpPr>
          <p:grpSpPr>
            <a:xfrm>
              <a:off x="-92988" y="-52925"/>
              <a:ext cx="9353597" cy="5238750"/>
              <a:chOff x="-721775" y="-52925"/>
              <a:chExt cx="10611000" cy="5238750"/>
            </a:xfrm>
          </p:grpSpPr>
          <p:cxnSp>
            <p:nvCxnSpPr>
              <p:cNvPr id="1607" name="Google Shape;1607;p22"/>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08" name="Google Shape;1608;p22"/>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09" name="Google Shape;1609;p22"/>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10" name="Google Shape;1610;p22"/>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11" name="Google Shape;1611;p22"/>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12" name="Google Shape;1612;p22"/>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13" name="Google Shape;1613;p22"/>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14" name="Google Shape;1614;p22"/>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15" name="Google Shape;1615;p22"/>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16" name="Google Shape;1616;p22"/>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17" name="Google Shape;1617;p22"/>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18" name="Google Shape;1618;p22"/>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19" name="Google Shape;1619;p22"/>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20" name="Google Shape;1620;p22"/>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21" name="Google Shape;1621;p22"/>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22" name="Google Shape;1622;p22"/>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23" name="Google Shape;1623;p22"/>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24" name="Google Shape;1624;p22"/>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25" name="Google Shape;1625;p22"/>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26" name="Google Shape;1626;p22"/>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27" name="Google Shape;1627;p22"/>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28" name="Google Shape;1628;p22"/>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29" name="Google Shape;1629;p22"/>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30" name="Google Shape;1630;p22"/>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31" name="Google Shape;1631;p22"/>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32" name="Google Shape;1632;p22"/>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1633" name="Google Shape;1633;p22"/>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34" name="Google Shape;1634;p22"/>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35" name="Google Shape;1635;p22"/>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36" name="Google Shape;1636;p22"/>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37" name="Google Shape;1637;p22"/>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38" name="Google Shape;1638;p22"/>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39" name="Google Shape;1639;p22"/>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0" name="Google Shape;1640;p22"/>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1" name="Google Shape;1641;p22"/>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2" name="Google Shape;1642;p22"/>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3" name="Google Shape;1643;p22"/>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4" name="Google Shape;1644;p22"/>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5" name="Google Shape;1645;p22"/>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6" name="Google Shape;1646;p22"/>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7" name="Google Shape;1647;p22"/>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8" name="Google Shape;1648;p22"/>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49" name="Google Shape;1649;p22"/>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0" name="Google Shape;1650;p22"/>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1" name="Google Shape;1651;p22"/>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2" name="Google Shape;1652;p22"/>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3" name="Google Shape;1653;p22"/>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4" name="Google Shape;1654;p22"/>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5" name="Google Shape;1655;p22"/>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6" name="Google Shape;1656;p22"/>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7" name="Google Shape;1657;p22"/>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8" name="Google Shape;1658;p22"/>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59" name="Google Shape;1659;p22"/>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0" name="Google Shape;1660;p22"/>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1" name="Google Shape;1661;p22"/>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2" name="Google Shape;1662;p22"/>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3" name="Google Shape;1663;p22"/>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4" name="Google Shape;1664;p22"/>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5" name="Google Shape;1665;p22"/>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6" name="Google Shape;1666;p22"/>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7" name="Google Shape;1667;p22"/>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8" name="Google Shape;1668;p22"/>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69" name="Google Shape;1669;p22"/>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0" name="Google Shape;1670;p22"/>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1" name="Google Shape;1671;p22"/>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2" name="Google Shape;1672;p22"/>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3" name="Google Shape;1673;p22"/>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4" name="Google Shape;1674;p22"/>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5" name="Google Shape;1675;p22"/>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6" name="Google Shape;1676;p22"/>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7" name="Google Shape;1677;p22"/>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8" name="Google Shape;1678;p22"/>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79" name="Google Shape;1679;p22"/>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80" name="Google Shape;1680;p22"/>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681" name="Google Shape;1681;p22"/>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1682" name="Google Shape;1682;p22"/>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2"/>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2"/>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2"/>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2"/>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2"/>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88" name="Google Shape;1688;p22"/>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1689" name="Google Shape;1689;p22"/>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
        <p:nvSpPr>
          <p:cNvPr id="1690" name="Google Shape;1690;p22"/>
          <p:cNvSpPr txBox="1"/>
          <p:nvPr>
            <p:ph type="title"/>
          </p:nvPr>
        </p:nvSpPr>
        <p:spPr>
          <a:xfrm>
            <a:off x="2177175" y="540000"/>
            <a:ext cx="47895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91" name="Google Shape;1691;p22"/>
          <p:cNvSpPr txBox="1"/>
          <p:nvPr>
            <p:ph idx="1" type="subTitle"/>
          </p:nvPr>
        </p:nvSpPr>
        <p:spPr>
          <a:xfrm>
            <a:off x="2347900" y="1689050"/>
            <a:ext cx="4448100" cy="123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92" name="Google Shape;1692;p22"/>
          <p:cNvSpPr txBox="1"/>
          <p:nvPr/>
        </p:nvSpPr>
        <p:spPr>
          <a:xfrm>
            <a:off x="2099100" y="3611950"/>
            <a:ext cx="4945800" cy="6750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200">
                <a:solidFill>
                  <a:schemeClr val="dk1"/>
                </a:solidFill>
                <a:latin typeface="Albert Sans Medium"/>
                <a:ea typeface="Albert Sans Medium"/>
                <a:cs typeface="Albert Sans Medium"/>
                <a:sym typeface="Albert Sans Medium"/>
              </a:rPr>
              <a:t>CREDITS: This template has been created by </a:t>
            </a:r>
            <a:r>
              <a:rPr b="1" lang="en" sz="1200" u="sng">
                <a:solidFill>
                  <a:schemeClr val="hlink"/>
                </a:solidFill>
                <a:latin typeface="Albert Sans"/>
                <a:ea typeface="Albert Sans"/>
                <a:cs typeface="Albert Sans"/>
                <a:sym typeface="Albert Sans"/>
                <a:hlinkClick r:id="rId2"/>
              </a:rPr>
              <a:t>Slidesgo</a:t>
            </a:r>
            <a:r>
              <a:rPr lang="en" sz="1200">
                <a:solidFill>
                  <a:schemeClr val="dk1"/>
                </a:solidFill>
                <a:latin typeface="Albert Sans Medium"/>
                <a:ea typeface="Albert Sans Medium"/>
                <a:cs typeface="Albert Sans Medium"/>
                <a:sym typeface="Albert Sans Medium"/>
              </a:rPr>
              <a:t>, and includes icons by </a:t>
            </a:r>
            <a:r>
              <a:rPr b="1" lang="en" sz="1200" u="sng">
                <a:solidFill>
                  <a:schemeClr val="hlink"/>
                </a:solidFill>
                <a:latin typeface="Albert Sans"/>
                <a:ea typeface="Albert Sans"/>
                <a:cs typeface="Albert Sans"/>
                <a:sym typeface="Albert Sans"/>
                <a:hlinkClick r:id="rId3"/>
              </a:rPr>
              <a:t>Flaticon</a:t>
            </a:r>
            <a:r>
              <a:rPr lang="en" sz="1200">
                <a:solidFill>
                  <a:schemeClr val="dk1"/>
                </a:solidFill>
                <a:latin typeface="Albert Sans Medium"/>
                <a:ea typeface="Albert Sans Medium"/>
                <a:cs typeface="Albert Sans Medium"/>
                <a:sym typeface="Albert Sans Medium"/>
              </a:rPr>
              <a:t>, infographics &amp; images by </a:t>
            </a:r>
            <a:r>
              <a:rPr b="1" lang="en" sz="1200" u="sng">
                <a:solidFill>
                  <a:schemeClr val="hlink"/>
                </a:solidFill>
                <a:latin typeface="Albert Sans"/>
                <a:ea typeface="Albert Sans"/>
                <a:cs typeface="Albert Sans"/>
                <a:sym typeface="Albert Sans"/>
                <a:hlinkClick r:id="rId4"/>
              </a:rPr>
              <a:t>Freepik</a:t>
            </a:r>
            <a:r>
              <a:rPr b="1" lang="en" sz="1200">
                <a:latin typeface="Albert Sans"/>
                <a:ea typeface="Albert Sans"/>
                <a:cs typeface="Albert Sans"/>
                <a:sym typeface="Albert Sans"/>
              </a:rPr>
              <a:t> </a:t>
            </a:r>
            <a:r>
              <a:rPr lang="en" sz="1200">
                <a:solidFill>
                  <a:schemeClr val="dk1"/>
                </a:solidFill>
                <a:latin typeface="Albert Sans Medium"/>
                <a:ea typeface="Albert Sans Medium"/>
                <a:cs typeface="Albert Sans Medium"/>
                <a:sym typeface="Albert Sans Medium"/>
              </a:rPr>
              <a:t>and content by </a:t>
            </a:r>
            <a:r>
              <a:rPr b="1" lang="en" sz="1200">
                <a:solidFill>
                  <a:schemeClr val="dk1"/>
                </a:solidFill>
                <a:latin typeface="Albert Sans"/>
                <a:ea typeface="Albert Sans"/>
                <a:cs typeface="Albert Sans"/>
                <a:sym typeface="Albert Sans"/>
              </a:rPr>
              <a:t>Eliana Delacour</a:t>
            </a:r>
            <a:endParaRPr b="1" sz="1200">
              <a:solidFill>
                <a:schemeClr val="dk1"/>
              </a:solidFill>
              <a:latin typeface="Albert Sans"/>
              <a:ea typeface="Albert Sans"/>
              <a:cs typeface="Albert Sans"/>
              <a:sym typeface="Albert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693" name="Shape 1693"/>
        <p:cNvGrpSpPr/>
        <p:nvPr/>
      </p:nvGrpSpPr>
      <p:grpSpPr>
        <a:xfrm>
          <a:off x="0" y="0"/>
          <a:ext cx="0" cy="0"/>
          <a:chOff x="0" y="0"/>
          <a:chExt cx="0" cy="0"/>
        </a:xfrm>
      </p:grpSpPr>
      <p:grpSp>
        <p:nvGrpSpPr>
          <p:cNvPr id="1694" name="Google Shape;1694;p23"/>
          <p:cNvGrpSpPr/>
          <p:nvPr/>
        </p:nvGrpSpPr>
        <p:grpSpPr>
          <a:xfrm>
            <a:off x="-92988" y="-84850"/>
            <a:ext cx="9353597" cy="5313300"/>
            <a:chOff x="-92988" y="-84850"/>
            <a:chExt cx="9353597" cy="5313300"/>
          </a:xfrm>
        </p:grpSpPr>
        <p:grpSp>
          <p:nvGrpSpPr>
            <p:cNvPr id="1695" name="Google Shape;1695;p23"/>
            <p:cNvGrpSpPr/>
            <p:nvPr/>
          </p:nvGrpSpPr>
          <p:grpSpPr>
            <a:xfrm>
              <a:off x="-92988" y="-52925"/>
              <a:ext cx="9353597" cy="5238750"/>
              <a:chOff x="-721775" y="-52925"/>
              <a:chExt cx="10611000" cy="5238750"/>
            </a:xfrm>
          </p:grpSpPr>
          <p:cxnSp>
            <p:nvCxnSpPr>
              <p:cNvPr id="1696" name="Google Shape;1696;p23"/>
              <p:cNvCxnSpPr/>
              <p:nvPr/>
            </p:nvCxnSpPr>
            <p:spPr>
              <a:xfrm>
                <a:off x="-721775" y="-52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97" name="Google Shape;1697;p23"/>
              <p:cNvCxnSpPr/>
              <p:nvPr/>
            </p:nvCxnSpPr>
            <p:spPr>
              <a:xfrm>
                <a:off x="-721775" y="156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98" name="Google Shape;1698;p23"/>
              <p:cNvCxnSpPr/>
              <p:nvPr/>
            </p:nvCxnSpPr>
            <p:spPr>
              <a:xfrm>
                <a:off x="-721775" y="366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699" name="Google Shape;1699;p23"/>
              <p:cNvCxnSpPr/>
              <p:nvPr/>
            </p:nvCxnSpPr>
            <p:spPr>
              <a:xfrm>
                <a:off x="-721775" y="575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00" name="Google Shape;1700;p23"/>
              <p:cNvCxnSpPr/>
              <p:nvPr/>
            </p:nvCxnSpPr>
            <p:spPr>
              <a:xfrm>
                <a:off x="-721775" y="785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01" name="Google Shape;1701;p23"/>
              <p:cNvCxnSpPr/>
              <p:nvPr/>
            </p:nvCxnSpPr>
            <p:spPr>
              <a:xfrm>
                <a:off x="-721775" y="9948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02" name="Google Shape;1702;p23"/>
              <p:cNvCxnSpPr/>
              <p:nvPr/>
            </p:nvCxnSpPr>
            <p:spPr>
              <a:xfrm>
                <a:off x="-721775" y="12043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03" name="Google Shape;1703;p23"/>
              <p:cNvCxnSpPr/>
              <p:nvPr/>
            </p:nvCxnSpPr>
            <p:spPr>
              <a:xfrm>
                <a:off x="-721775" y="14139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04" name="Google Shape;1704;p23"/>
              <p:cNvCxnSpPr/>
              <p:nvPr/>
            </p:nvCxnSpPr>
            <p:spPr>
              <a:xfrm>
                <a:off x="-721775" y="16234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05" name="Google Shape;1705;p23"/>
              <p:cNvCxnSpPr/>
              <p:nvPr/>
            </p:nvCxnSpPr>
            <p:spPr>
              <a:xfrm>
                <a:off x="-721775" y="18330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06" name="Google Shape;1706;p23"/>
              <p:cNvCxnSpPr/>
              <p:nvPr/>
            </p:nvCxnSpPr>
            <p:spPr>
              <a:xfrm>
                <a:off x="-721775" y="20425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07" name="Google Shape;1707;p23"/>
              <p:cNvCxnSpPr/>
              <p:nvPr/>
            </p:nvCxnSpPr>
            <p:spPr>
              <a:xfrm>
                <a:off x="-721775" y="22521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08" name="Google Shape;1708;p23"/>
              <p:cNvCxnSpPr/>
              <p:nvPr/>
            </p:nvCxnSpPr>
            <p:spPr>
              <a:xfrm>
                <a:off x="-721775" y="24616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09" name="Google Shape;1709;p23"/>
              <p:cNvCxnSpPr/>
              <p:nvPr/>
            </p:nvCxnSpPr>
            <p:spPr>
              <a:xfrm>
                <a:off x="-721775" y="26712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10" name="Google Shape;1710;p23"/>
              <p:cNvCxnSpPr/>
              <p:nvPr/>
            </p:nvCxnSpPr>
            <p:spPr>
              <a:xfrm>
                <a:off x="-721775" y="28807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11" name="Google Shape;1711;p23"/>
              <p:cNvCxnSpPr/>
              <p:nvPr/>
            </p:nvCxnSpPr>
            <p:spPr>
              <a:xfrm>
                <a:off x="-721775" y="30903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12" name="Google Shape;1712;p23"/>
              <p:cNvCxnSpPr/>
              <p:nvPr/>
            </p:nvCxnSpPr>
            <p:spPr>
              <a:xfrm>
                <a:off x="-721775" y="32998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13" name="Google Shape;1713;p23"/>
              <p:cNvCxnSpPr/>
              <p:nvPr/>
            </p:nvCxnSpPr>
            <p:spPr>
              <a:xfrm>
                <a:off x="-721775" y="35094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14" name="Google Shape;1714;p23"/>
              <p:cNvCxnSpPr/>
              <p:nvPr/>
            </p:nvCxnSpPr>
            <p:spPr>
              <a:xfrm>
                <a:off x="-721775" y="37189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15" name="Google Shape;1715;p23"/>
              <p:cNvCxnSpPr/>
              <p:nvPr/>
            </p:nvCxnSpPr>
            <p:spPr>
              <a:xfrm>
                <a:off x="-721775" y="39285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16" name="Google Shape;1716;p23"/>
              <p:cNvCxnSpPr/>
              <p:nvPr/>
            </p:nvCxnSpPr>
            <p:spPr>
              <a:xfrm>
                <a:off x="-721775" y="41380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17" name="Google Shape;1717;p23"/>
              <p:cNvCxnSpPr/>
              <p:nvPr/>
            </p:nvCxnSpPr>
            <p:spPr>
              <a:xfrm>
                <a:off x="-721775" y="43476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18" name="Google Shape;1718;p23"/>
              <p:cNvCxnSpPr/>
              <p:nvPr/>
            </p:nvCxnSpPr>
            <p:spPr>
              <a:xfrm>
                <a:off x="-721775" y="45571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19" name="Google Shape;1719;p23"/>
              <p:cNvCxnSpPr/>
              <p:nvPr/>
            </p:nvCxnSpPr>
            <p:spPr>
              <a:xfrm>
                <a:off x="-721775" y="476672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20" name="Google Shape;1720;p23"/>
              <p:cNvCxnSpPr/>
              <p:nvPr/>
            </p:nvCxnSpPr>
            <p:spPr>
              <a:xfrm>
                <a:off x="-721775" y="4976275"/>
                <a:ext cx="10611000" cy="0"/>
              </a:xfrm>
              <a:prstGeom prst="straightConnector1">
                <a:avLst/>
              </a:prstGeom>
              <a:noFill/>
              <a:ln cap="flat" cmpd="sng" w="9525">
                <a:solidFill>
                  <a:schemeClr val="accent1"/>
                </a:solidFill>
                <a:prstDash val="solid"/>
                <a:round/>
                <a:headEnd len="med" w="med" type="none"/>
                <a:tailEnd len="med" w="med" type="none"/>
              </a:ln>
            </p:spPr>
          </p:cxnSp>
          <p:cxnSp>
            <p:nvCxnSpPr>
              <p:cNvPr id="1721" name="Google Shape;1721;p23"/>
              <p:cNvCxnSpPr/>
              <p:nvPr/>
            </p:nvCxnSpPr>
            <p:spPr>
              <a:xfrm>
                <a:off x="-721775" y="5185825"/>
                <a:ext cx="10611000" cy="0"/>
              </a:xfrm>
              <a:prstGeom prst="straightConnector1">
                <a:avLst/>
              </a:prstGeom>
              <a:noFill/>
              <a:ln cap="flat" cmpd="sng" w="9525">
                <a:solidFill>
                  <a:schemeClr val="accent1"/>
                </a:solidFill>
                <a:prstDash val="solid"/>
                <a:round/>
                <a:headEnd len="med" w="med" type="none"/>
                <a:tailEnd len="med" w="med" type="none"/>
              </a:ln>
            </p:spPr>
          </p:cxnSp>
        </p:grpSp>
        <p:cxnSp>
          <p:nvCxnSpPr>
            <p:cNvPr id="1722" name="Google Shape;1722;p23"/>
            <p:cNvCxnSpPr/>
            <p:nvPr/>
          </p:nvCxnSpPr>
          <p:spPr>
            <a:xfrm>
              <a:off x="-2337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23" name="Google Shape;1723;p23"/>
            <p:cNvCxnSpPr/>
            <p:nvPr/>
          </p:nvCxnSpPr>
          <p:spPr>
            <a:xfrm>
              <a:off x="16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24" name="Google Shape;1724;p23"/>
            <p:cNvCxnSpPr/>
            <p:nvPr/>
          </p:nvCxnSpPr>
          <p:spPr>
            <a:xfrm>
              <a:off x="35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25" name="Google Shape;1725;p23"/>
            <p:cNvCxnSpPr/>
            <p:nvPr/>
          </p:nvCxnSpPr>
          <p:spPr>
            <a:xfrm>
              <a:off x="54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26" name="Google Shape;1726;p23"/>
            <p:cNvCxnSpPr/>
            <p:nvPr/>
          </p:nvCxnSpPr>
          <p:spPr>
            <a:xfrm>
              <a:off x="73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27" name="Google Shape;1727;p23"/>
            <p:cNvCxnSpPr/>
            <p:nvPr/>
          </p:nvCxnSpPr>
          <p:spPr>
            <a:xfrm>
              <a:off x="92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28" name="Google Shape;1728;p23"/>
            <p:cNvCxnSpPr/>
            <p:nvPr/>
          </p:nvCxnSpPr>
          <p:spPr>
            <a:xfrm>
              <a:off x="111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29" name="Google Shape;1729;p23"/>
            <p:cNvCxnSpPr/>
            <p:nvPr/>
          </p:nvCxnSpPr>
          <p:spPr>
            <a:xfrm>
              <a:off x="131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30" name="Google Shape;1730;p23"/>
            <p:cNvCxnSpPr/>
            <p:nvPr/>
          </p:nvCxnSpPr>
          <p:spPr>
            <a:xfrm>
              <a:off x="150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31" name="Google Shape;1731;p23"/>
            <p:cNvCxnSpPr/>
            <p:nvPr/>
          </p:nvCxnSpPr>
          <p:spPr>
            <a:xfrm>
              <a:off x="169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32" name="Google Shape;1732;p23"/>
            <p:cNvCxnSpPr/>
            <p:nvPr/>
          </p:nvCxnSpPr>
          <p:spPr>
            <a:xfrm>
              <a:off x="188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33" name="Google Shape;1733;p23"/>
            <p:cNvCxnSpPr/>
            <p:nvPr/>
          </p:nvCxnSpPr>
          <p:spPr>
            <a:xfrm>
              <a:off x="207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34" name="Google Shape;1734;p23"/>
            <p:cNvCxnSpPr/>
            <p:nvPr/>
          </p:nvCxnSpPr>
          <p:spPr>
            <a:xfrm>
              <a:off x="226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35" name="Google Shape;1735;p23"/>
            <p:cNvCxnSpPr/>
            <p:nvPr/>
          </p:nvCxnSpPr>
          <p:spPr>
            <a:xfrm>
              <a:off x="245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36" name="Google Shape;1736;p23"/>
            <p:cNvCxnSpPr/>
            <p:nvPr/>
          </p:nvCxnSpPr>
          <p:spPr>
            <a:xfrm>
              <a:off x="264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37" name="Google Shape;1737;p23"/>
            <p:cNvCxnSpPr/>
            <p:nvPr/>
          </p:nvCxnSpPr>
          <p:spPr>
            <a:xfrm>
              <a:off x="283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38" name="Google Shape;1738;p23"/>
            <p:cNvCxnSpPr/>
            <p:nvPr/>
          </p:nvCxnSpPr>
          <p:spPr>
            <a:xfrm>
              <a:off x="302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39" name="Google Shape;1739;p23"/>
            <p:cNvCxnSpPr/>
            <p:nvPr/>
          </p:nvCxnSpPr>
          <p:spPr>
            <a:xfrm>
              <a:off x="321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40" name="Google Shape;1740;p23"/>
            <p:cNvCxnSpPr/>
            <p:nvPr/>
          </p:nvCxnSpPr>
          <p:spPr>
            <a:xfrm>
              <a:off x="340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41" name="Google Shape;1741;p23"/>
            <p:cNvCxnSpPr/>
            <p:nvPr/>
          </p:nvCxnSpPr>
          <p:spPr>
            <a:xfrm>
              <a:off x="359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42" name="Google Shape;1742;p23"/>
            <p:cNvCxnSpPr/>
            <p:nvPr/>
          </p:nvCxnSpPr>
          <p:spPr>
            <a:xfrm>
              <a:off x="378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43" name="Google Shape;1743;p23"/>
            <p:cNvCxnSpPr/>
            <p:nvPr/>
          </p:nvCxnSpPr>
          <p:spPr>
            <a:xfrm>
              <a:off x="397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44" name="Google Shape;1744;p23"/>
            <p:cNvCxnSpPr/>
            <p:nvPr/>
          </p:nvCxnSpPr>
          <p:spPr>
            <a:xfrm>
              <a:off x="416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45" name="Google Shape;1745;p23"/>
            <p:cNvCxnSpPr/>
            <p:nvPr/>
          </p:nvCxnSpPr>
          <p:spPr>
            <a:xfrm>
              <a:off x="435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46" name="Google Shape;1746;p23"/>
            <p:cNvCxnSpPr/>
            <p:nvPr/>
          </p:nvCxnSpPr>
          <p:spPr>
            <a:xfrm>
              <a:off x="454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47" name="Google Shape;1747;p23"/>
            <p:cNvCxnSpPr/>
            <p:nvPr/>
          </p:nvCxnSpPr>
          <p:spPr>
            <a:xfrm>
              <a:off x="473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48" name="Google Shape;1748;p23"/>
            <p:cNvCxnSpPr/>
            <p:nvPr/>
          </p:nvCxnSpPr>
          <p:spPr>
            <a:xfrm>
              <a:off x="492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49" name="Google Shape;1749;p23"/>
            <p:cNvCxnSpPr/>
            <p:nvPr/>
          </p:nvCxnSpPr>
          <p:spPr>
            <a:xfrm>
              <a:off x="512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50" name="Google Shape;1750;p23"/>
            <p:cNvCxnSpPr/>
            <p:nvPr/>
          </p:nvCxnSpPr>
          <p:spPr>
            <a:xfrm>
              <a:off x="5310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51" name="Google Shape;1751;p23"/>
            <p:cNvCxnSpPr/>
            <p:nvPr/>
          </p:nvCxnSpPr>
          <p:spPr>
            <a:xfrm>
              <a:off x="5501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52" name="Google Shape;1752;p23"/>
            <p:cNvCxnSpPr/>
            <p:nvPr/>
          </p:nvCxnSpPr>
          <p:spPr>
            <a:xfrm>
              <a:off x="5691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53" name="Google Shape;1753;p23"/>
            <p:cNvCxnSpPr/>
            <p:nvPr/>
          </p:nvCxnSpPr>
          <p:spPr>
            <a:xfrm>
              <a:off x="5882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54" name="Google Shape;1754;p23"/>
            <p:cNvCxnSpPr/>
            <p:nvPr/>
          </p:nvCxnSpPr>
          <p:spPr>
            <a:xfrm>
              <a:off x="6072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55" name="Google Shape;1755;p23"/>
            <p:cNvCxnSpPr/>
            <p:nvPr/>
          </p:nvCxnSpPr>
          <p:spPr>
            <a:xfrm>
              <a:off x="6263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56" name="Google Shape;1756;p23"/>
            <p:cNvCxnSpPr/>
            <p:nvPr/>
          </p:nvCxnSpPr>
          <p:spPr>
            <a:xfrm>
              <a:off x="6453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57" name="Google Shape;1757;p23"/>
            <p:cNvCxnSpPr/>
            <p:nvPr/>
          </p:nvCxnSpPr>
          <p:spPr>
            <a:xfrm>
              <a:off x="6644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58" name="Google Shape;1758;p23"/>
            <p:cNvCxnSpPr/>
            <p:nvPr/>
          </p:nvCxnSpPr>
          <p:spPr>
            <a:xfrm>
              <a:off x="6834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59" name="Google Shape;1759;p23"/>
            <p:cNvCxnSpPr/>
            <p:nvPr/>
          </p:nvCxnSpPr>
          <p:spPr>
            <a:xfrm>
              <a:off x="7025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60" name="Google Shape;1760;p23"/>
            <p:cNvCxnSpPr/>
            <p:nvPr/>
          </p:nvCxnSpPr>
          <p:spPr>
            <a:xfrm>
              <a:off x="7215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61" name="Google Shape;1761;p23"/>
            <p:cNvCxnSpPr/>
            <p:nvPr/>
          </p:nvCxnSpPr>
          <p:spPr>
            <a:xfrm>
              <a:off x="7406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62" name="Google Shape;1762;p23"/>
            <p:cNvCxnSpPr/>
            <p:nvPr/>
          </p:nvCxnSpPr>
          <p:spPr>
            <a:xfrm>
              <a:off x="7596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63" name="Google Shape;1763;p23"/>
            <p:cNvCxnSpPr/>
            <p:nvPr/>
          </p:nvCxnSpPr>
          <p:spPr>
            <a:xfrm>
              <a:off x="7787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64" name="Google Shape;1764;p23"/>
            <p:cNvCxnSpPr/>
            <p:nvPr/>
          </p:nvCxnSpPr>
          <p:spPr>
            <a:xfrm>
              <a:off x="7977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65" name="Google Shape;1765;p23"/>
            <p:cNvCxnSpPr/>
            <p:nvPr/>
          </p:nvCxnSpPr>
          <p:spPr>
            <a:xfrm>
              <a:off x="8168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66" name="Google Shape;1766;p23"/>
            <p:cNvCxnSpPr/>
            <p:nvPr/>
          </p:nvCxnSpPr>
          <p:spPr>
            <a:xfrm>
              <a:off x="8358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67" name="Google Shape;1767;p23"/>
            <p:cNvCxnSpPr/>
            <p:nvPr/>
          </p:nvCxnSpPr>
          <p:spPr>
            <a:xfrm>
              <a:off x="8549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68" name="Google Shape;1768;p23"/>
            <p:cNvCxnSpPr/>
            <p:nvPr/>
          </p:nvCxnSpPr>
          <p:spPr>
            <a:xfrm>
              <a:off x="87396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69" name="Google Shape;1769;p23"/>
            <p:cNvCxnSpPr/>
            <p:nvPr/>
          </p:nvCxnSpPr>
          <p:spPr>
            <a:xfrm>
              <a:off x="8930125" y="-84850"/>
              <a:ext cx="0" cy="5313300"/>
            </a:xfrm>
            <a:prstGeom prst="straightConnector1">
              <a:avLst/>
            </a:prstGeom>
            <a:noFill/>
            <a:ln cap="flat" cmpd="sng" w="9525">
              <a:solidFill>
                <a:schemeClr val="accent1"/>
              </a:solidFill>
              <a:prstDash val="solid"/>
              <a:round/>
              <a:headEnd len="med" w="med" type="none"/>
              <a:tailEnd len="med" w="med" type="none"/>
            </a:ln>
          </p:spPr>
        </p:cxnSp>
        <p:cxnSp>
          <p:nvCxnSpPr>
            <p:cNvPr id="1770" name="Google Shape;1770;p23"/>
            <p:cNvCxnSpPr/>
            <p:nvPr/>
          </p:nvCxnSpPr>
          <p:spPr>
            <a:xfrm>
              <a:off x="9120625" y="-84850"/>
              <a:ext cx="0" cy="5313300"/>
            </a:xfrm>
            <a:prstGeom prst="straightConnector1">
              <a:avLst/>
            </a:prstGeom>
            <a:noFill/>
            <a:ln cap="flat" cmpd="sng" w="9525">
              <a:solidFill>
                <a:schemeClr val="accent1"/>
              </a:solidFill>
              <a:prstDash val="solid"/>
              <a:round/>
              <a:headEnd len="med" w="med" type="none"/>
              <a:tailEnd len="med" w="med" type="none"/>
            </a:ln>
          </p:spPr>
        </p:cxnSp>
        <p:sp>
          <p:nvSpPr>
            <p:cNvPr id="1771" name="Google Shape;1771;p23"/>
            <p:cNvSpPr/>
            <p:nvPr/>
          </p:nvSpPr>
          <p:spPr>
            <a:xfrm>
              <a:off x="80598" y="118431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3"/>
            <p:cNvSpPr/>
            <p:nvPr/>
          </p:nvSpPr>
          <p:spPr>
            <a:xfrm>
              <a:off x="80598" y="298889"/>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3"/>
            <p:cNvSpPr/>
            <p:nvPr/>
          </p:nvSpPr>
          <p:spPr>
            <a:xfrm>
              <a:off x="80598" y="472604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3"/>
            <p:cNvSpPr/>
            <p:nvPr/>
          </p:nvSpPr>
          <p:spPr>
            <a:xfrm>
              <a:off x="80598" y="3840611"/>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3"/>
            <p:cNvSpPr/>
            <p:nvPr/>
          </p:nvSpPr>
          <p:spPr>
            <a:xfrm>
              <a:off x="80598" y="295518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3"/>
            <p:cNvSpPr/>
            <p:nvPr/>
          </p:nvSpPr>
          <p:spPr>
            <a:xfrm>
              <a:off x="80598" y="2069750"/>
              <a:ext cx="118200" cy="118200"/>
            </a:xfrm>
            <a:prstGeom prst="ellipse">
              <a:avLst/>
            </a:prstGeom>
            <a:solidFill>
              <a:schemeClr val="dk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77" name="Google Shape;1777;p23"/>
            <p:cNvCxnSpPr/>
            <p:nvPr/>
          </p:nvCxnSpPr>
          <p:spPr>
            <a:xfrm>
              <a:off x="404680" y="2724"/>
              <a:ext cx="0" cy="5143200"/>
            </a:xfrm>
            <a:prstGeom prst="straightConnector1">
              <a:avLst/>
            </a:prstGeom>
            <a:noFill/>
            <a:ln cap="flat" cmpd="sng" w="19050">
              <a:solidFill>
                <a:schemeClr val="accent3"/>
              </a:solidFill>
              <a:prstDash val="solid"/>
              <a:round/>
              <a:headEnd len="med" w="med" type="none"/>
              <a:tailEnd len="med" w="med" type="none"/>
            </a:ln>
          </p:spPr>
        </p:cxnSp>
        <p:cxnSp>
          <p:nvCxnSpPr>
            <p:cNvPr id="1778" name="Google Shape;1778;p23"/>
            <p:cNvCxnSpPr/>
            <p:nvPr/>
          </p:nvCxnSpPr>
          <p:spPr>
            <a:xfrm>
              <a:off x="288445" y="2724"/>
              <a:ext cx="0" cy="5143200"/>
            </a:xfrm>
            <a:prstGeom prst="straightConnector1">
              <a:avLst/>
            </a:prstGeom>
            <a:noFill/>
            <a:ln cap="flat" cmpd="sng" w="19050">
              <a:solidFill>
                <a:schemeClr val="accent3"/>
              </a:solidFill>
              <a:prstDash val="solid"/>
              <a:round/>
              <a:headEnd len="med" w="med" type="none"/>
              <a:tailEnd len="med" w="med"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200"/>
              <a:buFont typeface="Epilogue"/>
              <a:buNone/>
              <a:defRPr b="1" sz="3200">
                <a:solidFill>
                  <a:schemeClr val="dk1"/>
                </a:solidFill>
                <a:latin typeface="Epilogue"/>
                <a:ea typeface="Epilogue"/>
                <a:cs typeface="Epilogue"/>
                <a:sym typeface="Epilogue"/>
              </a:defRPr>
            </a:lvl1pPr>
            <a:lvl2pPr lvl="1"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2pPr>
            <a:lvl3pPr lvl="2"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3pPr>
            <a:lvl4pPr lvl="3"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4pPr>
            <a:lvl5pPr lvl="4"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5pPr>
            <a:lvl6pPr lvl="5"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6pPr>
            <a:lvl7pPr lvl="6"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7pPr>
            <a:lvl8pPr lvl="7"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8pPr>
            <a:lvl9pPr lvl="8"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1pPr>
            <a:lvl2pPr indent="-317500" lvl="1" marL="9144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2pPr>
            <a:lvl3pPr indent="-317500" lvl="2" marL="13716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3pPr>
            <a:lvl4pPr indent="-317500" lvl="3" marL="18288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4pPr>
            <a:lvl5pPr indent="-317500" lvl="4" marL="22860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5pPr>
            <a:lvl6pPr indent="-317500" lvl="5" marL="27432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6pPr>
            <a:lvl7pPr indent="-317500" lvl="6" marL="32004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7pPr>
            <a:lvl8pPr indent="-317500" lvl="7" marL="36576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8pPr>
            <a:lvl9pPr indent="-317500" lvl="8" marL="4114800">
              <a:lnSpc>
                <a:spcPct val="115000"/>
              </a:lnSpc>
              <a:spcBef>
                <a:spcPts val="0"/>
              </a:spcBef>
              <a:spcAft>
                <a:spcPts val="0"/>
              </a:spcAft>
              <a:buClr>
                <a:schemeClr val="dk1"/>
              </a:buClr>
              <a:buSzPts val="1400"/>
              <a:buFont typeface="Albert Sans Medium"/>
              <a:buChar char="■"/>
              <a:defRPr>
                <a:solidFill>
                  <a:schemeClr val="dk1"/>
                </a:solidFill>
                <a:latin typeface="Albert Sans Medium"/>
                <a:ea typeface="Albert Sans Medium"/>
                <a:cs typeface="Albert Sans Medium"/>
                <a:sym typeface="Albert Sans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24"/>
          <p:cNvSpPr/>
          <p:nvPr/>
        </p:nvSpPr>
        <p:spPr>
          <a:xfrm>
            <a:off x="5408375" y="806125"/>
            <a:ext cx="3087900" cy="3096600"/>
          </a:xfrm>
          <a:prstGeom prst="roundRect">
            <a:avLst>
              <a:gd fmla="val 5382" name="adj"/>
            </a:avLst>
          </a:prstGeom>
          <a:solidFill>
            <a:schemeClr val="lt1"/>
          </a:solidFill>
          <a:ln>
            <a:noFill/>
          </a:ln>
          <a:effectLst>
            <a:outerShdw blurRad="57150" rotWithShape="0" algn="bl" dir="5400000" dist="28575">
              <a:srgbClr val="000000">
                <a:alpha val="19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84" name="Google Shape;1784;p24"/>
          <p:cNvGrpSpPr/>
          <p:nvPr/>
        </p:nvGrpSpPr>
        <p:grpSpPr>
          <a:xfrm>
            <a:off x="5695585" y="1121800"/>
            <a:ext cx="2430680" cy="2465249"/>
            <a:chOff x="2030526" y="263275"/>
            <a:chExt cx="5007582" cy="5078799"/>
          </a:xfrm>
        </p:grpSpPr>
        <p:sp>
          <p:nvSpPr>
            <p:cNvPr id="1785" name="Google Shape;1785;p24"/>
            <p:cNvSpPr/>
            <p:nvPr/>
          </p:nvSpPr>
          <p:spPr>
            <a:xfrm>
              <a:off x="4232743" y="2739758"/>
              <a:ext cx="869084" cy="1019340"/>
            </a:xfrm>
            <a:custGeom>
              <a:rect b="b" l="l" r="r" t="t"/>
              <a:pathLst>
                <a:path extrusionOk="0" h="6529" w="5049">
                  <a:moveTo>
                    <a:pt x="5048" y="1"/>
                  </a:moveTo>
                  <a:lnTo>
                    <a:pt x="2829" y="2089"/>
                  </a:lnTo>
                  <a:lnTo>
                    <a:pt x="0" y="5266"/>
                  </a:lnTo>
                  <a:lnTo>
                    <a:pt x="44" y="6528"/>
                  </a:lnTo>
                  <a:lnTo>
                    <a:pt x="2916" y="3243"/>
                  </a:lnTo>
                  <a:lnTo>
                    <a:pt x="4918" y="1284"/>
                  </a:lnTo>
                  <a:lnTo>
                    <a:pt x="504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4"/>
            <p:cNvSpPr/>
            <p:nvPr/>
          </p:nvSpPr>
          <p:spPr>
            <a:xfrm>
              <a:off x="2378915" y="3572070"/>
              <a:ext cx="1307155" cy="1110985"/>
            </a:xfrm>
            <a:custGeom>
              <a:rect b="b" l="l" r="r" t="t"/>
              <a:pathLst>
                <a:path extrusionOk="0" h="7116" w="7594">
                  <a:moveTo>
                    <a:pt x="0" y="0"/>
                  </a:moveTo>
                  <a:lnTo>
                    <a:pt x="0" y="2720"/>
                  </a:lnTo>
                  <a:lnTo>
                    <a:pt x="7594" y="7115"/>
                  </a:lnTo>
                  <a:lnTo>
                    <a:pt x="7594" y="7115"/>
                  </a:lnTo>
                  <a:lnTo>
                    <a:pt x="5962" y="346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4"/>
            <p:cNvSpPr/>
            <p:nvPr/>
          </p:nvSpPr>
          <p:spPr>
            <a:xfrm>
              <a:off x="5079101" y="2797525"/>
              <a:ext cx="914010" cy="859624"/>
            </a:xfrm>
            <a:custGeom>
              <a:rect b="b" l="l" r="r" t="t"/>
              <a:pathLst>
                <a:path extrusionOk="0" h="5506" w="5310">
                  <a:moveTo>
                    <a:pt x="3156" y="1"/>
                  </a:moveTo>
                  <a:lnTo>
                    <a:pt x="1" y="914"/>
                  </a:lnTo>
                  <a:lnTo>
                    <a:pt x="3286" y="5505"/>
                  </a:lnTo>
                  <a:lnTo>
                    <a:pt x="5310" y="4330"/>
                  </a:lnTo>
                  <a:lnTo>
                    <a:pt x="31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4"/>
            <p:cNvSpPr/>
            <p:nvPr/>
          </p:nvSpPr>
          <p:spPr>
            <a:xfrm>
              <a:off x="4734671" y="2940225"/>
              <a:ext cx="910223" cy="924104"/>
            </a:xfrm>
            <a:custGeom>
              <a:rect b="b" l="l" r="r" t="t"/>
              <a:pathLst>
                <a:path extrusionOk="0" h="5919" w="5288">
                  <a:moveTo>
                    <a:pt x="2002" y="0"/>
                  </a:moveTo>
                  <a:lnTo>
                    <a:pt x="0" y="1959"/>
                  </a:lnTo>
                  <a:lnTo>
                    <a:pt x="2981" y="5919"/>
                  </a:lnTo>
                  <a:lnTo>
                    <a:pt x="5287" y="4591"/>
                  </a:lnTo>
                  <a:lnTo>
                    <a:pt x="200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4"/>
            <p:cNvSpPr/>
            <p:nvPr/>
          </p:nvSpPr>
          <p:spPr>
            <a:xfrm>
              <a:off x="4240317" y="3245921"/>
              <a:ext cx="1007477" cy="1002323"/>
            </a:xfrm>
            <a:custGeom>
              <a:rect b="b" l="l" r="r" t="t"/>
              <a:pathLst>
                <a:path extrusionOk="0" h="6420" w="5853">
                  <a:moveTo>
                    <a:pt x="2872" y="1"/>
                  </a:moveTo>
                  <a:lnTo>
                    <a:pt x="0" y="3286"/>
                  </a:lnTo>
                  <a:lnTo>
                    <a:pt x="1610" y="6419"/>
                  </a:lnTo>
                  <a:lnTo>
                    <a:pt x="5853" y="3961"/>
                  </a:lnTo>
                  <a:lnTo>
                    <a:pt x="2872"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4"/>
            <p:cNvSpPr/>
            <p:nvPr/>
          </p:nvSpPr>
          <p:spPr>
            <a:xfrm>
              <a:off x="3539924" y="3758953"/>
              <a:ext cx="977698" cy="822154"/>
            </a:xfrm>
            <a:custGeom>
              <a:rect b="b" l="l" r="r" t="t"/>
              <a:pathLst>
                <a:path extrusionOk="0" h="5266" w="5680">
                  <a:moveTo>
                    <a:pt x="4069" y="0"/>
                  </a:moveTo>
                  <a:lnTo>
                    <a:pt x="0" y="1240"/>
                  </a:lnTo>
                  <a:lnTo>
                    <a:pt x="1980" y="5266"/>
                  </a:lnTo>
                  <a:lnTo>
                    <a:pt x="5679" y="3133"/>
                  </a:lnTo>
                  <a:lnTo>
                    <a:pt x="406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4"/>
            <p:cNvSpPr/>
            <p:nvPr/>
          </p:nvSpPr>
          <p:spPr>
            <a:xfrm>
              <a:off x="3404975" y="3952550"/>
              <a:ext cx="475939" cy="730509"/>
            </a:xfrm>
            <a:custGeom>
              <a:rect b="b" l="l" r="r" t="t"/>
              <a:pathLst>
                <a:path extrusionOk="0" h="4679" w="2765">
                  <a:moveTo>
                    <a:pt x="784" y="0"/>
                  </a:moveTo>
                  <a:lnTo>
                    <a:pt x="1" y="1023"/>
                  </a:lnTo>
                  <a:lnTo>
                    <a:pt x="1633" y="4678"/>
                  </a:lnTo>
                  <a:lnTo>
                    <a:pt x="2764" y="4026"/>
                  </a:lnTo>
                  <a:lnTo>
                    <a:pt x="78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4"/>
            <p:cNvSpPr/>
            <p:nvPr/>
          </p:nvSpPr>
          <p:spPr>
            <a:xfrm>
              <a:off x="5622168" y="2148662"/>
              <a:ext cx="745495" cy="1325033"/>
            </a:xfrm>
            <a:custGeom>
              <a:rect b="b" l="l" r="r" t="t"/>
              <a:pathLst>
                <a:path extrusionOk="0" h="8487" w="4331">
                  <a:moveTo>
                    <a:pt x="2699" y="1"/>
                  </a:moveTo>
                  <a:lnTo>
                    <a:pt x="1" y="4157"/>
                  </a:lnTo>
                  <a:lnTo>
                    <a:pt x="2155" y="8486"/>
                  </a:lnTo>
                  <a:lnTo>
                    <a:pt x="4331" y="7203"/>
                  </a:lnTo>
                  <a:lnTo>
                    <a:pt x="26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4"/>
            <p:cNvSpPr/>
            <p:nvPr/>
          </p:nvSpPr>
          <p:spPr>
            <a:xfrm>
              <a:off x="2378915" y="1078569"/>
              <a:ext cx="3707852" cy="2751703"/>
            </a:xfrm>
            <a:custGeom>
              <a:rect b="b" l="l" r="r" t="t"/>
              <a:pathLst>
                <a:path extrusionOk="0" h="17625" w="21541">
                  <a:moveTo>
                    <a:pt x="14883" y="1"/>
                  </a:moveTo>
                  <a:lnTo>
                    <a:pt x="0" y="8595"/>
                  </a:lnTo>
                  <a:lnTo>
                    <a:pt x="0" y="13621"/>
                  </a:lnTo>
                  <a:lnTo>
                    <a:pt x="5962" y="17625"/>
                  </a:lnTo>
                  <a:lnTo>
                    <a:pt x="6745" y="17059"/>
                  </a:lnTo>
                  <a:lnTo>
                    <a:pt x="10770" y="15906"/>
                  </a:lnTo>
                  <a:lnTo>
                    <a:pt x="13599" y="12729"/>
                  </a:lnTo>
                  <a:lnTo>
                    <a:pt x="15818" y="10641"/>
                  </a:lnTo>
                  <a:lnTo>
                    <a:pt x="18821" y="9749"/>
                  </a:lnTo>
                  <a:lnTo>
                    <a:pt x="21541" y="5462"/>
                  </a:lnTo>
                  <a:lnTo>
                    <a:pt x="17733" y="1633"/>
                  </a:lnTo>
                  <a:lnTo>
                    <a:pt x="14883" y="1"/>
                  </a:lnTo>
                  <a:close/>
                </a:path>
              </a:pathLst>
            </a:custGeom>
            <a:solidFill>
              <a:srgbClr val="FADA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4"/>
            <p:cNvSpPr/>
            <p:nvPr/>
          </p:nvSpPr>
          <p:spPr>
            <a:xfrm>
              <a:off x="2378915" y="1683248"/>
              <a:ext cx="3640549" cy="1861791"/>
            </a:xfrm>
            <a:custGeom>
              <a:rect b="b" l="l" r="r" t="t"/>
              <a:pathLst>
                <a:path extrusionOk="0" h="11925" w="21150">
                  <a:moveTo>
                    <a:pt x="19670" y="1"/>
                  </a:moveTo>
                  <a:lnTo>
                    <a:pt x="0" y="7094"/>
                  </a:lnTo>
                  <a:lnTo>
                    <a:pt x="1741" y="8922"/>
                  </a:lnTo>
                  <a:lnTo>
                    <a:pt x="4918" y="11010"/>
                  </a:lnTo>
                  <a:lnTo>
                    <a:pt x="10814" y="11924"/>
                  </a:lnTo>
                  <a:lnTo>
                    <a:pt x="10814" y="11924"/>
                  </a:lnTo>
                  <a:lnTo>
                    <a:pt x="8247" y="9574"/>
                  </a:lnTo>
                  <a:lnTo>
                    <a:pt x="11314" y="9705"/>
                  </a:lnTo>
                  <a:lnTo>
                    <a:pt x="12337" y="10140"/>
                  </a:lnTo>
                  <a:lnTo>
                    <a:pt x="12881" y="7551"/>
                  </a:lnTo>
                  <a:lnTo>
                    <a:pt x="15013" y="7399"/>
                  </a:lnTo>
                  <a:lnTo>
                    <a:pt x="14709" y="6681"/>
                  </a:lnTo>
                  <a:lnTo>
                    <a:pt x="15557" y="6768"/>
                  </a:lnTo>
                  <a:lnTo>
                    <a:pt x="18821" y="5701"/>
                  </a:lnTo>
                  <a:lnTo>
                    <a:pt x="17059" y="4940"/>
                  </a:lnTo>
                  <a:lnTo>
                    <a:pt x="17668" y="4091"/>
                  </a:lnTo>
                  <a:lnTo>
                    <a:pt x="19778" y="4200"/>
                  </a:lnTo>
                  <a:lnTo>
                    <a:pt x="21149" y="1589"/>
                  </a:lnTo>
                  <a:lnTo>
                    <a:pt x="19670"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4"/>
            <p:cNvSpPr/>
            <p:nvPr/>
          </p:nvSpPr>
          <p:spPr>
            <a:xfrm>
              <a:off x="2892031" y="3317271"/>
              <a:ext cx="838962" cy="356902"/>
            </a:xfrm>
            <a:custGeom>
              <a:rect b="b" l="l" r="r" t="t"/>
              <a:pathLst>
                <a:path extrusionOk="0" h="2286" w="4874">
                  <a:moveTo>
                    <a:pt x="65" y="0"/>
                  </a:moveTo>
                  <a:lnTo>
                    <a:pt x="0" y="1175"/>
                  </a:lnTo>
                  <a:lnTo>
                    <a:pt x="1023" y="1219"/>
                  </a:lnTo>
                  <a:lnTo>
                    <a:pt x="1240" y="1437"/>
                  </a:lnTo>
                  <a:lnTo>
                    <a:pt x="1131" y="1828"/>
                  </a:lnTo>
                  <a:lnTo>
                    <a:pt x="1806" y="2285"/>
                  </a:lnTo>
                  <a:lnTo>
                    <a:pt x="1197" y="1763"/>
                  </a:lnTo>
                  <a:lnTo>
                    <a:pt x="1349" y="1437"/>
                  </a:lnTo>
                  <a:lnTo>
                    <a:pt x="1197" y="1241"/>
                  </a:lnTo>
                  <a:lnTo>
                    <a:pt x="2785" y="1350"/>
                  </a:lnTo>
                  <a:lnTo>
                    <a:pt x="4874" y="2155"/>
                  </a:lnTo>
                  <a:lnTo>
                    <a:pt x="2829" y="1284"/>
                  </a:lnTo>
                  <a:lnTo>
                    <a:pt x="2437" y="784"/>
                  </a:lnTo>
                  <a:lnTo>
                    <a:pt x="2676" y="1241"/>
                  </a:lnTo>
                  <a:lnTo>
                    <a:pt x="2676" y="1241"/>
                  </a:lnTo>
                  <a:lnTo>
                    <a:pt x="174" y="1001"/>
                  </a:lnTo>
                  <a:lnTo>
                    <a:pt x="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4"/>
            <p:cNvSpPr/>
            <p:nvPr/>
          </p:nvSpPr>
          <p:spPr>
            <a:xfrm>
              <a:off x="2378915" y="3205172"/>
              <a:ext cx="1026239" cy="907086"/>
            </a:xfrm>
            <a:custGeom>
              <a:rect b="b" l="l" r="r" t="t"/>
              <a:pathLst>
                <a:path extrusionOk="0" h="5810" w="5962">
                  <a:moveTo>
                    <a:pt x="0" y="0"/>
                  </a:moveTo>
                  <a:lnTo>
                    <a:pt x="0" y="2350"/>
                  </a:lnTo>
                  <a:lnTo>
                    <a:pt x="5962" y="5810"/>
                  </a:lnTo>
                  <a:lnTo>
                    <a:pt x="5962" y="4004"/>
                  </a:lnTo>
                  <a:lnTo>
                    <a:pt x="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4"/>
            <p:cNvSpPr/>
            <p:nvPr/>
          </p:nvSpPr>
          <p:spPr>
            <a:xfrm>
              <a:off x="2637280" y="3470119"/>
              <a:ext cx="393489" cy="207334"/>
            </a:xfrm>
            <a:custGeom>
              <a:rect b="b" l="l" r="r" t="t"/>
              <a:pathLst>
                <a:path extrusionOk="0" h="1328" w="2286">
                  <a:moveTo>
                    <a:pt x="1" y="1"/>
                  </a:moveTo>
                  <a:lnTo>
                    <a:pt x="1" y="1"/>
                  </a:lnTo>
                  <a:cubicBezTo>
                    <a:pt x="370" y="240"/>
                    <a:pt x="762" y="458"/>
                    <a:pt x="1110" y="697"/>
                  </a:cubicBezTo>
                  <a:cubicBezTo>
                    <a:pt x="1480" y="914"/>
                    <a:pt x="1872" y="1132"/>
                    <a:pt x="2285" y="1328"/>
                  </a:cubicBezTo>
                  <a:cubicBezTo>
                    <a:pt x="1915" y="1089"/>
                    <a:pt x="1545" y="849"/>
                    <a:pt x="1154" y="632"/>
                  </a:cubicBezTo>
                  <a:cubicBezTo>
                    <a:pt x="784" y="414"/>
                    <a:pt x="392" y="196"/>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4"/>
            <p:cNvSpPr/>
            <p:nvPr/>
          </p:nvSpPr>
          <p:spPr>
            <a:xfrm>
              <a:off x="2869482" y="3714769"/>
              <a:ext cx="393489" cy="210769"/>
            </a:xfrm>
            <a:custGeom>
              <a:rect b="b" l="l" r="r" t="t"/>
              <a:pathLst>
                <a:path extrusionOk="0" h="1350" w="2286">
                  <a:moveTo>
                    <a:pt x="1" y="0"/>
                  </a:moveTo>
                  <a:lnTo>
                    <a:pt x="1" y="0"/>
                  </a:lnTo>
                  <a:cubicBezTo>
                    <a:pt x="392" y="283"/>
                    <a:pt x="762" y="501"/>
                    <a:pt x="1110" y="718"/>
                  </a:cubicBezTo>
                  <a:cubicBezTo>
                    <a:pt x="1502" y="936"/>
                    <a:pt x="1872" y="1153"/>
                    <a:pt x="2285" y="1349"/>
                  </a:cubicBezTo>
                  <a:cubicBezTo>
                    <a:pt x="1937" y="1088"/>
                    <a:pt x="1545" y="849"/>
                    <a:pt x="1175" y="631"/>
                  </a:cubicBezTo>
                  <a:cubicBezTo>
                    <a:pt x="784" y="414"/>
                    <a:pt x="414" y="196"/>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4"/>
            <p:cNvSpPr/>
            <p:nvPr/>
          </p:nvSpPr>
          <p:spPr>
            <a:xfrm>
              <a:off x="2378915" y="3439518"/>
              <a:ext cx="393317" cy="207490"/>
            </a:xfrm>
            <a:custGeom>
              <a:rect b="b" l="l" r="r" t="t"/>
              <a:pathLst>
                <a:path extrusionOk="0" h="1329" w="2285">
                  <a:moveTo>
                    <a:pt x="0" y="1"/>
                  </a:moveTo>
                  <a:lnTo>
                    <a:pt x="0" y="1"/>
                  </a:lnTo>
                  <a:cubicBezTo>
                    <a:pt x="370" y="240"/>
                    <a:pt x="762" y="458"/>
                    <a:pt x="1110" y="719"/>
                  </a:cubicBezTo>
                  <a:cubicBezTo>
                    <a:pt x="1502" y="936"/>
                    <a:pt x="1871" y="1154"/>
                    <a:pt x="2285" y="1328"/>
                  </a:cubicBezTo>
                  <a:cubicBezTo>
                    <a:pt x="1937" y="1089"/>
                    <a:pt x="1545" y="849"/>
                    <a:pt x="1175" y="632"/>
                  </a:cubicBezTo>
                  <a:cubicBezTo>
                    <a:pt x="783" y="414"/>
                    <a:pt x="414" y="197"/>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4"/>
            <p:cNvSpPr/>
            <p:nvPr/>
          </p:nvSpPr>
          <p:spPr>
            <a:xfrm>
              <a:off x="5079101" y="2600493"/>
              <a:ext cx="543242" cy="339884"/>
            </a:xfrm>
            <a:custGeom>
              <a:rect b="b" l="l" r="r" t="t"/>
              <a:pathLst>
                <a:path extrusionOk="0" h="2177" w="3156">
                  <a:moveTo>
                    <a:pt x="3134" y="1"/>
                  </a:moveTo>
                  <a:lnTo>
                    <a:pt x="131" y="893"/>
                  </a:lnTo>
                  <a:lnTo>
                    <a:pt x="1" y="2176"/>
                  </a:lnTo>
                  <a:lnTo>
                    <a:pt x="3156" y="1263"/>
                  </a:lnTo>
                  <a:lnTo>
                    <a:pt x="31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4"/>
            <p:cNvSpPr/>
            <p:nvPr/>
          </p:nvSpPr>
          <p:spPr>
            <a:xfrm>
              <a:off x="3539924" y="3561921"/>
              <a:ext cx="700397" cy="390781"/>
            </a:xfrm>
            <a:custGeom>
              <a:rect b="b" l="l" r="r" t="t"/>
              <a:pathLst>
                <a:path extrusionOk="0" h="2503" w="4069">
                  <a:moveTo>
                    <a:pt x="4025" y="0"/>
                  </a:moveTo>
                  <a:lnTo>
                    <a:pt x="0" y="1153"/>
                  </a:lnTo>
                  <a:lnTo>
                    <a:pt x="0" y="2502"/>
                  </a:lnTo>
                  <a:lnTo>
                    <a:pt x="4069" y="1262"/>
                  </a:lnTo>
                  <a:lnTo>
                    <a:pt x="402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4"/>
            <p:cNvSpPr/>
            <p:nvPr/>
          </p:nvSpPr>
          <p:spPr>
            <a:xfrm>
              <a:off x="3404975" y="3741935"/>
              <a:ext cx="135122" cy="370329"/>
            </a:xfrm>
            <a:custGeom>
              <a:rect b="b" l="l" r="r" t="t"/>
              <a:pathLst>
                <a:path extrusionOk="0" h="2372" w="785">
                  <a:moveTo>
                    <a:pt x="784" y="0"/>
                  </a:moveTo>
                  <a:lnTo>
                    <a:pt x="1" y="566"/>
                  </a:lnTo>
                  <a:lnTo>
                    <a:pt x="1" y="2372"/>
                  </a:lnTo>
                  <a:lnTo>
                    <a:pt x="784" y="1349"/>
                  </a:lnTo>
                  <a:lnTo>
                    <a:pt x="78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24"/>
            <p:cNvSpPr/>
            <p:nvPr/>
          </p:nvSpPr>
          <p:spPr>
            <a:xfrm>
              <a:off x="5618553" y="1931334"/>
              <a:ext cx="468194" cy="866338"/>
            </a:xfrm>
            <a:custGeom>
              <a:rect b="b" l="l" r="r" t="t"/>
              <a:pathLst>
                <a:path extrusionOk="0" h="5549" w="2720">
                  <a:moveTo>
                    <a:pt x="2720" y="0"/>
                  </a:moveTo>
                  <a:lnTo>
                    <a:pt x="0" y="4287"/>
                  </a:lnTo>
                  <a:lnTo>
                    <a:pt x="22" y="5549"/>
                  </a:lnTo>
                  <a:lnTo>
                    <a:pt x="2720" y="1393"/>
                  </a:lnTo>
                  <a:lnTo>
                    <a:pt x="27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4"/>
            <p:cNvSpPr/>
            <p:nvPr/>
          </p:nvSpPr>
          <p:spPr>
            <a:xfrm>
              <a:off x="4565985" y="263275"/>
              <a:ext cx="884060" cy="564080"/>
            </a:xfrm>
            <a:custGeom>
              <a:rect b="b" l="l" r="r" t="t"/>
              <a:pathLst>
                <a:path extrusionOk="0" h="3613" w="5136">
                  <a:moveTo>
                    <a:pt x="1894" y="1"/>
                  </a:moveTo>
                  <a:lnTo>
                    <a:pt x="1" y="1002"/>
                  </a:lnTo>
                  <a:lnTo>
                    <a:pt x="3439" y="3613"/>
                  </a:lnTo>
                  <a:lnTo>
                    <a:pt x="5136" y="3373"/>
                  </a:lnTo>
                  <a:lnTo>
                    <a:pt x="189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4"/>
            <p:cNvSpPr/>
            <p:nvPr/>
          </p:nvSpPr>
          <p:spPr>
            <a:xfrm>
              <a:off x="4120343" y="419558"/>
              <a:ext cx="1644358" cy="1902539"/>
            </a:xfrm>
            <a:custGeom>
              <a:rect b="b" l="l" r="r" t="t"/>
              <a:pathLst>
                <a:path extrusionOk="0" h="12186" w="9553">
                  <a:moveTo>
                    <a:pt x="2590" y="1"/>
                  </a:moveTo>
                  <a:lnTo>
                    <a:pt x="2590" y="1219"/>
                  </a:lnTo>
                  <a:lnTo>
                    <a:pt x="1611" y="2612"/>
                  </a:lnTo>
                  <a:lnTo>
                    <a:pt x="915" y="4396"/>
                  </a:lnTo>
                  <a:lnTo>
                    <a:pt x="458" y="4962"/>
                  </a:lnTo>
                  <a:lnTo>
                    <a:pt x="1" y="8334"/>
                  </a:lnTo>
                  <a:lnTo>
                    <a:pt x="4896" y="11859"/>
                  </a:lnTo>
                  <a:lnTo>
                    <a:pt x="9553" y="12185"/>
                  </a:lnTo>
                  <a:lnTo>
                    <a:pt x="5440" y="10445"/>
                  </a:lnTo>
                  <a:lnTo>
                    <a:pt x="5310" y="8465"/>
                  </a:lnTo>
                  <a:lnTo>
                    <a:pt x="6028" y="2612"/>
                  </a:lnTo>
                  <a:lnTo>
                    <a:pt x="259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4"/>
            <p:cNvSpPr/>
            <p:nvPr/>
          </p:nvSpPr>
          <p:spPr>
            <a:xfrm>
              <a:off x="5034176" y="827205"/>
              <a:ext cx="475939" cy="934408"/>
            </a:xfrm>
            <a:custGeom>
              <a:rect b="b" l="l" r="r" t="t"/>
              <a:pathLst>
                <a:path extrusionOk="0" h="5985" w="2765">
                  <a:moveTo>
                    <a:pt x="719" y="1"/>
                  </a:moveTo>
                  <a:lnTo>
                    <a:pt x="1" y="5854"/>
                  </a:lnTo>
                  <a:lnTo>
                    <a:pt x="2764" y="5984"/>
                  </a:lnTo>
                  <a:lnTo>
                    <a:pt x="2764" y="5984"/>
                  </a:lnTo>
                  <a:lnTo>
                    <a:pt x="71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4"/>
            <p:cNvSpPr/>
            <p:nvPr/>
          </p:nvSpPr>
          <p:spPr>
            <a:xfrm>
              <a:off x="5157764" y="789891"/>
              <a:ext cx="674405" cy="971722"/>
            </a:xfrm>
            <a:custGeom>
              <a:rect b="b" l="l" r="r" t="t"/>
              <a:pathLst>
                <a:path extrusionOk="0" h="6224" w="3918">
                  <a:moveTo>
                    <a:pt x="1698" y="0"/>
                  </a:moveTo>
                  <a:lnTo>
                    <a:pt x="1" y="240"/>
                  </a:lnTo>
                  <a:lnTo>
                    <a:pt x="2046" y="6223"/>
                  </a:lnTo>
                  <a:lnTo>
                    <a:pt x="3917" y="5962"/>
                  </a:lnTo>
                  <a:lnTo>
                    <a:pt x="3917" y="4831"/>
                  </a:lnTo>
                  <a:lnTo>
                    <a:pt x="3047" y="2894"/>
                  </a:lnTo>
                  <a:lnTo>
                    <a:pt x="2481" y="2698"/>
                  </a:lnTo>
                  <a:lnTo>
                    <a:pt x="16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4"/>
            <p:cNvSpPr/>
            <p:nvPr/>
          </p:nvSpPr>
          <p:spPr>
            <a:xfrm>
              <a:off x="5509940" y="1720719"/>
              <a:ext cx="486956" cy="601394"/>
            </a:xfrm>
            <a:custGeom>
              <a:rect b="b" l="l" r="r" t="t"/>
              <a:pathLst>
                <a:path extrusionOk="0" h="3852" w="2829">
                  <a:moveTo>
                    <a:pt x="1871" y="0"/>
                  </a:moveTo>
                  <a:lnTo>
                    <a:pt x="0" y="261"/>
                  </a:lnTo>
                  <a:lnTo>
                    <a:pt x="1480" y="3851"/>
                  </a:lnTo>
                  <a:lnTo>
                    <a:pt x="2829" y="1349"/>
                  </a:lnTo>
                  <a:lnTo>
                    <a:pt x="187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4"/>
            <p:cNvSpPr/>
            <p:nvPr/>
          </p:nvSpPr>
          <p:spPr>
            <a:xfrm>
              <a:off x="5034176" y="1741015"/>
              <a:ext cx="730520" cy="581097"/>
            </a:xfrm>
            <a:custGeom>
              <a:rect b="b" l="l" r="r" t="t"/>
              <a:pathLst>
                <a:path extrusionOk="0" h="3722" w="4244">
                  <a:moveTo>
                    <a:pt x="1" y="1"/>
                  </a:moveTo>
                  <a:lnTo>
                    <a:pt x="131" y="1981"/>
                  </a:lnTo>
                  <a:lnTo>
                    <a:pt x="4244" y="3721"/>
                  </a:lnTo>
                  <a:lnTo>
                    <a:pt x="2764" y="131"/>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4"/>
            <p:cNvSpPr/>
            <p:nvPr/>
          </p:nvSpPr>
          <p:spPr>
            <a:xfrm>
              <a:off x="4715909" y="650626"/>
              <a:ext cx="209826" cy="1460862"/>
            </a:xfrm>
            <a:custGeom>
              <a:rect b="b" l="l" r="r" t="t"/>
              <a:pathLst>
                <a:path extrusionOk="0" h="9357" w="1219">
                  <a:moveTo>
                    <a:pt x="1088" y="0"/>
                  </a:moveTo>
                  <a:lnTo>
                    <a:pt x="871" y="3830"/>
                  </a:lnTo>
                  <a:lnTo>
                    <a:pt x="979" y="7376"/>
                  </a:lnTo>
                  <a:lnTo>
                    <a:pt x="0" y="9356"/>
                  </a:lnTo>
                  <a:lnTo>
                    <a:pt x="0" y="9356"/>
                  </a:lnTo>
                  <a:lnTo>
                    <a:pt x="1219" y="7376"/>
                  </a:lnTo>
                  <a:lnTo>
                    <a:pt x="1088" y="3808"/>
                  </a:lnTo>
                  <a:lnTo>
                    <a:pt x="10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4"/>
            <p:cNvSpPr/>
            <p:nvPr/>
          </p:nvSpPr>
          <p:spPr>
            <a:xfrm>
              <a:off x="4397471" y="827205"/>
              <a:ext cx="105171" cy="1128003"/>
            </a:xfrm>
            <a:custGeom>
              <a:rect b="b" l="l" r="r" t="t"/>
              <a:pathLst>
                <a:path extrusionOk="0" h="7225" w="611">
                  <a:moveTo>
                    <a:pt x="1" y="1"/>
                  </a:moveTo>
                  <a:lnTo>
                    <a:pt x="458" y="1089"/>
                  </a:lnTo>
                  <a:lnTo>
                    <a:pt x="458" y="7224"/>
                  </a:lnTo>
                  <a:lnTo>
                    <a:pt x="610" y="1132"/>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4"/>
            <p:cNvSpPr/>
            <p:nvPr/>
          </p:nvSpPr>
          <p:spPr>
            <a:xfrm>
              <a:off x="5240214" y="810187"/>
              <a:ext cx="524480" cy="1511914"/>
            </a:xfrm>
            <a:custGeom>
              <a:rect b="b" l="l" r="r" t="t"/>
              <a:pathLst>
                <a:path extrusionOk="0" h="9684" w="3047">
                  <a:moveTo>
                    <a:pt x="262" y="1"/>
                  </a:moveTo>
                  <a:lnTo>
                    <a:pt x="0" y="1502"/>
                  </a:lnTo>
                  <a:lnTo>
                    <a:pt x="588" y="6072"/>
                  </a:lnTo>
                  <a:lnTo>
                    <a:pt x="3047" y="9683"/>
                  </a:lnTo>
                  <a:lnTo>
                    <a:pt x="871" y="6072"/>
                  </a:lnTo>
                  <a:lnTo>
                    <a:pt x="153" y="1437"/>
                  </a:lnTo>
                  <a:lnTo>
                    <a:pt x="2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4"/>
            <p:cNvSpPr/>
            <p:nvPr/>
          </p:nvSpPr>
          <p:spPr>
            <a:xfrm>
              <a:off x="3348861" y="650626"/>
              <a:ext cx="393489" cy="153003"/>
            </a:xfrm>
            <a:custGeom>
              <a:rect b="b" l="l" r="r" t="t"/>
              <a:pathLst>
                <a:path extrusionOk="0" h="980" w="2286">
                  <a:moveTo>
                    <a:pt x="479" y="0"/>
                  </a:moveTo>
                  <a:lnTo>
                    <a:pt x="1" y="283"/>
                  </a:lnTo>
                  <a:lnTo>
                    <a:pt x="806" y="979"/>
                  </a:lnTo>
                  <a:lnTo>
                    <a:pt x="2285" y="523"/>
                  </a:lnTo>
                  <a:lnTo>
                    <a:pt x="47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4"/>
            <p:cNvSpPr/>
            <p:nvPr/>
          </p:nvSpPr>
          <p:spPr>
            <a:xfrm>
              <a:off x="3487425" y="732124"/>
              <a:ext cx="576980" cy="682891"/>
            </a:xfrm>
            <a:custGeom>
              <a:rect b="b" l="l" r="r" t="t"/>
              <a:pathLst>
                <a:path extrusionOk="0" h="4374" w="3352">
                  <a:moveTo>
                    <a:pt x="1480" y="1"/>
                  </a:moveTo>
                  <a:lnTo>
                    <a:pt x="1" y="457"/>
                  </a:lnTo>
                  <a:lnTo>
                    <a:pt x="1089" y="4374"/>
                  </a:lnTo>
                  <a:lnTo>
                    <a:pt x="3351" y="4069"/>
                  </a:lnTo>
                  <a:lnTo>
                    <a:pt x="148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4"/>
            <p:cNvSpPr/>
            <p:nvPr/>
          </p:nvSpPr>
          <p:spPr>
            <a:xfrm>
              <a:off x="3674701" y="1367404"/>
              <a:ext cx="835347" cy="258231"/>
            </a:xfrm>
            <a:custGeom>
              <a:rect b="b" l="l" r="r" t="t"/>
              <a:pathLst>
                <a:path extrusionOk="0" h="1654" w="4853">
                  <a:moveTo>
                    <a:pt x="2263" y="0"/>
                  </a:moveTo>
                  <a:lnTo>
                    <a:pt x="1" y="305"/>
                  </a:lnTo>
                  <a:lnTo>
                    <a:pt x="2176" y="1415"/>
                  </a:lnTo>
                  <a:lnTo>
                    <a:pt x="4853" y="1654"/>
                  </a:lnTo>
                  <a:lnTo>
                    <a:pt x="226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4"/>
            <p:cNvSpPr/>
            <p:nvPr/>
          </p:nvSpPr>
          <p:spPr>
            <a:xfrm>
              <a:off x="3146610" y="694810"/>
              <a:ext cx="1337278" cy="2554673"/>
            </a:xfrm>
            <a:custGeom>
              <a:rect b="b" l="l" r="r" t="t"/>
              <a:pathLst>
                <a:path extrusionOk="0" h="16363" w="7769">
                  <a:moveTo>
                    <a:pt x="1176" y="0"/>
                  </a:moveTo>
                  <a:lnTo>
                    <a:pt x="653" y="2676"/>
                  </a:lnTo>
                  <a:lnTo>
                    <a:pt x="1" y="4221"/>
                  </a:lnTo>
                  <a:lnTo>
                    <a:pt x="1" y="9813"/>
                  </a:lnTo>
                  <a:lnTo>
                    <a:pt x="6833" y="15862"/>
                  </a:lnTo>
                  <a:lnTo>
                    <a:pt x="7768" y="16362"/>
                  </a:lnTo>
                  <a:lnTo>
                    <a:pt x="5484" y="10183"/>
                  </a:lnTo>
                  <a:lnTo>
                    <a:pt x="5244" y="5723"/>
                  </a:lnTo>
                  <a:lnTo>
                    <a:pt x="3069" y="4613"/>
                  </a:lnTo>
                  <a:lnTo>
                    <a:pt x="1981" y="696"/>
                  </a:lnTo>
                  <a:lnTo>
                    <a:pt x="117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4"/>
            <p:cNvSpPr/>
            <p:nvPr/>
          </p:nvSpPr>
          <p:spPr>
            <a:xfrm>
              <a:off x="4049254" y="1588167"/>
              <a:ext cx="891461" cy="1661326"/>
            </a:xfrm>
            <a:custGeom>
              <a:rect b="b" l="l" r="r" t="t"/>
              <a:pathLst>
                <a:path extrusionOk="0" h="10641" w="5179">
                  <a:moveTo>
                    <a:pt x="0" y="1"/>
                  </a:moveTo>
                  <a:lnTo>
                    <a:pt x="240" y="4461"/>
                  </a:lnTo>
                  <a:lnTo>
                    <a:pt x="2524" y="10640"/>
                  </a:lnTo>
                  <a:lnTo>
                    <a:pt x="3134" y="8008"/>
                  </a:lnTo>
                  <a:lnTo>
                    <a:pt x="5179" y="7964"/>
                  </a:lnTo>
                  <a:lnTo>
                    <a:pt x="3003" y="4744"/>
                  </a:lnTo>
                  <a:lnTo>
                    <a:pt x="2677" y="240"/>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4"/>
            <p:cNvSpPr/>
            <p:nvPr/>
          </p:nvSpPr>
          <p:spPr>
            <a:xfrm>
              <a:off x="4509871" y="1625481"/>
              <a:ext cx="1071337" cy="1002323"/>
            </a:xfrm>
            <a:custGeom>
              <a:rect b="b" l="l" r="r" t="t"/>
              <a:pathLst>
                <a:path extrusionOk="0" h="6420" w="6224">
                  <a:moveTo>
                    <a:pt x="1" y="1"/>
                  </a:moveTo>
                  <a:lnTo>
                    <a:pt x="109" y="1306"/>
                  </a:lnTo>
                  <a:lnTo>
                    <a:pt x="1480" y="2438"/>
                  </a:lnTo>
                  <a:lnTo>
                    <a:pt x="3547" y="6420"/>
                  </a:lnTo>
                  <a:lnTo>
                    <a:pt x="6223" y="6071"/>
                  </a:lnTo>
                  <a:lnTo>
                    <a:pt x="4200" y="5266"/>
                  </a:lnTo>
                  <a:lnTo>
                    <a:pt x="4200" y="5266"/>
                  </a:lnTo>
                  <a:lnTo>
                    <a:pt x="6115" y="5375"/>
                  </a:lnTo>
                  <a:lnTo>
                    <a:pt x="2633" y="3091"/>
                  </a:lnTo>
                  <a:lnTo>
                    <a:pt x="2002" y="1785"/>
                  </a:lnTo>
                  <a:lnTo>
                    <a:pt x="1" y="1"/>
                  </a:lnTo>
                  <a:close/>
                </a:path>
              </a:pathLst>
            </a:custGeom>
            <a:solidFill>
              <a:srgbClr val="F18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4"/>
            <p:cNvSpPr/>
            <p:nvPr/>
          </p:nvSpPr>
          <p:spPr>
            <a:xfrm>
              <a:off x="4528633" y="1829383"/>
              <a:ext cx="1052575" cy="896938"/>
            </a:xfrm>
            <a:custGeom>
              <a:rect b="b" l="l" r="r" t="t"/>
              <a:pathLst>
                <a:path extrusionOk="0" h="5745" w="6115">
                  <a:moveTo>
                    <a:pt x="0" y="0"/>
                  </a:moveTo>
                  <a:lnTo>
                    <a:pt x="218" y="3199"/>
                  </a:lnTo>
                  <a:lnTo>
                    <a:pt x="1741" y="5440"/>
                  </a:lnTo>
                  <a:lnTo>
                    <a:pt x="2981" y="5745"/>
                  </a:lnTo>
                  <a:lnTo>
                    <a:pt x="6114" y="4765"/>
                  </a:lnTo>
                  <a:lnTo>
                    <a:pt x="3438" y="5114"/>
                  </a:lnTo>
                  <a:lnTo>
                    <a:pt x="1371" y="1132"/>
                  </a:lnTo>
                  <a:lnTo>
                    <a:pt x="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4"/>
            <p:cNvSpPr/>
            <p:nvPr/>
          </p:nvSpPr>
          <p:spPr>
            <a:xfrm>
              <a:off x="3453688" y="786456"/>
              <a:ext cx="63860" cy="1736110"/>
            </a:xfrm>
            <a:custGeom>
              <a:rect b="b" l="l" r="r" t="t"/>
              <a:pathLst>
                <a:path extrusionOk="0" h="11120" w="371">
                  <a:moveTo>
                    <a:pt x="66" y="1"/>
                  </a:moveTo>
                  <a:lnTo>
                    <a:pt x="1" y="4983"/>
                  </a:lnTo>
                  <a:lnTo>
                    <a:pt x="371" y="11119"/>
                  </a:lnTo>
                  <a:lnTo>
                    <a:pt x="197" y="4918"/>
                  </a:lnTo>
                  <a:lnTo>
                    <a:pt x="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4"/>
            <p:cNvSpPr/>
            <p:nvPr/>
          </p:nvSpPr>
          <p:spPr>
            <a:xfrm>
              <a:off x="3633562" y="1414866"/>
              <a:ext cx="41311" cy="1219805"/>
            </a:xfrm>
            <a:custGeom>
              <a:rect b="b" l="l" r="r" t="t"/>
              <a:pathLst>
                <a:path extrusionOk="0" h="7813" w="240">
                  <a:moveTo>
                    <a:pt x="240" y="1"/>
                  </a:moveTo>
                  <a:lnTo>
                    <a:pt x="0" y="2525"/>
                  </a:lnTo>
                  <a:lnTo>
                    <a:pt x="131" y="7812"/>
                  </a:lnTo>
                  <a:lnTo>
                    <a:pt x="131" y="2525"/>
                  </a:lnTo>
                  <a:lnTo>
                    <a:pt x="2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4"/>
            <p:cNvSpPr/>
            <p:nvPr/>
          </p:nvSpPr>
          <p:spPr>
            <a:xfrm>
              <a:off x="3966804" y="1554288"/>
              <a:ext cx="67647" cy="1379208"/>
            </a:xfrm>
            <a:custGeom>
              <a:rect b="b" l="l" r="r" t="t"/>
              <a:pathLst>
                <a:path extrusionOk="0" h="8834" w="393">
                  <a:moveTo>
                    <a:pt x="109" y="0"/>
                  </a:moveTo>
                  <a:lnTo>
                    <a:pt x="1" y="4874"/>
                  </a:lnTo>
                  <a:lnTo>
                    <a:pt x="240" y="5722"/>
                  </a:lnTo>
                  <a:lnTo>
                    <a:pt x="131" y="8594"/>
                  </a:lnTo>
                  <a:lnTo>
                    <a:pt x="349" y="8834"/>
                  </a:lnTo>
                  <a:lnTo>
                    <a:pt x="392" y="5570"/>
                  </a:lnTo>
                  <a:lnTo>
                    <a:pt x="153" y="4569"/>
                  </a:lnTo>
                  <a:lnTo>
                    <a:pt x="1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4"/>
            <p:cNvSpPr/>
            <p:nvPr/>
          </p:nvSpPr>
          <p:spPr>
            <a:xfrm>
              <a:off x="4322595" y="1608620"/>
              <a:ext cx="292277" cy="1229797"/>
            </a:xfrm>
            <a:custGeom>
              <a:rect b="b" l="l" r="r" t="t"/>
              <a:pathLst>
                <a:path extrusionOk="0" h="7877" w="1698">
                  <a:moveTo>
                    <a:pt x="1" y="0"/>
                  </a:moveTo>
                  <a:lnTo>
                    <a:pt x="1" y="2720"/>
                  </a:lnTo>
                  <a:lnTo>
                    <a:pt x="240" y="3851"/>
                  </a:lnTo>
                  <a:lnTo>
                    <a:pt x="240" y="5701"/>
                  </a:lnTo>
                  <a:lnTo>
                    <a:pt x="1546" y="7877"/>
                  </a:lnTo>
                  <a:lnTo>
                    <a:pt x="1698" y="7877"/>
                  </a:lnTo>
                  <a:lnTo>
                    <a:pt x="371" y="5614"/>
                  </a:lnTo>
                  <a:lnTo>
                    <a:pt x="371" y="3786"/>
                  </a:lnTo>
                  <a:lnTo>
                    <a:pt x="109" y="2676"/>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4"/>
            <p:cNvSpPr/>
            <p:nvPr/>
          </p:nvSpPr>
          <p:spPr>
            <a:xfrm>
              <a:off x="2378915" y="1543983"/>
              <a:ext cx="1794111" cy="1990906"/>
            </a:xfrm>
            <a:custGeom>
              <a:rect b="b" l="l" r="r" t="t"/>
              <a:pathLst>
                <a:path extrusionOk="0" h="12752" w="10423">
                  <a:moveTo>
                    <a:pt x="1349" y="1"/>
                  </a:moveTo>
                  <a:lnTo>
                    <a:pt x="740" y="4439"/>
                  </a:lnTo>
                  <a:lnTo>
                    <a:pt x="0" y="3939"/>
                  </a:lnTo>
                  <a:lnTo>
                    <a:pt x="0" y="5614"/>
                  </a:lnTo>
                  <a:lnTo>
                    <a:pt x="1850" y="9705"/>
                  </a:lnTo>
                  <a:lnTo>
                    <a:pt x="2807" y="9922"/>
                  </a:lnTo>
                  <a:lnTo>
                    <a:pt x="5026" y="11815"/>
                  </a:lnTo>
                  <a:lnTo>
                    <a:pt x="10422" y="12751"/>
                  </a:lnTo>
                  <a:lnTo>
                    <a:pt x="5418" y="9814"/>
                  </a:lnTo>
                  <a:lnTo>
                    <a:pt x="5418" y="7442"/>
                  </a:lnTo>
                  <a:lnTo>
                    <a:pt x="4831" y="6768"/>
                  </a:lnTo>
                  <a:lnTo>
                    <a:pt x="2851" y="936"/>
                  </a:lnTo>
                  <a:lnTo>
                    <a:pt x="2481" y="936"/>
                  </a:lnTo>
                  <a:lnTo>
                    <a:pt x="134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4"/>
            <p:cNvSpPr/>
            <p:nvPr/>
          </p:nvSpPr>
          <p:spPr>
            <a:xfrm>
              <a:off x="2611117" y="1329933"/>
              <a:ext cx="516906" cy="360337"/>
            </a:xfrm>
            <a:custGeom>
              <a:rect b="b" l="l" r="r" t="t"/>
              <a:pathLst>
                <a:path extrusionOk="0" h="2308" w="3003">
                  <a:moveTo>
                    <a:pt x="2916" y="1"/>
                  </a:moveTo>
                  <a:lnTo>
                    <a:pt x="0" y="1372"/>
                  </a:lnTo>
                  <a:lnTo>
                    <a:pt x="1132" y="2307"/>
                  </a:lnTo>
                  <a:lnTo>
                    <a:pt x="1502" y="2307"/>
                  </a:lnTo>
                  <a:lnTo>
                    <a:pt x="3003" y="2155"/>
                  </a:lnTo>
                  <a:lnTo>
                    <a:pt x="291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4"/>
            <p:cNvSpPr/>
            <p:nvPr/>
          </p:nvSpPr>
          <p:spPr>
            <a:xfrm>
              <a:off x="2869482" y="1666387"/>
              <a:ext cx="483341" cy="934252"/>
            </a:xfrm>
            <a:custGeom>
              <a:rect b="b" l="l" r="r" t="t"/>
              <a:pathLst>
                <a:path extrusionOk="0" h="5984" w="2808">
                  <a:moveTo>
                    <a:pt x="1502" y="0"/>
                  </a:moveTo>
                  <a:lnTo>
                    <a:pt x="1" y="152"/>
                  </a:lnTo>
                  <a:lnTo>
                    <a:pt x="1981" y="5984"/>
                  </a:lnTo>
                  <a:lnTo>
                    <a:pt x="2807" y="2524"/>
                  </a:lnTo>
                  <a:lnTo>
                    <a:pt x="150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4"/>
            <p:cNvSpPr/>
            <p:nvPr/>
          </p:nvSpPr>
          <p:spPr>
            <a:xfrm>
              <a:off x="3210297" y="2060294"/>
              <a:ext cx="558218" cy="645733"/>
            </a:xfrm>
            <a:custGeom>
              <a:rect b="b" l="l" r="r" t="t"/>
              <a:pathLst>
                <a:path extrusionOk="0" h="4136" w="3243">
                  <a:moveTo>
                    <a:pt x="827" y="1"/>
                  </a:moveTo>
                  <a:lnTo>
                    <a:pt x="1" y="3461"/>
                  </a:lnTo>
                  <a:lnTo>
                    <a:pt x="588" y="4135"/>
                  </a:lnTo>
                  <a:lnTo>
                    <a:pt x="3242" y="2112"/>
                  </a:lnTo>
                  <a:lnTo>
                    <a:pt x="82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4"/>
            <p:cNvSpPr/>
            <p:nvPr/>
          </p:nvSpPr>
          <p:spPr>
            <a:xfrm>
              <a:off x="3311337" y="2756776"/>
              <a:ext cx="1011436" cy="778127"/>
            </a:xfrm>
            <a:custGeom>
              <a:rect b="b" l="l" r="r" t="t"/>
              <a:pathLst>
                <a:path extrusionOk="0" h="4984" w="5876">
                  <a:moveTo>
                    <a:pt x="2938" y="0"/>
                  </a:moveTo>
                  <a:lnTo>
                    <a:pt x="1" y="2046"/>
                  </a:lnTo>
                  <a:lnTo>
                    <a:pt x="5005" y="4983"/>
                  </a:lnTo>
                  <a:lnTo>
                    <a:pt x="2307" y="2503"/>
                  </a:lnTo>
                  <a:lnTo>
                    <a:pt x="5876" y="2655"/>
                  </a:lnTo>
                  <a:lnTo>
                    <a:pt x="29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4"/>
            <p:cNvSpPr/>
            <p:nvPr/>
          </p:nvSpPr>
          <p:spPr>
            <a:xfrm>
              <a:off x="3311337" y="2389878"/>
              <a:ext cx="505890" cy="686326"/>
            </a:xfrm>
            <a:custGeom>
              <a:rect b="b" l="l" r="r" t="t"/>
              <a:pathLst>
                <a:path extrusionOk="0" h="4396" w="2939">
                  <a:moveTo>
                    <a:pt x="2655" y="1"/>
                  </a:moveTo>
                  <a:lnTo>
                    <a:pt x="1" y="2024"/>
                  </a:lnTo>
                  <a:lnTo>
                    <a:pt x="1" y="4396"/>
                  </a:lnTo>
                  <a:lnTo>
                    <a:pt x="2938" y="2350"/>
                  </a:lnTo>
                  <a:lnTo>
                    <a:pt x="265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4"/>
            <p:cNvSpPr/>
            <p:nvPr/>
          </p:nvSpPr>
          <p:spPr>
            <a:xfrm>
              <a:off x="2723345" y="1690118"/>
              <a:ext cx="146310" cy="1386078"/>
            </a:xfrm>
            <a:custGeom>
              <a:rect b="b" l="l" r="r" t="t"/>
              <a:pathLst>
                <a:path extrusionOk="0" h="8878" w="850">
                  <a:moveTo>
                    <a:pt x="480" y="0"/>
                  </a:moveTo>
                  <a:lnTo>
                    <a:pt x="480" y="5201"/>
                  </a:lnTo>
                  <a:lnTo>
                    <a:pt x="1" y="6506"/>
                  </a:lnTo>
                  <a:lnTo>
                    <a:pt x="393" y="8878"/>
                  </a:lnTo>
                  <a:lnTo>
                    <a:pt x="393" y="8878"/>
                  </a:lnTo>
                  <a:lnTo>
                    <a:pt x="262" y="6615"/>
                  </a:lnTo>
                  <a:lnTo>
                    <a:pt x="806" y="5201"/>
                  </a:lnTo>
                  <a:lnTo>
                    <a:pt x="8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4"/>
            <p:cNvSpPr/>
            <p:nvPr/>
          </p:nvSpPr>
          <p:spPr>
            <a:xfrm>
              <a:off x="2420053" y="2226882"/>
              <a:ext cx="86237" cy="271814"/>
            </a:xfrm>
            <a:custGeom>
              <a:rect b="b" l="l" r="r" t="t"/>
              <a:pathLst>
                <a:path extrusionOk="0" h="1741" w="501">
                  <a:moveTo>
                    <a:pt x="349" y="0"/>
                  </a:moveTo>
                  <a:lnTo>
                    <a:pt x="283" y="1001"/>
                  </a:lnTo>
                  <a:lnTo>
                    <a:pt x="1" y="1741"/>
                  </a:lnTo>
                  <a:lnTo>
                    <a:pt x="1" y="1741"/>
                  </a:lnTo>
                  <a:lnTo>
                    <a:pt x="392" y="1001"/>
                  </a:lnTo>
                  <a:lnTo>
                    <a:pt x="501" y="65"/>
                  </a:lnTo>
                  <a:lnTo>
                    <a:pt x="3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4"/>
            <p:cNvSpPr/>
            <p:nvPr/>
          </p:nvSpPr>
          <p:spPr>
            <a:xfrm>
              <a:off x="2569806" y="2182698"/>
              <a:ext cx="33910" cy="631994"/>
            </a:xfrm>
            <a:custGeom>
              <a:rect b="b" l="l" r="r" t="t"/>
              <a:pathLst>
                <a:path extrusionOk="0" h="4048" w="197">
                  <a:moveTo>
                    <a:pt x="131" y="0"/>
                  </a:moveTo>
                  <a:lnTo>
                    <a:pt x="1" y="2677"/>
                  </a:lnTo>
                  <a:lnTo>
                    <a:pt x="88" y="4047"/>
                  </a:lnTo>
                  <a:lnTo>
                    <a:pt x="197" y="2677"/>
                  </a:lnTo>
                  <a:lnTo>
                    <a:pt x="1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4"/>
            <p:cNvSpPr/>
            <p:nvPr/>
          </p:nvSpPr>
          <p:spPr>
            <a:xfrm>
              <a:off x="3161585" y="2600493"/>
              <a:ext cx="82622" cy="788275"/>
            </a:xfrm>
            <a:custGeom>
              <a:rect b="b" l="l" r="r" t="t"/>
              <a:pathLst>
                <a:path extrusionOk="0" h="5049" w="480">
                  <a:moveTo>
                    <a:pt x="284" y="1"/>
                  </a:moveTo>
                  <a:lnTo>
                    <a:pt x="1" y="1045"/>
                  </a:lnTo>
                  <a:lnTo>
                    <a:pt x="153" y="3155"/>
                  </a:lnTo>
                  <a:lnTo>
                    <a:pt x="479" y="5048"/>
                  </a:lnTo>
                  <a:lnTo>
                    <a:pt x="240" y="3112"/>
                  </a:lnTo>
                  <a:lnTo>
                    <a:pt x="109" y="1088"/>
                  </a:lnTo>
                  <a:lnTo>
                    <a:pt x="2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4"/>
            <p:cNvSpPr/>
            <p:nvPr/>
          </p:nvSpPr>
          <p:spPr>
            <a:xfrm>
              <a:off x="2378915" y="2060294"/>
              <a:ext cx="153712" cy="176890"/>
            </a:xfrm>
            <a:custGeom>
              <a:rect b="b" l="l" r="r" t="t"/>
              <a:pathLst>
                <a:path extrusionOk="0" h="1133" w="893">
                  <a:moveTo>
                    <a:pt x="892" y="1"/>
                  </a:moveTo>
                  <a:lnTo>
                    <a:pt x="0" y="632"/>
                  </a:lnTo>
                  <a:lnTo>
                    <a:pt x="740" y="1132"/>
                  </a:lnTo>
                  <a:lnTo>
                    <a:pt x="89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4"/>
            <p:cNvSpPr/>
            <p:nvPr/>
          </p:nvSpPr>
          <p:spPr>
            <a:xfrm>
              <a:off x="3543539" y="2943659"/>
              <a:ext cx="165073" cy="203899"/>
            </a:xfrm>
            <a:custGeom>
              <a:rect b="b" l="l" r="r" t="t"/>
              <a:pathLst>
                <a:path extrusionOk="0" h="1306" w="959">
                  <a:moveTo>
                    <a:pt x="1" y="0"/>
                  </a:moveTo>
                  <a:lnTo>
                    <a:pt x="219" y="849"/>
                  </a:lnTo>
                  <a:lnTo>
                    <a:pt x="958" y="1306"/>
                  </a:lnTo>
                  <a:lnTo>
                    <a:pt x="306" y="740"/>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24"/>
            <p:cNvSpPr/>
            <p:nvPr/>
          </p:nvSpPr>
          <p:spPr>
            <a:xfrm>
              <a:off x="2371341" y="3084642"/>
              <a:ext cx="209999" cy="98671"/>
            </a:xfrm>
            <a:custGeom>
              <a:rect b="b" l="l" r="r" t="t"/>
              <a:pathLst>
                <a:path extrusionOk="0" h="632" w="1220">
                  <a:moveTo>
                    <a:pt x="604" y="0"/>
                  </a:moveTo>
                  <a:cubicBezTo>
                    <a:pt x="463" y="0"/>
                    <a:pt x="327" y="33"/>
                    <a:pt x="240" y="98"/>
                  </a:cubicBezTo>
                  <a:cubicBezTo>
                    <a:pt x="1" y="207"/>
                    <a:pt x="1" y="403"/>
                    <a:pt x="240" y="533"/>
                  </a:cubicBezTo>
                  <a:cubicBezTo>
                    <a:pt x="327" y="598"/>
                    <a:pt x="463" y="631"/>
                    <a:pt x="604" y="631"/>
                  </a:cubicBezTo>
                  <a:cubicBezTo>
                    <a:pt x="746" y="631"/>
                    <a:pt x="893" y="598"/>
                    <a:pt x="1002" y="533"/>
                  </a:cubicBezTo>
                  <a:cubicBezTo>
                    <a:pt x="1219" y="424"/>
                    <a:pt x="1219" y="229"/>
                    <a:pt x="1002" y="98"/>
                  </a:cubicBezTo>
                  <a:cubicBezTo>
                    <a:pt x="893" y="33"/>
                    <a:pt x="746" y="0"/>
                    <a:pt x="604" y="0"/>
                  </a:cubicBezTo>
                  <a:close/>
                </a:path>
              </a:pathLst>
            </a:custGeom>
            <a:solidFill>
              <a:srgbClr val="9567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4"/>
            <p:cNvSpPr/>
            <p:nvPr/>
          </p:nvSpPr>
          <p:spPr>
            <a:xfrm>
              <a:off x="2341391" y="2607362"/>
              <a:ext cx="254925" cy="568451"/>
            </a:xfrm>
            <a:custGeom>
              <a:rect b="b" l="l" r="r" t="t"/>
              <a:pathLst>
                <a:path extrusionOk="0" h="3641" w="1481">
                  <a:moveTo>
                    <a:pt x="1322" y="397"/>
                  </a:moveTo>
                  <a:cubicBezTo>
                    <a:pt x="1289" y="513"/>
                    <a:pt x="1263" y="641"/>
                    <a:pt x="1263" y="762"/>
                  </a:cubicBezTo>
                  <a:cubicBezTo>
                    <a:pt x="1241" y="1110"/>
                    <a:pt x="914" y="1393"/>
                    <a:pt x="914" y="1393"/>
                  </a:cubicBezTo>
                  <a:cubicBezTo>
                    <a:pt x="914" y="1393"/>
                    <a:pt x="1110" y="1066"/>
                    <a:pt x="1154" y="892"/>
                  </a:cubicBezTo>
                  <a:cubicBezTo>
                    <a:pt x="1207" y="767"/>
                    <a:pt x="1276" y="554"/>
                    <a:pt x="1322" y="397"/>
                  </a:cubicBezTo>
                  <a:close/>
                  <a:moveTo>
                    <a:pt x="1480" y="0"/>
                  </a:moveTo>
                  <a:cubicBezTo>
                    <a:pt x="1480" y="0"/>
                    <a:pt x="1392" y="168"/>
                    <a:pt x="1328" y="379"/>
                  </a:cubicBezTo>
                  <a:lnTo>
                    <a:pt x="1328" y="379"/>
                  </a:lnTo>
                  <a:cubicBezTo>
                    <a:pt x="1336" y="352"/>
                    <a:pt x="1343" y="327"/>
                    <a:pt x="1350" y="305"/>
                  </a:cubicBezTo>
                  <a:lnTo>
                    <a:pt x="1350" y="305"/>
                  </a:lnTo>
                  <a:cubicBezTo>
                    <a:pt x="1350" y="305"/>
                    <a:pt x="1132" y="740"/>
                    <a:pt x="1110" y="892"/>
                  </a:cubicBezTo>
                  <a:cubicBezTo>
                    <a:pt x="1045" y="1066"/>
                    <a:pt x="893" y="1219"/>
                    <a:pt x="827" y="1371"/>
                  </a:cubicBezTo>
                  <a:cubicBezTo>
                    <a:pt x="827" y="1371"/>
                    <a:pt x="697" y="1306"/>
                    <a:pt x="653" y="1175"/>
                  </a:cubicBezTo>
                  <a:cubicBezTo>
                    <a:pt x="588" y="1044"/>
                    <a:pt x="566" y="892"/>
                    <a:pt x="653" y="718"/>
                  </a:cubicBezTo>
                  <a:lnTo>
                    <a:pt x="653" y="718"/>
                  </a:lnTo>
                  <a:cubicBezTo>
                    <a:pt x="653" y="718"/>
                    <a:pt x="545" y="870"/>
                    <a:pt x="501" y="1001"/>
                  </a:cubicBezTo>
                  <a:cubicBezTo>
                    <a:pt x="501" y="1175"/>
                    <a:pt x="588" y="1371"/>
                    <a:pt x="653" y="1545"/>
                  </a:cubicBezTo>
                  <a:cubicBezTo>
                    <a:pt x="719" y="1741"/>
                    <a:pt x="675" y="1958"/>
                    <a:pt x="675" y="1958"/>
                  </a:cubicBezTo>
                  <a:cubicBezTo>
                    <a:pt x="675" y="1958"/>
                    <a:pt x="501" y="1741"/>
                    <a:pt x="370" y="1632"/>
                  </a:cubicBezTo>
                  <a:cubicBezTo>
                    <a:pt x="240" y="1523"/>
                    <a:pt x="66" y="1436"/>
                    <a:pt x="66" y="740"/>
                  </a:cubicBezTo>
                  <a:lnTo>
                    <a:pt x="66" y="740"/>
                  </a:lnTo>
                  <a:cubicBezTo>
                    <a:pt x="66" y="740"/>
                    <a:pt x="1" y="1306"/>
                    <a:pt x="131" y="1588"/>
                  </a:cubicBezTo>
                  <a:cubicBezTo>
                    <a:pt x="262" y="1849"/>
                    <a:pt x="588" y="1937"/>
                    <a:pt x="588" y="2285"/>
                  </a:cubicBezTo>
                  <a:cubicBezTo>
                    <a:pt x="610" y="2633"/>
                    <a:pt x="588" y="3133"/>
                    <a:pt x="327" y="3394"/>
                  </a:cubicBezTo>
                  <a:cubicBezTo>
                    <a:pt x="327" y="3394"/>
                    <a:pt x="377" y="3511"/>
                    <a:pt x="433" y="3511"/>
                  </a:cubicBezTo>
                  <a:cubicBezTo>
                    <a:pt x="441" y="3511"/>
                    <a:pt x="449" y="3509"/>
                    <a:pt x="458" y="3503"/>
                  </a:cubicBezTo>
                  <a:cubicBezTo>
                    <a:pt x="458" y="3503"/>
                    <a:pt x="497" y="3491"/>
                    <a:pt x="545" y="3491"/>
                  </a:cubicBezTo>
                  <a:cubicBezTo>
                    <a:pt x="608" y="3491"/>
                    <a:pt x="684" y="3512"/>
                    <a:pt x="697" y="3612"/>
                  </a:cubicBezTo>
                  <a:cubicBezTo>
                    <a:pt x="697" y="3612"/>
                    <a:pt x="755" y="3641"/>
                    <a:pt x="826" y="3641"/>
                  </a:cubicBezTo>
                  <a:cubicBezTo>
                    <a:pt x="861" y="3641"/>
                    <a:pt x="900" y="3634"/>
                    <a:pt x="936" y="3612"/>
                  </a:cubicBezTo>
                  <a:cubicBezTo>
                    <a:pt x="958" y="3547"/>
                    <a:pt x="1089" y="3547"/>
                    <a:pt x="1219" y="3394"/>
                  </a:cubicBezTo>
                  <a:cubicBezTo>
                    <a:pt x="1219" y="3394"/>
                    <a:pt x="871" y="3046"/>
                    <a:pt x="871" y="2742"/>
                  </a:cubicBezTo>
                  <a:cubicBezTo>
                    <a:pt x="871" y="2459"/>
                    <a:pt x="914" y="2154"/>
                    <a:pt x="914" y="1958"/>
                  </a:cubicBezTo>
                  <a:cubicBezTo>
                    <a:pt x="914" y="1762"/>
                    <a:pt x="871" y="1545"/>
                    <a:pt x="1023" y="1371"/>
                  </a:cubicBezTo>
                  <a:cubicBezTo>
                    <a:pt x="1197" y="1175"/>
                    <a:pt x="1306" y="1001"/>
                    <a:pt x="1306" y="762"/>
                  </a:cubicBezTo>
                  <a:cubicBezTo>
                    <a:pt x="1306" y="544"/>
                    <a:pt x="1480" y="0"/>
                    <a:pt x="148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24"/>
            <p:cNvSpPr/>
            <p:nvPr/>
          </p:nvSpPr>
          <p:spPr>
            <a:xfrm>
              <a:off x="2378915" y="2739758"/>
              <a:ext cx="26336" cy="119123"/>
            </a:xfrm>
            <a:custGeom>
              <a:rect b="b" l="l" r="r" t="t"/>
              <a:pathLst>
                <a:path extrusionOk="0" h="763" w="153">
                  <a:moveTo>
                    <a:pt x="152" y="1"/>
                  </a:moveTo>
                  <a:lnTo>
                    <a:pt x="152" y="1"/>
                  </a:lnTo>
                  <a:cubicBezTo>
                    <a:pt x="152" y="1"/>
                    <a:pt x="87" y="196"/>
                    <a:pt x="22" y="327"/>
                  </a:cubicBezTo>
                  <a:cubicBezTo>
                    <a:pt x="0" y="458"/>
                    <a:pt x="109" y="632"/>
                    <a:pt x="22" y="653"/>
                  </a:cubicBezTo>
                  <a:cubicBezTo>
                    <a:pt x="22" y="653"/>
                    <a:pt x="131" y="762"/>
                    <a:pt x="152" y="762"/>
                  </a:cubicBezTo>
                  <a:cubicBezTo>
                    <a:pt x="152" y="762"/>
                    <a:pt x="87" y="566"/>
                    <a:pt x="87" y="436"/>
                  </a:cubicBezTo>
                  <a:cubicBezTo>
                    <a:pt x="87" y="305"/>
                    <a:pt x="152" y="1"/>
                    <a:pt x="15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24"/>
            <p:cNvSpPr/>
            <p:nvPr/>
          </p:nvSpPr>
          <p:spPr>
            <a:xfrm>
              <a:off x="2375128" y="2756776"/>
              <a:ext cx="172474" cy="398275"/>
            </a:xfrm>
            <a:custGeom>
              <a:rect b="b" l="l" r="r" t="t"/>
              <a:pathLst>
                <a:path extrusionOk="0" h="2551" w="1002">
                  <a:moveTo>
                    <a:pt x="0" y="501"/>
                  </a:moveTo>
                  <a:lnTo>
                    <a:pt x="0" y="501"/>
                  </a:lnTo>
                  <a:cubicBezTo>
                    <a:pt x="21" y="583"/>
                    <a:pt x="41" y="626"/>
                    <a:pt x="99" y="649"/>
                  </a:cubicBezTo>
                  <a:lnTo>
                    <a:pt x="99" y="649"/>
                  </a:lnTo>
                  <a:cubicBezTo>
                    <a:pt x="61" y="606"/>
                    <a:pt x="27" y="554"/>
                    <a:pt x="0" y="501"/>
                  </a:cubicBezTo>
                  <a:close/>
                  <a:moveTo>
                    <a:pt x="327" y="0"/>
                  </a:moveTo>
                  <a:lnTo>
                    <a:pt x="327" y="0"/>
                  </a:lnTo>
                  <a:cubicBezTo>
                    <a:pt x="349" y="87"/>
                    <a:pt x="479" y="457"/>
                    <a:pt x="501" y="544"/>
                  </a:cubicBezTo>
                  <a:cubicBezTo>
                    <a:pt x="588" y="718"/>
                    <a:pt x="544" y="980"/>
                    <a:pt x="544" y="980"/>
                  </a:cubicBezTo>
                  <a:lnTo>
                    <a:pt x="501" y="1110"/>
                  </a:lnTo>
                  <a:lnTo>
                    <a:pt x="436" y="1001"/>
                  </a:lnTo>
                  <a:cubicBezTo>
                    <a:pt x="436" y="1001"/>
                    <a:pt x="262" y="784"/>
                    <a:pt x="131" y="675"/>
                  </a:cubicBezTo>
                  <a:lnTo>
                    <a:pt x="109" y="653"/>
                  </a:lnTo>
                  <a:cubicBezTo>
                    <a:pt x="106" y="652"/>
                    <a:pt x="102" y="651"/>
                    <a:pt x="99" y="649"/>
                  </a:cubicBezTo>
                  <a:lnTo>
                    <a:pt x="99" y="649"/>
                  </a:lnTo>
                  <a:cubicBezTo>
                    <a:pt x="123" y="677"/>
                    <a:pt x="149" y="701"/>
                    <a:pt x="174" y="718"/>
                  </a:cubicBezTo>
                  <a:cubicBezTo>
                    <a:pt x="283" y="871"/>
                    <a:pt x="457" y="1001"/>
                    <a:pt x="457" y="1241"/>
                  </a:cubicBezTo>
                  <a:cubicBezTo>
                    <a:pt x="457" y="1567"/>
                    <a:pt x="349" y="2067"/>
                    <a:pt x="153" y="2350"/>
                  </a:cubicBezTo>
                  <a:cubicBezTo>
                    <a:pt x="174" y="2416"/>
                    <a:pt x="240" y="2437"/>
                    <a:pt x="240" y="2437"/>
                  </a:cubicBezTo>
                  <a:cubicBezTo>
                    <a:pt x="240" y="2437"/>
                    <a:pt x="336" y="2399"/>
                    <a:pt x="414" y="2399"/>
                  </a:cubicBezTo>
                  <a:cubicBezTo>
                    <a:pt x="453" y="2399"/>
                    <a:pt x="486" y="2408"/>
                    <a:pt x="501" y="2437"/>
                  </a:cubicBezTo>
                  <a:cubicBezTo>
                    <a:pt x="544" y="2503"/>
                    <a:pt x="544" y="2546"/>
                    <a:pt x="544" y="2546"/>
                  </a:cubicBezTo>
                  <a:cubicBezTo>
                    <a:pt x="544" y="2546"/>
                    <a:pt x="573" y="2551"/>
                    <a:pt x="619" y="2551"/>
                  </a:cubicBezTo>
                  <a:cubicBezTo>
                    <a:pt x="711" y="2551"/>
                    <a:pt x="871" y="2532"/>
                    <a:pt x="1001" y="2416"/>
                  </a:cubicBezTo>
                  <a:cubicBezTo>
                    <a:pt x="871" y="2307"/>
                    <a:pt x="610" y="1980"/>
                    <a:pt x="610" y="1763"/>
                  </a:cubicBezTo>
                  <a:cubicBezTo>
                    <a:pt x="610" y="1567"/>
                    <a:pt x="610" y="1415"/>
                    <a:pt x="653" y="1241"/>
                  </a:cubicBezTo>
                  <a:cubicBezTo>
                    <a:pt x="675" y="1132"/>
                    <a:pt x="675" y="1067"/>
                    <a:pt x="675" y="980"/>
                  </a:cubicBezTo>
                  <a:lnTo>
                    <a:pt x="675" y="871"/>
                  </a:lnTo>
                  <a:cubicBezTo>
                    <a:pt x="675" y="718"/>
                    <a:pt x="675" y="566"/>
                    <a:pt x="936" y="218"/>
                  </a:cubicBezTo>
                  <a:lnTo>
                    <a:pt x="936" y="218"/>
                  </a:lnTo>
                  <a:lnTo>
                    <a:pt x="784" y="370"/>
                  </a:lnTo>
                  <a:lnTo>
                    <a:pt x="675" y="457"/>
                  </a:lnTo>
                  <a:cubicBezTo>
                    <a:pt x="675" y="457"/>
                    <a:pt x="805" y="153"/>
                    <a:pt x="893" y="44"/>
                  </a:cubicBezTo>
                  <a:lnTo>
                    <a:pt x="827" y="22"/>
                  </a:lnTo>
                  <a:cubicBezTo>
                    <a:pt x="827" y="22"/>
                    <a:pt x="675" y="327"/>
                    <a:pt x="610" y="370"/>
                  </a:cubicBezTo>
                  <a:cubicBezTo>
                    <a:pt x="588" y="370"/>
                    <a:pt x="436" y="349"/>
                    <a:pt x="327" y="0"/>
                  </a:cubicBezTo>
                  <a:close/>
                </a:path>
              </a:pathLst>
            </a:custGeom>
            <a:solidFill>
              <a:srgbClr val="FFFFFF">
                <a:alpha val="100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24"/>
            <p:cNvSpPr/>
            <p:nvPr/>
          </p:nvSpPr>
          <p:spPr>
            <a:xfrm>
              <a:off x="2288891" y="2518995"/>
              <a:ext cx="359752" cy="251517"/>
            </a:xfrm>
            <a:custGeom>
              <a:rect b="b" l="l" r="r" t="t"/>
              <a:pathLst>
                <a:path extrusionOk="0" h="1611" w="2090">
                  <a:moveTo>
                    <a:pt x="545" y="1436"/>
                  </a:moveTo>
                  <a:cubicBezTo>
                    <a:pt x="545" y="1436"/>
                    <a:pt x="501" y="1567"/>
                    <a:pt x="349" y="1523"/>
                  </a:cubicBezTo>
                  <a:cubicBezTo>
                    <a:pt x="219" y="1502"/>
                    <a:pt x="1" y="1175"/>
                    <a:pt x="1" y="958"/>
                  </a:cubicBezTo>
                  <a:cubicBezTo>
                    <a:pt x="1" y="740"/>
                    <a:pt x="66" y="740"/>
                    <a:pt x="66" y="740"/>
                  </a:cubicBezTo>
                  <a:cubicBezTo>
                    <a:pt x="66" y="740"/>
                    <a:pt x="23" y="588"/>
                    <a:pt x="110" y="544"/>
                  </a:cubicBezTo>
                  <a:cubicBezTo>
                    <a:pt x="153" y="457"/>
                    <a:pt x="219" y="457"/>
                    <a:pt x="219" y="457"/>
                  </a:cubicBezTo>
                  <a:cubicBezTo>
                    <a:pt x="219" y="457"/>
                    <a:pt x="240" y="348"/>
                    <a:pt x="327" y="327"/>
                  </a:cubicBezTo>
                  <a:cubicBezTo>
                    <a:pt x="414" y="305"/>
                    <a:pt x="436" y="327"/>
                    <a:pt x="436" y="327"/>
                  </a:cubicBezTo>
                  <a:cubicBezTo>
                    <a:pt x="436" y="327"/>
                    <a:pt x="458" y="196"/>
                    <a:pt x="567" y="153"/>
                  </a:cubicBezTo>
                  <a:cubicBezTo>
                    <a:pt x="675" y="131"/>
                    <a:pt x="719" y="153"/>
                    <a:pt x="719" y="153"/>
                  </a:cubicBezTo>
                  <a:cubicBezTo>
                    <a:pt x="719" y="153"/>
                    <a:pt x="763" y="44"/>
                    <a:pt x="871" y="44"/>
                  </a:cubicBezTo>
                  <a:cubicBezTo>
                    <a:pt x="980" y="44"/>
                    <a:pt x="1002" y="87"/>
                    <a:pt x="1002" y="87"/>
                  </a:cubicBezTo>
                  <a:cubicBezTo>
                    <a:pt x="1002" y="87"/>
                    <a:pt x="1067" y="0"/>
                    <a:pt x="1154" y="0"/>
                  </a:cubicBezTo>
                  <a:cubicBezTo>
                    <a:pt x="1219" y="0"/>
                    <a:pt x="1306" y="44"/>
                    <a:pt x="1306" y="44"/>
                  </a:cubicBezTo>
                  <a:cubicBezTo>
                    <a:pt x="1306" y="44"/>
                    <a:pt x="1415" y="0"/>
                    <a:pt x="1524" y="44"/>
                  </a:cubicBezTo>
                  <a:cubicBezTo>
                    <a:pt x="1633" y="109"/>
                    <a:pt x="1633" y="153"/>
                    <a:pt x="1633" y="153"/>
                  </a:cubicBezTo>
                  <a:cubicBezTo>
                    <a:pt x="1633" y="153"/>
                    <a:pt x="1763" y="196"/>
                    <a:pt x="1807" y="240"/>
                  </a:cubicBezTo>
                  <a:cubicBezTo>
                    <a:pt x="1829" y="305"/>
                    <a:pt x="1850" y="370"/>
                    <a:pt x="1850" y="370"/>
                  </a:cubicBezTo>
                  <a:cubicBezTo>
                    <a:pt x="1850" y="370"/>
                    <a:pt x="1937" y="414"/>
                    <a:pt x="1959" y="435"/>
                  </a:cubicBezTo>
                  <a:cubicBezTo>
                    <a:pt x="1981" y="479"/>
                    <a:pt x="1959" y="566"/>
                    <a:pt x="1959" y="566"/>
                  </a:cubicBezTo>
                  <a:cubicBezTo>
                    <a:pt x="1959" y="566"/>
                    <a:pt x="2046" y="588"/>
                    <a:pt x="2068" y="675"/>
                  </a:cubicBezTo>
                  <a:cubicBezTo>
                    <a:pt x="2090" y="740"/>
                    <a:pt x="2046" y="784"/>
                    <a:pt x="2046" y="784"/>
                  </a:cubicBezTo>
                  <a:cubicBezTo>
                    <a:pt x="2046" y="784"/>
                    <a:pt x="2090" y="849"/>
                    <a:pt x="2090" y="958"/>
                  </a:cubicBezTo>
                  <a:cubicBezTo>
                    <a:pt x="2090" y="1066"/>
                    <a:pt x="2046" y="1088"/>
                    <a:pt x="2046" y="1088"/>
                  </a:cubicBezTo>
                  <a:cubicBezTo>
                    <a:pt x="2046" y="1088"/>
                    <a:pt x="2090" y="1110"/>
                    <a:pt x="2068" y="1175"/>
                  </a:cubicBezTo>
                  <a:cubicBezTo>
                    <a:pt x="2068" y="1219"/>
                    <a:pt x="1959" y="1349"/>
                    <a:pt x="1850" y="1349"/>
                  </a:cubicBezTo>
                  <a:lnTo>
                    <a:pt x="1720" y="1349"/>
                  </a:lnTo>
                  <a:cubicBezTo>
                    <a:pt x="1720" y="1349"/>
                    <a:pt x="1546" y="1545"/>
                    <a:pt x="1350" y="1545"/>
                  </a:cubicBezTo>
                  <a:cubicBezTo>
                    <a:pt x="1285" y="1545"/>
                    <a:pt x="1111" y="1545"/>
                    <a:pt x="1111" y="1415"/>
                  </a:cubicBezTo>
                  <a:cubicBezTo>
                    <a:pt x="1111" y="1415"/>
                    <a:pt x="1024" y="1523"/>
                    <a:pt x="850" y="1545"/>
                  </a:cubicBezTo>
                  <a:cubicBezTo>
                    <a:pt x="632" y="1610"/>
                    <a:pt x="545" y="1436"/>
                    <a:pt x="545" y="14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24"/>
            <p:cNvSpPr/>
            <p:nvPr/>
          </p:nvSpPr>
          <p:spPr>
            <a:xfrm>
              <a:off x="2319014" y="2644677"/>
              <a:ext cx="41311" cy="13739"/>
            </a:xfrm>
            <a:custGeom>
              <a:rect b="b" l="l" r="r" t="t"/>
              <a:pathLst>
                <a:path extrusionOk="0" h="88" w="240">
                  <a:moveTo>
                    <a:pt x="239" y="0"/>
                  </a:moveTo>
                  <a:lnTo>
                    <a:pt x="239" y="0"/>
                  </a:lnTo>
                  <a:cubicBezTo>
                    <a:pt x="176" y="32"/>
                    <a:pt x="112" y="52"/>
                    <a:pt x="57" y="52"/>
                  </a:cubicBezTo>
                  <a:cubicBezTo>
                    <a:pt x="37" y="52"/>
                    <a:pt x="18" y="50"/>
                    <a:pt x="0" y="44"/>
                  </a:cubicBezTo>
                  <a:lnTo>
                    <a:pt x="0" y="44"/>
                  </a:lnTo>
                  <a:cubicBezTo>
                    <a:pt x="22" y="66"/>
                    <a:pt x="65" y="87"/>
                    <a:pt x="131" y="87"/>
                  </a:cubicBezTo>
                  <a:cubicBezTo>
                    <a:pt x="174" y="87"/>
                    <a:pt x="239" y="66"/>
                    <a:pt x="23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4"/>
            <p:cNvSpPr/>
            <p:nvPr/>
          </p:nvSpPr>
          <p:spPr>
            <a:xfrm>
              <a:off x="2378915" y="2593779"/>
              <a:ext cx="41311" cy="14988"/>
            </a:xfrm>
            <a:custGeom>
              <a:rect b="b" l="l" r="r" t="t"/>
              <a:pathLst>
                <a:path extrusionOk="0" h="96" w="240">
                  <a:moveTo>
                    <a:pt x="240" y="0"/>
                  </a:moveTo>
                  <a:cubicBezTo>
                    <a:pt x="160" y="32"/>
                    <a:pt x="115" y="52"/>
                    <a:pt x="63" y="52"/>
                  </a:cubicBezTo>
                  <a:cubicBezTo>
                    <a:pt x="44" y="52"/>
                    <a:pt x="24" y="49"/>
                    <a:pt x="0" y="44"/>
                  </a:cubicBezTo>
                  <a:lnTo>
                    <a:pt x="0" y="44"/>
                  </a:lnTo>
                  <a:cubicBezTo>
                    <a:pt x="16" y="75"/>
                    <a:pt x="55" y="96"/>
                    <a:pt x="92" y="96"/>
                  </a:cubicBezTo>
                  <a:cubicBezTo>
                    <a:pt x="106" y="96"/>
                    <a:pt x="119" y="93"/>
                    <a:pt x="131" y="87"/>
                  </a:cubicBezTo>
                  <a:cubicBezTo>
                    <a:pt x="196" y="87"/>
                    <a:pt x="240" y="65"/>
                    <a:pt x="24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4"/>
            <p:cNvSpPr/>
            <p:nvPr/>
          </p:nvSpPr>
          <p:spPr>
            <a:xfrm>
              <a:off x="2453791" y="2566457"/>
              <a:ext cx="52500" cy="14832"/>
            </a:xfrm>
            <a:custGeom>
              <a:rect b="b" l="l" r="r" t="t"/>
              <a:pathLst>
                <a:path extrusionOk="0" h="95" w="305">
                  <a:moveTo>
                    <a:pt x="305" y="1"/>
                  </a:moveTo>
                  <a:cubicBezTo>
                    <a:pt x="241" y="26"/>
                    <a:pt x="185" y="37"/>
                    <a:pt x="127" y="37"/>
                  </a:cubicBezTo>
                  <a:cubicBezTo>
                    <a:pt x="87" y="37"/>
                    <a:pt x="45" y="32"/>
                    <a:pt x="0" y="23"/>
                  </a:cubicBezTo>
                  <a:lnTo>
                    <a:pt x="0" y="23"/>
                  </a:lnTo>
                  <a:cubicBezTo>
                    <a:pt x="20" y="72"/>
                    <a:pt x="70" y="94"/>
                    <a:pt x="126" y="94"/>
                  </a:cubicBezTo>
                  <a:cubicBezTo>
                    <a:pt x="194" y="94"/>
                    <a:pt x="269" y="61"/>
                    <a:pt x="30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4"/>
            <p:cNvSpPr/>
            <p:nvPr/>
          </p:nvSpPr>
          <p:spPr>
            <a:xfrm>
              <a:off x="2543642" y="2569892"/>
              <a:ext cx="37696" cy="23106"/>
            </a:xfrm>
            <a:custGeom>
              <a:rect b="b" l="l" r="r" t="t"/>
              <a:pathLst>
                <a:path extrusionOk="0" h="148" w="219">
                  <a:moveTo>
                    <a:pt x="1" y="1"/>
                  </a:moveTo>
                  <a:cubicBezTo>
                    <a:pt x="1" y="44"/>
                    <a:pt x="22" y="109"/>
                    <a:pt x="44" y="131"/>
                  </a:cubicBezTo>
                  <a:cubicBezTo>
                    <a:pt x="77" y="142"/>
                    <a:pt x="104" y="148"/>
                    <a:pt x="131" y="148"/>
                  </a:cubicBezTo>
                  <a:cubicBezTo>
                    <a:pt x="158" y="148"/>
                    <a:pt x="185" y="142"/>
                    <a:pt x="218" y="131"/>
                  </a:cubicBezTo>
                  <a:cubicBezTo>
                    <a:pt x="131" y="131"/>
                    <a:pt x="44" y="88"/>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4"/>
            <p:cNvSpPr/>
            <p:nvPr/>
          </p:nvSpPr>
          <p:spPr>
            <a:xfrm>
              <a:off x="2401291" y="2702444"/>
              <a:ext cx="56459" cy="10304"/>
            </a:xfrm>
            <a:custGeom>
              <a:rect b="b" l="l" r="r" t="t"/>
              <a:pathLst>
                <a:path extrusionOk="0" h="66" w="328">
                  <a:moveTo>
                    <a:pt x="164" y="0"/>
                  </a:moveTo>
                  <a:cubicBezTo>
                    <a:pt x="104" y="0"/>
                    <a:pt x="44" y="22"/>
                    <a:pt x="1" y="66"/>
                  </a:cubicBezTo>
                  <a:lnTo>
                    <a:pt x="327" y="66"/>
                  </a:lnTo>
                  <a:cubicBezTo>
                    <a:pt x="284" y="22"/>
                    <a:pt x="224" y="0"/>
                    <a:pt x="1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4"/>
            <p:cNvSpPr/>
            <p:nvPr/>
          </p:nvSpPr>
          <p:spPr>
            <a:xfrm>
              <a:off x="2494930" y="2705878"/>
              <a:ext cx="52672" cy="17018"/>
            </a:xfrm>
            <a:custGeom>
              <a:rect b="b" l="l" r="r" t="t"/>
              <a:pathLst>
                <a:path extrusionOk="0" h="109" w="306">
                  <a:moveTo>
                    <a:pt x="131" y="0"/>
                  </a:moveTo>
                  <a:cubicBezTo>
                    <a:pt x="88" y="0"/>
                    <a:pt x="1" y="44"/>
                    <a:pt x="1" y="109"/>
                  </a:cubicBezTo>
                  <a:cubicBezTo>
                    <a:pt x="88" y="22"/>
                    <a:pt x="175" y="44"/>
                    <a:pt x="305" y="22"/>
                  </a:cubicBezTo>
                  <a:cubicBezTo>
                    <a:pt x="240" y="0"/>
                    <a:pt x="197" y="0"/>
                    <a:pt x="1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4"/>
            <p:cNvSpPr/>
            <p:nvPr/>
          </p:nvSpPr>
          <p:spPr>
            <a:xfrm>
              <a:off x="2581166" y="2688861"/>
              <a:ext cx="41311" cy="13739"/>
            </a:xfrm>
            <a:custGeom>
              <a:rect b="b" l="l" r="r" t="t"/>
              <a:pathLst>
                <a:path extrusionOk="0" h="88" w="240">
                  <a:moveTo>
                    <a:pt x="109" y="0"/>
                  </a:moveTo>
                  <a:cubicBezTo>
                    <a:pt x="44" y="0"/>
                    <a:pt x="22" y="22"/>
                    <a:pt x="0" y="87"/>
                  </a:cubicBezTo>
                  <a:cubicBezTo>
                    <a:pt x="44" y="87"/>
                    <a:pt x="65" y="44"/>
                    <a:pt x="109" y="44"/>
                  </a:cubicBezTo>
                  <a:cubicBezTo>
                    <a:pt x="152" y="44"/>
                    <a:pt x="174" y="44"/>
                    <a:pt x="239" y="22"/>
                  </a:cubicBezTo>
                  <a:cubicBezTo>
                    <a:pt x="174" y="0"/>
                    <a:pt x="152" y="0"/>
                    <a:pt x="10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4"/>
            <p:cNvSpPr/>
            <p:nvPr/>
          </p:nvSpPr>
          <p:spPr>
            <a:xfrm>
              <a:off x="2584781" y="2624224"/>
              <a:ext cx="33910" cy="27946"/>
            </a:xfrm>
            <a:custGeom>
              <a:rect b="b" l="l" r="r" t="t"/>
              <a:pathLst>
                <a:path extrusionOk="0" h="179" w="197">
                  <a:moveTo>
                    <a:pt x="1" y="1"/>
                  </a:moveTo>
                  <a:cubicBezTo>
                    <a:pt x="1" y="98"/>
                    <a:pt x="88" y="178"/>
                    <a:pt x="169" y="178"/>
                  </a:cubicBezTo>
                  <a:cubicBezTo>
                    <a:pt x="178" y="178"/>
                    <a:pt x="188" y="177"/>
                    <a:pt x="197" y="175"/>
                  </a:cubicBezTo>
                  <a:cubicBezTo>
                    <a:pt x="110" y="110"/>
                    <a:pt x="44" y="88"/>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4"/>
            <p:cNvSpPr/>
            <p:nvPr/>
          </p:nvSpPr>
          <p:spPr>
            <a:xfrm>
              <a:off x="2476167" y="2610641"/>
              <a:ext cx="48885" cy="17642"/>
            </a:xfrm>
            <a:custGeom>
              <a:rect b="b" l="l" r="r" t="t"/>
              <a:pathLst>
                <a:path extrusionOk="0" h="113" w="284">
                  <a:moveTo>
                    <a:pt x="1" y="1"/>
                  </a:moveTo>
                  <a:cubicBezTo>
                    <a:pt x="15" y="70"/>
                    <a:pt x="89" y="112"/>
                    <a:pt x="165" y="112"/>
                  </a:cubicBezTo>
                  <a:cubicBezTo>
                    <a:pt x="208" y="112"/>
                    <a:pt x="252" y="98"/>
                    <a:pt x="284" y="66"/>
                  </a:cubicBezTo>
                  <a:lnTo>
                    <a:pt x="284" y="66"/>
                  </a:lnTo>
                  <a:cubicBezTo>
                    <a:pt x="257" y="72"/>
                    <a:pt x="231" y="74"/>
                    <a:pt x="206" y="74"/>
                  </a:cubicBezTo>
                  <a:cubicBezTo>
                    <a:pt x="131" y="74"/>
                    <a:pt x="66" y="50"/>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4"/>
            <p:cNvSpPr/>
            <p:nvPr/>
          </p:nvSpPr>
          <p:spPr>
            <a:xfrm>
              <a:off x="2397505" y="2641242"/>
              <a:ext cx="45270" cy="24043"/>
            </a:xfrm>
            <a:custGeom>
              <a:rect b="b" l="l" r="r" t="t"/>
              <a:pathLst>
                <a:path extrusionOk="0" h="154" w="263">
                  <a:moveTo>
                    <a:pt x="1" y="1"/>
                  </a:moveTo>
                  <a:cubicBezTo>
                    <a:pt x="1" y="83"/>
                    <a:pt x="89" y="154"/>
                    <a:pt x="179" y="154"/>
                  </a:cubicBezTo>
                  <a:cubicBezTo>
                    <a:pt x="208" y="154"/>
                    <a:pt x="236" y="147"/>
                    <a:pt x="262" y="131"/>
                  </a:cubicBezTo>
                  <a:cubicBezTo>
                    <a:pt x="153" y="109"/>
                    <a:pt x="88" y="88"/>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4"/>
            <p:cNvSpPr/>
            <p:nvPr/>
          </p:nvSpPr>
          <p:spPr>
            <a:xfrm>
              <a:off x="2342079" y="2671843"/>
              <a:ext cx="33221" cy="25448"/>
            </a:xfrm>
            <a:custGeom>
              <a:rect b="b" l="l" r="r" t="t"/>
              <a:pathLst>
                <a:path extrusionOk="0" h="163" w="193">
                  <a:moveTo>
                    <a:pt x="18" y="0"/>
                  </a:moveTo>
                  <a:lnTo>
                    <a:pt x="18" y="0"/>
                  </a:lnTo>
                  <a:cubicBezTo>
                    <a:pt x="0" y="74"/>
                    <a:pt x="74" y="163"/>
                    <a:pt x="150" y="163"/>
                  </a:cubicBezTo>
                  <a:cubicBezTo>
                    <a:pt x="165" y="163"/>
                    <a:pt x="179" y="160"/>
                    <a:pt x="192" y="153"/>
                  </a:cubicBezTo>
                  <a:cubicBezTo>
                    <a:pt x="127" y="109"/>
                    <a:pt x="84" y="87"/>
                    <a:pt x="1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4"/>
            <p:cNvSpPr/>
            <p:nvPr/>
          </p:nvSpPr>
          <p:spPr>
            <a:xfrm>
              <a:off x="2944358" y="3375818"/>
              <a:ext cx="206212" cy="96173"/>
            </a:xfrm>
            <a:custGeom>
              <a:rect b="b" l="l" r="r" t="t"/>
              <a:pathLst>
                <a:path extrusionOk="0" h="616" w="1198">
                  <a:moveTo>
                    <a:pt x="607" y="1"/>
                  </a:moveTo>
                  <a:cubicBezTo>
                    <a:pt x="468" y="1"/>
                    <a:pt x="327" y="28"/>
                    <a:pt x="218" y="82"/>
                  </a:cubicBezTo>
                  <a:cubicBezTo>
                    <a:pt x="1" y="191"/>
                    <a:pt x="1" y="387"/>
                    <a:pt x="218" y="518"/>
                  </a:cubicBezTo>
                  <a:cubicBezTo>
                    <a:pt x="316" y="583"/>
                    <a:pt x="452" y="615"/>
                    <a:pt x="591" y="615"/>
                  </a:cubicBezTo>
                  <a:cubicBezTo>
                    <a:pt x="730" y="615"/>
                    <a:pt x="871" y="583"/>
                    <a:pt x="980" y="518"/>
                  </a:cubicBezTo>
                  <a:cubicBezTo>
                    <a:pt x="1197" y="409"/>
                    <a:pt x="1197" y="213"/>
                    <a:pt x="980" y="82"/>
                  </a:cubicBezTo>
                  <a:cubicBezTo>
                    <a:pt x="882" y="28"/>
                    <a:pt x="746" y="1"/>
                    <a:pt x="607" y="1"/>
                  </a:cubicBezTo>
                  <a:close/>
                </a:path>
              </a:pathLst>
            </a:custGeom>
            <a:solidFill>
              <a:srgbClr val="9567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4"/>
            <p:cNvSpPr/>
            <p:nvPr/>
          </p:nvSpPr>
          <p:spPr>
            <a:xfrm>
              <a:off x="2918195" y="2899476"/>
              <a:ext cx="254752" cy="570481"/>
            </a:xfrm>
            <a:custGeom>
              <a:rect b="b" l="l" r="r" t="t"/>
              <a:pathLst>
                <a:path extrusionOk="0" h="3654" w="1480">
                  <a:moveTo>
                    <a:pt x="181" y="483"/>
                  </a:moveTo>
                  <a:lnTo>
                    <a:pt x="181" y="483"/>
                  </a:lnTo>
                  <a:cubicBezTo>
                    <a:pt x="225" y="630"/>
                    <a:pt x="281" y="793"/>
                    <a:pt x="327" y="914"/>
                  </a:cubicBezTo>
                  <a:cubicBezTo>
                    <a:pt x="370" y="1066"/>
                    <a:pt x="566" y="1393"/>
                    <a:pt x="566" y="1393"/>
                  </a:cubicBezTo>
                  <a:cubicBezTo>
                    <a:pt x="566" y="1393"/>
                    <a:pt x="240" y="1132"/>
                    <a:pt x="218" y="762"/>
                  </a:cubicBezTo>
                  <a:cubicBezTo>
                    <a:pt x="218" y="671"/>
                    <a:pt x="203" y="575"/>
                    <a:pt x="181" y="483"/>
                  </a:cubicBezTo>
                  <a:close/>
                  <a:moveTo>
                    <a:pt x="0" y="0"/>
                  </a:moveTo>
                  <a:cubicBezTo>
                    <a:pt x="0" y="0"/>
                    <a:pt x="174" y="544"/>
                    <a:pt x="174" y="762"/>
                  </a:cubicBezTo>
                  <a:cubicBezTo>
                    <a:pt x="174" y="1023"/>
                    <a:pt x="283" y="1175"/>
                    <a:pt x="457" y="1371"/>
                  </a:cubicBezTo>
                  <a:cubicBezTo>
                    <a:pt x="610" y="1567"/>
                    <a:pt x="566" y="1784"/>
                    <a:pt x="566" y="1958"/>
                  </a:cubicBezTo>
                  <a:cubicBezTo>
                    <a:pt x="566" y="2154"/>
                    <a:pt x="610" y="2459"/>
                    <a:pt x="610" y="2764"/>
                  </a:cubicBezTo>
                  <a:cubicBezTo>
                    <a:pt x="610" y="3046"/>
                    <a:pt x="261" y="3416"/>
                    <a:pt x="261" y="3416"/>
                  </a:cubicBezTo>
                  <a:cubicBezTo>
                    <a:pt x="436" y="3525"/>
                    <a:pt x="544" y="3547"/>
                    <a:pt x="544" y="3634"/>
                  </a:cubicBezTo>
                  <a:cubicBezTo>
                    <a:pt x="581" y="3648"/>
                    <a:pt x="619" y="3653"/>
                    <a:pt x="655" y="3653"/>
                  </a:cubicBezTo>
                  <a:cubicBezTo>
                    <a:pt x="726" y="3653"/>
                    <a:pt x="784" y="3634"/>
                    <a:pt x="784" y="3634"/>
                  </a:cubicBezTo>
                  <a:cubicBezTo>
                    <a:pt x="795" y="3530"/>
                    <a:pt x="862" y="3506"/>
                    <a:pt x="922" y="3506"/>
                  </a:cubicBezTo>
                  <a:cubicBezTo>
                    <a:pt x="975" y="3506"/>
                    <a:pt x="1023" y="3525"/>
                    <a:pt x="1023" y="3525"/>
                  </a:cubicBezTo>
                  <a:cubicBezTo>
                    <a:pt x="1028" y="3527"/>
                    <a:pt x="1033" y="3528"/>
                    <a:pt x="1038" y="3528"/>
                  </a:cubicBezTo>
                  <a:cubicBezTo>
                    <a:pt x="1098" y="3528"/>
                    <a:pt x="1154" y="3416"/>
                    <a:pt x="1154" y="3416"/>
                  </a:cubicBezTo>
                  <a:cubicBezTo>
                    <a:pt x="892" y="3133"/>
                    <a:pt x="871" y="2655"/>
                    <a:pt x="892" y="2285"/>
                  </a:cubicBezTo>
                  <a:cubicBezTo>
                    <a:pt x="892" y="1937"/>
                    <a:pt x="1219" y="1850"/>
                    <a:pt x="1349" y="1589"/>
                  </a:cubicBezTo>
                  <a:cubicBezTo>
                    <a:pt x="1480" y="1306"/>
                    <a:pt x="1415" y="740"/>
                    <a:pt x="1415" y="740"/>
                  </a:cubicBezTo>
                  <a:lnTo>
                    <a:pt x="1415" y="740"/>
                  </a:lnTo>
                  <a:cubicBezTo>
                    <a:pt x="1415" y="1458"/>
                    <a:pt x="1241" y="1523"/>
                    <a:pt x="1110" y="1632"/>
                  </a:cubicBezTo>
                  <a:cubicBezTo>
                    <a:pt x="979" y="1741"/>
                    <a:pt x="805" y="1958"/>
                    <a:pt x="805" y="1958"/>
                  </a:cubicBezTo>
                  <a:cubicBezTo>
                    <a:pt x="805" y="1958"/>
                    <a:pt x="762" y="1741"/>
                    <a:pt x="827" y="1567"/>
                  </a:cubicBezTo>
                  <a:cubicBezTo>
                    <a:pt x="892" y="1371"/>
                    <a:pt x="979" y="1175"/>
                    <a:pt x="979" y="1023"/>
                  </a:cubicBezTo>
                  <a:cubicBezTo>
                    <a:pt x="936" y="871"/>
                    <a:pt x="827" y="718"/>
                    <a:pt x="827" y="718"/>
                  </a:cubicBezTo>
                  <a:lnTo>
                    <a:pt x="827" y="718"/>
                  </a:lnTo>
                  <a:cubicBezTo>
                    <a:pt x="914" y="914"/>
                    <a:pt x="892" y="1045"/>
                    <a:pt x="827" y="1175"/>
                  </a:cubicBezTo>
                  <a:cubicBezTo>
                    <a:pt x="784" y="1306"/>
                    <a:pt x="653" y="1371"/>
                    <a:pt x="653" y="1371"/>
                  </a:cubicBezTo>
                  <a:cubicBezTo>
                    <a:pt x="588" y="1240"/>
                    <a:pt x="436" y="1066"/>
                    <a:pt x="370" y="914"/>
                  </a:cubicBezTo>
                  <a:cubicBezTo>
                    <a:pt x="348" y="740"/>
                    <a:pt x="131" y="305"/>
                    <a:pt x="131" y="305"/>
                  </a:cubicBezTo>
                  <a:lnTo>
                    <a:pt x="131" y="305"/>
                  </a:lnTo>
                  <a:cubicBezTo>
                    <a:pt x="133" y="315"/>
                    <a:pt x="136" y="325"/>
                    <a:pt x="139" y="335"/>
                  </a:cubicBezTo>
                  <a:lnTo>
                    <a:pt x="139" y="335"/>
                  </a:lnTo>
                  <a:cubicBezTo>
                    <a:pt x="76" y="145"/>
                    <a:pt x="0" y="0"/>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4"/>
            <p:cNvSpPr/>
            <p:nvPr/>
          </p:nvSpPr>
          <p:spPr>
            <a:xfrm>
              <a:off x="3109258" y="3031871"/>
              <a:ext cx="26164" cy="119123"/>
            </a:xfrm>
            <a:custGeom>
              <a:rect b="b" l="l" r="r" t="t"/>
              <a:pathLst>
                <a:path extrusionOk="0" h="763" w="152">
                  <a:moveTo>
                    <a:pt x="0" y="1"/>
                  </a:moveTo>
                  <a:cubicBezTo>
                    <a:pt x="0" y="1"/>
                    <a:pt x="87" y="305"/>
                    <a:pt x="87" y="436"/>
                  </a:cubicBezTo>
                  <a:cubicBezTo>
                    <a:pt x="87" y="567"/>
                    <a:pt x="0" y="762"/>
                    <a:pt x="0" y="762"/>
                  </a:cubicBezTo>
                  <a:cubicBezTo>
                    <a:pt x="38" y="762"/>
                    <a:pt x="108" y="664"/>
                    <a:pt x="126" y="652"/>
                  </a:cubicBezTo>
                  <a:lnTo>
                    <a:pt x="126" y="652"/>
                  </a:lnTo>
                  <a:cubicBezTo>
                    <a:pt x="128" y="653"/>
                    <a:pt x="129" y="653"/>
                    <a:pt x="131" y="654"/>
                  </a:cubicBezTo>
                  <a:cubicBezTo>
                    <a:pt x="131" y="652"/>
                    <a:pt x="130" y="651"/>
                    <a:pt x="129" y="651"/>
                  </a:cubicBezTo>
                  <a:cubicBezTo>
                    <a:pt x="128" y="651"/>
                    <a:pt x="127" y="652"/>
                    <a:pt x="126" y="652"/>
                  </a:cubicBezTo>
                  <a:lnTo>
                    <a:pt x="126" y="652"/>
                  </a:lnTo>
                  <a:cubicBezTo>
                    <a:pt x="47" y="626"/>
                    <a:pt x="152" y="455"/>
                    <a:pt x="131" y="327"/>
                  </a:cubicBezTo>
                  <a:cubicBezTo>
                    <a:pt x="87" y="197"/>
                    <a:pt x="0" y="1"/>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4"/>
            <p:cNvSpPr/>
            <p:nvPr/>
          </p:nvSpPr>
          <p:spPr>
            <a:xfrm>
              <a:off x="2974309" y="3048889"/>
              <a:ext cx="172474" cy="401085"/>
            </a:xfrm>
            <a:custGeom>
              <a:rect b="b" l="l" r="r" t="t"/>
              <a:pathLst>
                <a:path extrusionOk="0" h="2569" w="1002">
                  <a:moveTo>
                    <a:pt x="1002" y="523"/>
                  </a:moveTo>
                  <a:cubicBezTo>
                    <a:pt x="970" y="565"/>
                    <a:pt x="943" y="603"/>
                    <a:pt x="914" y="637"/>
                  </a:cubicBezTo>
                  <a:lnTo>
                    <a:pt x="914" y="637"/>
                  </a:lnTo>
                  <a:cubicBezTo>
                    <a:pt x="942" y="618"/>
                    <a:pt x="985" y="590"/>
                    <a:pt x="1002" y="523"/>
                  </a:cubicBezTo>
                  <a:close/>
                  <a:moveTo>
                    <a:pt x="675" y="1"/>
                  </a:moveTo>
                  <a:cubicBezTo>
                    <a:pt x="566" y="349"/>
                    <a:pt x="392" y="392"/>
                    <a:pt x="371" y="392"/>
                  </a:cubicBezTo>
                  <a:cubicBezTo>
                    <a:pt x="327" y="327"/>
                    <a:pt x="153" y="22"/>
                    <a:pt x="153" y="22"/>
                  </a:cubicBezTo>
                  <a:lnTo>
                    <a:pt x="110" y="66"/>
                  </a:lnTo>
                  <a:cubicBezTo>
                    <a:pt x="175" y="175"/>
                    <a:pt x="327" y="458"/>
                    <a:pt x="327" y="458"/>
                  </a:cubicBezTo>
                  <a:lnTo>
                    <a:pt x="218" y="370"/>
                  </a:lnTo>
                  <a:lnTo>
                    <a:pt x="44" y="218"/>
                  </a:lnTo>
                  <a:lnTo>
                    <a:pt x="44" y="218"/>
                  </a:lnTo>
                  <a:cubicBezTo>
                    <a:pt x="327" y="566"/>
                    <a:pt x="327" y="740"/>
                    <a:pt x="327" y="871"/>
                  </a:cubicBezTo>
                  <a:lnTo>
                    <a:pt x="327" y="980"/>
                  </a:lnTo>
                  <a:cubicBezTo>
                    <a:pt x="327" y="1067"/>
                    <a:pt x="327" y="1154"/>
                    <a:pt x="349" y="1263"/>
                  </a:cubicBezTo>
                  <a:cubicBezTo>
                    <a:pt x="371" y="1415"/>
                    <a:pt x="371" y="1567"/>
                    <a:pt x="371" y="1763"/>
                  </a:cubicBezTo>
                  <a:cubicBezTo>
                    <a:pt x="371" y="1981"/>
                    <a:pt x="131" y="2307"/>
                    <a:pt x="1" y="2416"/>
                  </a:cubicBezTo>
                  <a:cubicBezTo>
                    <a:pt x="140" y="2555"/>
                    <a:pt x="349" y="2569"/>
                    <a:pt x="427" y="2569"/>
                  </a:cubicBezTo>
                  <a:cubicBezTo>
                    <a:pt x="446" y="2569"/>
                    <a:pt x="458" y="2568"/>
                    <a:pt x="458" y="2568"/>
                  </a:cubicBezTo>
                  <a:cubicBezTo>
                    <a:pt x="458" y="2568"/>
                    <a:pt x="458" y="2503"/>
                    <a:pt x="479" y="2459"/>
                  </a:cubicBezTo>
                  <a:cubicBezTo>
                    <a:pt x="494" y="2430"/>
                    <a:pt x="528" y="2421"/>
                    <a:pt x="566" y="2421"/>
                  </a:cubicBezTo>
                  <a:cubicBezTo>
                    <a:pt x="644" y="2421"/>
                    <a:pt x="741" y="2459"/>
                    <a:pt x="741" y="2459"/>
                  </a:cubicBezTo>
                  <a:cubicBezTo>
                    <a:pt x="741" y="2459"/>
                    <a:pt x="806" y="2416"/>
                    <a:pt x="828" y="2372"/>
                  </a:cubicBezTo>
                  <a:cubicBezTo>
                    <a:pt x="653" y="2068"/>
                    <a:pt x="545" y="1567"/>
                    <a:pt x="545" y="1263"/>
                  </a:cubicBezTo>
                  <a:cubicBezTo>
                    <a:pt x="545" y="1001"/>
                    <a:pt x="697" y="871"/>
                    <a:pt x="806" y="740"/>
                  </a:cubicBezTo>
                  <a:cubicBezTo>
                    <a:pt x="850" y="707"/>
                    <a:pt x="883" y="674"/>
                    <a:pt x="914" y="637"/>
                  </a:cubicBezTo>
                  <a:lnTo>
                    <a:pt x="914" y="637"/>
                  </a:lnTo>
                  <a:cubicBezTo>
                    <a:pt x="905" y="643"/>
                    <a:pt x="898" y="648"/>
                    <a:pt x="893" y="653"/>
                  </a:cubicBezTo>
                  <a:lnTo>
                    <a:pt x="871" y="675"/>
                  </a:lnTo>
                  <a:cubicBezTo>
                    <a:pt x="719" y="784"/>
                    <a:pt x="566" y="1001"/>
                    <a:pt x="566" y="1001"/>
                  </a:cubicBezTo>
                  <a:lnTo>
                    <a:pt x="479" y="1110"/>
                  </a:lnTo>
                  <a:lnTo>
                    <a:pt x="458" y="980"/>
                  </a:lnTo>
                  <a:cubicBezTo>
                    <a:pt x="458" y="980"/>
                    <a:pt x="392" y="740"/>
                    <a:pt x="479" y="545"/>
                  </a:cubicBezTo>
                  <a:cubicBezTo>
                    <a:pt x="501" y="458"/>
                    <a:pt x="653" y="88"/>
                    <a:pt x="675" y="1"/>
                  </a:cubicBezTo>
                  <a:close/>
                </a:path>
              </a:pathLst>
            </a:custGeom>
            <a:solidFill>
              <a:srgbClr val="FFFFFF">
                <a:alpha val="100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4"/>
            <p:cNvSpPr/>
            <p:nvPr/>
          </p:nvSpPr>
          <p:spPr>
            <a:xfrm>
              <a:off x="2865695" y="2811108"/>
              <a:ext cx="359752" cy="248083"/>
            </a:xfrm>
            <a:custGeom>
              <a:rect b="b" l="l" r="r" t="t"/>
              <a:pathLst>
                <a:path extrusionOk="0" h="1589" w="2090">
                  <a:moveTo>
                    <a:pt x="545" y="1437"/>
                  </a:moveTo>
                  <a:cubicBezTo>
                    <a:pt x="545" y="1437"/>
                    <a:pt x="479" y="1589"/>
                    <a:pt x="349" y="1524"/>
                  </a:cubicBezTo>
                  <a:cubicBezTo>
                    <a:pt x="218" y="1502"/>
                    <a:pt x="1" y="1175"/>
                    <a:pt x="1" y="958"/>
                  </a:cubicBezTo>
                  <a:cubicBezTo>
                    <a:pt x="1" y="740"/>
                    <a:pt x="44" y="740"/>
                    <a:pt x="44" y="740"/>
                  </a:cubicBezTo>
                  <a:cubicBezTo>
                    <a:pt x="44" y="740"/>
                    <a:pt x="23" y="610"/>
                    <a:pt x="110" y="544"/>
                  </a:cubicBezTo>
                  <a:cubicBezTo>
                    <a:pt x="153" y="457"/>
                    <a:pt x="218" y="457"/>
                    <a:pt x="218" y="457"/>
                  </a:cubicBezTo>
                  <a:cubicBezTo>
                    <a:pt x="218" y="457"/>
                    <a:pt x="240" y="349"/>
                    <a:pt x="327" y="327"/>
                  </a:cubicBezTo>
                  <a:cubicBezTo>
                    <a:pt x="414" y="305"/>
                    <a:pt x="436" y="327"/>
                    <a:pt x="436" y="327"/>
                  </a:cubicBezTo>
                  <a:cubicBezTo>
                    <a:pt x="436" y="327"/>
                    <a:pt x="458" y="196"/>
                    <a:pt x="566" y="175"/>
                  </a:cubicBezTo>
                  <a:cubicBezTo>
                    <a:pt x="675" y="131"/>
                    <a:pt x="697" y="175"/>
                    <a:pt x="697" y="175"/>
                  </a:cubicBezTo>
                  <a:cubicBezTo>
                    <a:pt x="697" y="175"/>
                    <a:pt x="762" y="66"/>
                    <a:pt x="871" y="66"/>
                  </a:cubicBezTo>
                  <a:cubicBezTo>
                    <a:pt x="980" y="66"/>
                    <a:pt x="1002" y="88"/>
                    <a:pt x="1002" y="88"/>
                  </a:cubicBezTo>
                  <a:cubicBezTo>
                    <a:pt x="1002" y="88"/>
                    <a:pt x="1067" y="1"/>
                    <a:pt x="1132" y="1"/>
                  </a:cubicBezTo>
                  <a:cubicBezTo>
                    <a:pt x="1219" y="1"/>
                    <a:pt x="1306" y="66"/>
                    <a:pt x="1306" y="66"/>
                  </a:cubicBezTo>
                  <a:cubicBezTo>
                    <a:pt x="1306" y="66"/>
                    <a:pt x="1415" y="1"/>
                    <a:pt x="1524" y="66"/>
                  </a:cubicBezTo>
                  <a:cubicBezTo>
                    <a:pt x="1633" y="109"/>
                    <a:pt x="1633" y="175"/>
                    <a:pt x="1633" y="175"/>
                  </a:cubicBezTo>
                  <a:cubicBezTo>
                    <a:pt x="1633" y="175"/>
                    <a:pt x="1763" y="196"/>
                    <a:pt x="1785" y="240"/>
                  </a:cubicBezTo>
                  <a:cubicBezTo>
                    <a:pt x="1828" y="305"/>
                    <a:pt x="1850" y="392"/>
                    <a:pt x="1850" y="392"/>
                  </a:cubicBezTo>
                  <a:cubicBezTo>
                    <a:pt x="1850" y="392"/>
                    <a:pt x="1937" y="414"/>
                    <a:pt x="1959" y="436"/>
                  </a:cubicBezTo>
                  <a:cubicBezTo>
                    <a:pt x="1981" y="501"/>
                    <a:pt x="1959" y="566"/>
                    <a:pt x="1959" y="566"/>
                  </a:cubicBezTo>
                  <a:cubicBezTo>
                    <a:pt x="1959" y="566"/>
                    <a:pt x="2046" y="610"/>
                    <a:pt x="2068" y="675"/>
                  </a:cubicBezTo>
                  <a:cubicBezTo>
                    <a:pt x="2090" y="740"/>
                    <a:pt x="2046" y="784"/>
                    <a:pt x="2046" y="784"/>
                  </a:cubicBezTo>
                  <a:cubicBezTo>
                    <a:pt x="2046" y="784"/>
                    <a:pt x="2090" y="849"/>
                    <a:pt x="2090" y="958"/>
                  </a:cubicBezTo>
                  <a:cubicBezTo>
                    <a:pt x="2090" y="1067"/>
                    <a:pt x="2046" y="1088"/>
                    <a:pt x="2046" y="1088"/>
                  </a:cubicBezTo>
                  <a:cubicBezTo>
                    <a:pt x="2046" y="1088"/>
                    <a:pt x="2090" y="1110"/>
                    <a:pt x="2068" y="1175"/>
                  </a:cubicBezTo>
                  <a:cubicBezTo>
                    <a:pt x="2068" y="1219"/>
                    <a:pt x="1959" y="1371"/>
                    <a:pt x="1850" y="1371"/>
                  </a:cubicBezTo>
                  <a:lnTo>
                    <a:pt x="1720" y="1371"/>
                  </a:lnTo>
                  <a:cubicBezTo>
                    <a:pt x="1720" y="1371"/>
                    <a:pt x="1546" y="1545"/>
                    <a:pt x="1350" y="1545"/>
                  </a:cubicBezTo>
                  <a:cubicBezTo>
                    <a:pt x="1263" y="1545"/>
                    <a:pt x="1110" y="1545"/>
                    <a:pt x="1110" y="1415"/>
                  </a:cubicBezTo>
                  <a:cubicBezTo>
                    <a:pt x="1110" y="1415"/>
                    <a:pt x="1023" y="1524"/>
                    <a:pt x="828" y="1545"/>
                  </a:cubicBezTo>
                  <a:cubicBezTo>
                    <a:pt x="588" y="1589"/>
                    <a:pt x="545" y="1437"/>
                    <a:pt x="545" y="14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4"/>
            <p:cNvSpPr/>
            <p:nvPr/>
          </p:nvSpPr>
          <p:spPr>
            <a:xfrm>
              <a:off x="2892031" y="2933355"/>
              <a:ext cx="45098" cy="13739"/>
            </a:xfrm>
            <a:custGeom>
              <a:rect b="b" l="l" r="r" t="t"/>
              <a:pathLst>
                <a:path extrusionOk="0" h="88" w="262">
                  <a:moveTo>
                    <a:pt x="261" y="1"/>
                  </a:moveTo>
                  <a:lnTo>
                    <a:pt x="261" y="1"/>
                  </a:lnTo>
                  <a:cubicBezTo>
                    <a:pt x="197" y="33"/>
                    <a:pt x="134" y="53"/>
                    <a:pt x="70" y="53"/>
                  </a:cubicBezTo>
                  <a:cubicBezTo>
                    <a:pt x="47" y="53"/>
                    <a:pt x="23" y="50"/>
                    <a:pt x="0" y="44"/>
                  </a:cubicBezTo>
                  <a:lnTo>
                    <a:pt x="0" y="44"/>
                  </a:lnTo>
                  <a:cubicBezTo>
                    <a:pt x="44" y="88"/>
                    <a:pt x="87" y="88"/>
                    <a:pt x="152" y="88"/>
                  </a:cubicBezTo>
                  <a:cubicBezTo>
                    <a:pt x="196" y="88"/>
                    <a:pt x="261" y="66"/>
                    <a:pt x="26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4"/>
            <p:cNvSpPr/>
            <p:nvPr/>
          </p:nvSpPr>
          <p:spPr>
            <a:xfrm>
              <a:off x="2955547" y="2889171"/>
              <a:ext cx="41483" cy="10460"/>
            </a:xfrm>
            <a:custGeom>
              <a:rect b="b" l="l" r="r" t="t"/>
              <a:pathLst>
                <a:path extrusionOk="0" h="67" w="241">
                  <a:moveTo>
                    <a:pt x="240" y="1"/>
                  </a:moveTo>
                  <a:lnTo>
                    <a:pt x="240" y="1"/>
                  </a:lnTo>
                  <a:cubicBezTo>
                    <a:pt x="163" y="16"/>
                    <a:pt x="108" y="32"/>
                    <a:pt x="59" y="32"/>
                  </a:cubicBezTo>
                  <a:cubicBezTo>
                    <a:pt x="39" y="32"/>
                    <a:pt x="20" y="29"/>
                    <a:pt x="1" y="23"/>
                  </a:cubicBezTo>
                  <a:lnTo>
                    <a:pt x="1" y="23"/>
                  </a:lnTo>
                  <a:cubicBezTo>
                    <a:pt x="23" y="44"/>
                    <a:pt x="66" y="66"/>
                    <a:pt x="131" y="66"/>
                  </a:cubicBezTo>
                  <a:cubicBezTo>
                    <a:pt x="175" y="66"/>
                    <a:pt x="240" y="44"/>
                    <a:pt x="2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4"/>
            <p:cNvSpPr/>
            <p:nvPr/>
          </p:nvSpPr>
          <p:spPr>
            <a:xfrm>
              <a:off x="3030595" y="2858726"/>
              <a:ext cx="48713" cy="13271"/>
            </a:xfrm>
            <a:custGeom>
              <a:rect b="b" l="l" r="r" t="t"/>
              <a:pathLst>
                <a:path extrusionOk="0" h="85" w="283">
                  <a:moveTo>
                    <a:pt x="283" y="0"/>
                  </a:moveTo>
                  <a:cubicBezTo>
                    <a:pt x="219" y="26"/>
                    <a:pt x="170" y="36"/>
                    <a:pt x="119" y="36"/>
                  </a:cubicBezTo>
                  <a:cubicBezTo>
                    <a:pt x="83" y="36"/>
                    <a:pt x="45" y="31"/>
                    <a:pt x="0" y="22"/>
                  </a:cubicBezTo>
                  <a:lnTo>
                    <a:pt x="0" y="22"/>
                  </a:lnTo>
                  <a:cubicBezTo>
                    <a:pt x="21" y="63"/>
                    <a:pt x="70" y="85"/>
                    <a:pt x="124" y="85"/>
                  </a:cubicBezTo>
                  <a:cubicBezTo>
                    <a:pt x="184" y="85"/>
                    <a:pt x="249" y="58"/>
                    <a:pt x="28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4"/>
            <p:cNvSpPr/>
            <p:nvPr/>
          </p:nvSpPr>
          <p:spPr>
            <a:xfrm>
              <a:off x="3116659" y="2862005"/>
              <a:ext cx="37696" cy="25761"/>
            </a:xfrm>
            <a:custGeom>
              <a:rect b="b" l="l" r="r" t="t"/>
              <a:pathLst>
                <a:path extrusionOk="0" h="165" w="219">
                  <a:moveTo>
                    <a:pt x="1" y="1"/>
                  </a:moveTo>
                  <a:cubicBezTo>
                    <a:pt x="1" y="66"/>
                    <a:pt x="44" y="110"/>
                    <a:pt x="66" y="131"/>
                  </a:cubicBezTo>
                  <a:cubicBezTo>
                    <a:pt x="88" y="153"/>
                    <a:pt x="115" y="164"/>
                    <a:pt x="142" y="164"/>
                  </a:cubicBezTo>
                  <a:cubicBezTo>
                    <a:pt x="169" y="164"/>
                    <a:pt x="196" y="153"/>
                    <a:pt x="218" y="131"/>
                  </a:cubicBezTo>
                  <a:cubicBezTo>
                    <a:pt x="153" y="131"/>
                    <a:pt x="66" y="88"/>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4"/>
            <p:cNvSpPr/>
            <p:nvPr/>
          </p:nvSpPr>
          <p:spPr>
            <a:xfrm>
              <a:off x="2978095" y="2997992"/>
              <a:ext cx="56287" cy="10304"/>
            </a:xfrm>
            <a:custGeom>
              <a:rect b="b" l="l" r="r" t="t"/>
              <a:pathLst>
                <a:path extrusionOk="0" h="66" w="327">
                  <a:moveTo>
                    <a:pt x="164" y="0"/>
                  </a:moveTo>
                  <a:cubicBezTo>
                    <a:pt x="104" y="0"/>
                    <a:pt x="44" y="22"/>
                    <a:pt x="0" y="66"/>
                  </a:cubicBezTo>
                  <a:cubicBezTo>
                    <a:pt x="55" y="44"/>
                    <a:pt x="109" y="33"/>
                    <a:pt x="164" y="33"/>
                  </a:cubicBezTo>
                  <a:cubicBezTo>
                    <a:pt x="218" y="33"/>
                    <a:pt x="272" y="44"/>
                    <a:pt x="327" y="66"/>
                  </a:cubicBezTo>
                  <a:cubicBezTo>
                    <a:pt x="283" y="22"/>
                    <a:pt x="224" y="0"/>
                    <a:pt x="16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4"/>
            <p:cNvSpPr/>
            <p:nvPr/>
          </p:nvSpPr>
          <p:spPr>
            <a:xfrm>
              <a:off x="3071734" y="2994557"/>
              <a:ext cx="52672" cy="17174"/>
            </a:xfrm>
            <a:custGeom>
              <a:rect b="b" l="l" r="r" t="t"/>
              <a:pathLst>
                <a:path extrusionOk="0" h="110" w="306">
                  <a:moveTo>
                    <a:pt x="131" y="0"/>
                  </a:moveTo>
                  <a:cubicBezTo>
                    <a:pt x="87" y="0"/>
                    <a:pt x="0" y="44"/>
                    <a:pt x="0" y="109"/>
                  </a:cubicBezTo>
                  <a:cubicBezTo>
                    <a:pt x="87" y="44"/>
                    <a:pt x="153" y="44"/>
                    <a:pt x="305" y="22"/>
                  </a:cubicBezTo>
                  <a:cubicBezTo>
                    <a:pt x="240" y="0"/>
                    <a:pt x="196" y="0"/>
                    <a:pt x="1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4"/>
            <p:cNvSpPr/>
            <p:nvPr/>
          </p:nvSpPr>
          <p:spPr>
            <a:xfrm>
              <a:off x="3154183" y="2980974"/>
              <a:ext cx="45098" cy="13739"/>
            </a:xfrm>
            <a:custGeom>
              <a:rect b="b" l="l" r="r" t="t"/>
              <a:pathLst>
                <a:path extrusionOk="0" h="88" w="262">
                  <a:moveTo>
                    <a:pt x="109" y="0"/>
                  </a:moveTo>
                  <a:cubicBezTo>
                    <a:pt x="65" y="0"/>
                    <a:pt x="44" y="22"/>
                    <a:pt x="0" y="87"/>
                  </a:cubicBezTo>
                  <a:cubicBezTo>
                    <a:pt x="65" y="66"/>
                    <a:pt x="87" y="66"/>
                    <a:pt x="109" y="66"/>
                  </a:cubicBezTo>
                  <a:cubicBezTo>
                    <a:pt x="174" y="66"/>
                    <a:pt x="196" y="66"/>
                    <a:pt x="261" y="22"/>
                  </a:cubicBezTo>
                  <a:cubicBezTo>
                    <a:pt x="196" y="0"/>
                    <a:pt x="174" y="0"/>
                    <a:pt x="10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4"/>
            <p:cNvSpPr/>
            <p:nvPr/>
          </p:nvSpPr>
          <p:spPr>
            <a:xfrm>
              <a:off x="3161585" y="2913059"/>
              <a:ext cx="30123" cy="27790"/>
            </a:xfrm>
            <a:custGeom>
              <a:rect b="b" l="l" r="r" t="t"/>
              <a:pathLst>
                <a:path extrusionOk="0" h="178" w="175">
                  <a:moveTo>
                    <a:pt x="1" y="0"/>
                  </a:moveTo>
                  <a:cubicBezTo>
                    <a:pt x="1" y="98"/>
                    <a:pt x="88" y="178"/>
                    <a:pt x="153" y="178"/>
                  </a:cubicBezTo>
                  <a:cubicBezTo>
                    <a:pt x="161" y="178"/>
                    <a:pt x="168" y="177"/>
                    <a:pt x="175" y="174"/>
                  </a:cubicBezTo>
                  <a:cubicBezTo>
                    <a:pt x="109" y="109"/>
                    <a:pt x="44" y="87"/>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4"/>
            <p:cNvSpPr/>
            <p:nvPr/>
          </p:nvSpPr>
          <p:spPr>
            <a:xfrm>
              <a:off x="3052972" y="2899476"/>
              <a:ext cx="45098" cy="19047"/>
            </a:xfrm>
            <a:custGeom>
              <a:rect b="b" l="l" r="r" t="t"/>
              <a:pathLst>
                <a:path extrusionOk="0" h="122" w="262">
                  <a:moveTo>
                    <a:pt x="1" y="0"/>
                  </a:moveTo>
                  <a:lnTo>
                    <a:pt x="1" y="0"/>
                  </a:lnTo>
                  <a:cubicBezTo>
                    <a:pt x="15" y="70"/>
                    <a:pt x="91" y="121"/>
                    <a:pt x="161" y="121"/>
                  </a:cubicBezTo>
                  <a:cubicBezTo>
                    <a:pt x="200" y="121"/>
                    <a:pt x="238" y="105"/>
                    <a:pt x="262" y="66"/>
                  </a:cubicBezTo>
                  <a:lnTo>
                    <a:pt x="262" y="66"/>
                  </a:lnTo>
                  <a:cubicBezTo>
                    <a:pt x="235" y="71"/>
                    <a:pt x="210" y="74"/>
                    <a:pt x="187" y="74"/>
                  </a:cubicBezTo>
                  <a:cubicBezTo>
                    <a:pt x="119" y="74"/>
                    <a:pt x="66" y="49"/>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4"/>
            <p:cNvSpPr/>
            <p:nvPr/>
          </p:nvSpPr>
          <p:spPr>
            <a:xfrm>
              <a:off x="2974309" y="2930076"/>
              <a:ext cx="45098" cy="25917"/>
            </a:xfrm>
            <a:custGeom>
              <a:rect b="b" l="l" r="r" t="t"/>
              <a:pathLst>
                <a:path extrusionOk="0" h="166" w="262">
                  <a:moveTo>
                    <a:pt x="1" y="0"/>
                  </a:moveTo>
                  <a:cubicBezTo>
                    <a:pt x="1" y="94"/>
                    <a:pt x="80" y="166"/>
                    <a:pt x="165" y="166"/>
                  </a:cubicBezTo>
                  <a:cubicBezTo>
                    <a:pt x="198" y="166"/>
                    <a:pt x="231" y="155"/>
                    <a:pt x="262" y="131"/>
                  </a:cubicBezTo>
                  <a:cubicBezTo>
                    <a:pt x="153" y="109"/>
                    <a:pt x="66" y="87"/>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4"/>
            <p:cNvSpPr/>
            <p:nvPr/>
          </p:nvSpPr>
          <p:spPr>
            <a:xfrm>
              <a:off x="2918883" y="2960521"/>
              <a:ext cx="29434" cy="27010"/>
            </a:xfrm>
            <a:custGeom>
              <a:rect b="b" l="l" r="r" t="t"/>
              <a:pathLst>
                <a:path extrusionOk="0" h="173" w="171">
                  <a:moveTo>
                    <a:pt x="18" y="1"/>
                  </a:moveTo>
                  <a:lnTo>
                    <a:pt x="18" y="1"/>
                  </a:lnTo>
                  <a:cubicBezTo>
                    <a:pt x="1" y="87"/>
                    <a:pt x="65" y="173"/>
                    <a:pt x="125" y="173"/>
                  </a:cubicBezTo>
                  <a:cubicBezTo>
                    <a:pt x="141" y="173"/>
                    <a:pt x="157" y="167"/>
                    <a:pt x="170" y="153"/>
                  </a:cubicBezTo>
                  <a:cubicBezTo>
                    <a:pt x="127" y="110"/>
                    <a:pt x="62" y="88"/>
                    <a:pt x="1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4"/>
            <p:cNvSpPr/>
            <p:nvPr/>
          </p:nvSpPr>
          <p:spPr>
            <a:xfrm>
              <a:off x="3225273" y="3585653"/>
              <a:ext cx="243564" cy="129271"/>
            </a:xfrm>
            <a:custGeom>
              <a:rect b="b" l="l" r="r" t="t"/>
              <a:pathLst>
                <a:path extrusionOk="0" h="828" w="1415">
                  <a:moveTo>
                    <a:pt x="893" y="0"/>
                  </a:moveTo>
                  <a:lnTo>
                    <a:pt x="1" y="153"/>
                  </a:lnTo>
                  <a:lnTo>
                    <a:pt x="436" y="827"/>
                  </a:lnTo>
                  <a:lnTo>
                    <a:pt x="1415" y="588"/>
                  </a:lnTo>
                  <a:lnTo>
                    <a:pt x="893" y="0"/>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4"/>
            <p:cNvSpPr/>
            <p:nvPr/>
          </p:nvSpPr>
          <p:spPr>
            <a:xfrm>
              <a:off x="3266411" y="3561921"/>
              <a:ext cx="176261" cy="101950"/>
            </a:xfrm>
            <a:custGeom>
              <a:rect b="b" l="l" r="r" t="t"/>
              <a:pathLst>
                <a:path extrusionOk="0" h="653" w="1024">
                  <a:moveTo>
                    <a:pt x="697" y="0"/>
                  </a:moveTo>
                  <a:lnTo>
                    <a:pt x="1" y="196"/>
                  </a:lnTo>
                  <a:lnTo>
                    <a:pt x="371" y="653"/>
                  </a:lnTo>
                  <a:lnTo>
                    <a:pt x="1024" y="501"/>
                  </a:lnTo>
                  <a:lnTo>
                    <a:pt x="697" y="0"/>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4"/>
            <p:cNvSpPr/>
            <p:nvPr/>
          </p:nvSpPr>
          <p:spPr>
            <a:xfrm>
              <a:off x="3236461" y="3592366"/>
              <a:ext cx="93811" cy="115689"/>
            </a:xfrm>
            <a:custGeom>
              <a:rect b="b" l="l" r="r" t="t"/>
              <a:pathLst>
                <a:path extrusionOk="0" h="741" w="545">
                  <a:moveTo>
                    <a:pt x="175" y="1"/>
                  </a:moveTo>
                  <a:lnTo>
                    <a:pt x="1" y="131"/>
                  </a:lnTo>
                  <a:lnTo>
                    <a:pt x="392" y="741"/>
                  </a:lnTo>
                  <a:lnTo>
                    <a:pt x="545" y="458"/>
                  </a:lnTo>
                  <a:lnTo>
                    <a:pt x="175"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4"/>
            <p:cNvSpPr/>
            <p:nvPr/>
          </p:nvSpPr>
          <p:spPr>
            <a:xfrm>
              <a:off x="3303936" y="3639985"/>
              <a:ext cx="149925" cy="68071"/>
            </a:xfrm>
            <a:custGeom>
              <a:rect b="b" l="l" r="r" t="t"/>
              <a:pathLst>
                <a:path extrusionOk="0" h="436" w="871">
                  <a:moveTo>
                    <a:pt x="806" y="1"/>
                  </a:moveTo>
                  <a:lnTo>
                    <a:pt x="153" y="153"/>
                  </a:lnTo>
                  <a:lnTo>
                    <a:pt x="0" y="436"/>
                  </a:lnTo>
                  <a:lnTo>
                    <a:pt x="871" y="196"/>
                  </a:lnTo>
                  <a:lnTo>
                    <a:pt x="806"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4"/>
            <p:cNvSpPr/>
            <p:nvPr/>
          </p:nvSpPr>
          <p:spPr>
            <a:xfrm>
              <a:off x="3659726" y="3524451"/>
              <a:ext cx="198638" cy="68071"/>
            </a:xfrm>
            <a:custGeom>
              <a:rect b="b" l="l" r="r" t="t"/>
              <a:pathLst>
                <a:path extrusionOk="0" h="436" w="1154">
                  <a:moveTo>
                    <a:pt x="588" y="1"/>
                  </a:moveTo>
                  <a:lnTo>
                    <a:pt x="218" y="218"/>
                  </a:lnTo>
                  <a:lnTo>
                    <a:pt x="0" y="436"/>
                  </a:lnTo>
                  <a:lnTo>
                    <a:pt x="762" y="436"/>
                  </a:lnTo>
                  <a:lnTo>
                    <a:pt x="1154" y="284"/>
                  </a:lnTo>
                  <a:lnTo>
                    <a:pt x="588" y="1"/>
                  </a:lnTo>
                  <a:close/>
                </a:path>
              </a:pathLst>
            </a:custGeom>
            <a:solidFill>
              <a:srgbClr val="9567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4"/>
            <p:cNvSpPr/>
            <p:nvPr/>
          </p:nvSpPr>
          <p:spPr>
            <a:xfrm>
              <a:off x="3667300" y="3551617"/>
              <a:ext cx="119975" cy="37626"/>
            </a:xfrm>
            <a:custGeom>
              <a:rect b="b" l="l" r="r" t="t"/>
              <a:pathLst>
                <a:path extrusionOk="0" h="241" w="697">
                  <a:moveTo>
                    <a:pt x="174" y="1"/>
                  </a:moveTo>
                  <a:lnTo>
                    <a:pt x="0" y="240"/>
                  </a:lnTo>
                  <a:lnTo>
                    <a:pt x="696" y="240"/>
                  </a:lnTo>
                  <a:lnTo>
                    <a:pt x="609" y="110"/>
                  </a:lnTo>
                  <a:lnTo>
                    <a:pt x="348" y="153"/>
                  </a:lnTo>
                  <a:lnTo>
                    <a:pt x="174"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4"/>
            <p:cNvSpPr/>
            <p:nvPr/>
          </p:nvSpPr>
          <p:spPr>
            <a:xfrm>
              <a:off x="3697250" y="3521016"/>
              <a:ext cx="131163" cy="54644"/>
            </a:xfrm>
            <a:custGeom>
              <a:rect b="b" l="l" r="r" t="t"/>
              <a:pathLst>
                <a:path extrusionOk="0" h="350" w="762">
                  <a:moveTo>
                    <a:pt x="413" y="1"/>
                  </a:moveTo>
                  <a:lnTo>
                    <a:pt x="0" y="197"/>
                  </a:lnTo>
                  <a:lnTo>
                    <a:pt x="174" y="349"/>
                  </a:lnTo>
                  <a:lnTo>
                    <a:pt x="435" y="306"/>
                  </a:lnTo>
                  <a:lnTo>
                    <a:pt x="762" y="197"/>
                  </a:lnTo>
                  <a:lnTo>
                    <a:pt x="413"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4"/>
            <p:cNvSpPr/>
            <p:nvPr/>
          </p:nvSpPr>
          <p:spPr>
            <a:xfrm>
              <a:off x="3772126" y="3551617"/>
              <a:ext cx="75049" cy="37626"/>
            </a:xfrm>
            <a:custGeom>
              <a:rect b="b" l="l" r="r" t="t"/>
              <a:pathLst>
                <a:path extrusionOk="0" h="241" w="436">
                  <a:moveTo>
                    <a:pt x="327" y="1"/>
                  </a:moveTo>
                  <a:lnTo>
                    <a:pt x="0" y="110"/>
                  </a:lnTo>
                  <a:lnTo>
                    <a:pt x="87" y="240"/>
                  </a:lnTo>
                  <a:lnTo>
                    <a:pt x="435" y="110"/>
                  </a:lnTo>
                  <a:lnTo>
                    <a:pt x="327"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4"/>
            <p:cNvSpPr/>
            <p:nvPr/>
          </p:nvSpPr>
          <p:spPr>
            <a:xfrm>
              <a:off x="2678419" y="3198302"/>
              <a:ext cx="183663" cy="105541"/>
            </a:xfrm>
            <a:custGeom>
              <a:rect b="b" l="l" r="r" t="t"/>
              <a:pathLst>
                <a:path extrusionOk="0" h="676" w="1067">
                  <a:moveTo>
                    <a:pt x="480" y="1"/>
                  </a:moveTo>
                  <a:lnTo>
                    <a:pt x="1" y="414"/>
                  </a:lnTo>
                  <a:lnTo>
                    <a:pt x="436" y="632"/>
                  </a:lnTo>
                  <a:lnTo>
                    <a:pt x="849" y="675"/>
                  </a:lnTo>
                  <a:lnTo>
                    <a:pt x="1067" y="327"/>
                  </a:lnTo>
                  <a:lnTo>
                    <a:pt x="480"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4"/>
            <p:cNvSpPr/>
            <p:nvPr/>
          </p:nvSpPr>
          <p:spPr>
            <a:xfrm>
              <a:off x="2697181" y="3198302"/>
              <a:ext cx="138737" cy="74940"/>
            </a:xfrm>
            <a:custGeom>
              <a:rect b="b" l="l" r="r" t="t"/>
              <a:pathLst>
                <a:path extrusionOk="0" h="480" w="806">
                  <a:moveTo>
                    <a:pt x="349" y="1"/>
                  </a:moveTo>
                  <a:lnTo>
                    <a:pt x="1" y="306"/>
                  </a:lnTo>
                  <a:lnTo>
                    <a:pt x="327" y="480"/>
                  </a:lnTo>
                  <a:lnTo>
                    <a:pt x="697" y="458"/>
                  </a:lnTo>
                  <a:lnTo>
                    <a:pt x="806" y="132"/>
                  </a:lnTo>
                  <a:lnTo>
                    <a:pt x="349"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4"/>
            <p:cNvSpPr/>
            <p:nvPr/>
          </p:nvSpPr>
          <p:spPr>
            <a:xfrm>
              <a:off x="2816983" y="3218755"/>
              <a:ext cx="33910" cy="78219"/>
            </a:xfrm>
            <a:custGeom>
              <a:rect b="b" l="l" r="r" t="t"/>
              <a:pathLst>
                <a:path extrusionOk="0" h="501" w="197">
                  <a:moveTo>
                    <a:pt x="110" y="1"/>
                  </a:moveTo>
                  <a:lnTo>
                    <a:pt x="1" y="327"/>
                  </a:lnTo>
                  <a:lnTo>
                    <a:pt x="1" y="501"/>
                  </a:lnTo>
                  <a:lnTo>
                    <a:pt x="197" y="196"/>
                  </a:lnTo>
                  <a:lnTo>
                    <a:pt x="110"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24"/>
            <p:cNvSpPr/>
            <p:nvPr/>
          </p:nvSpPr>
          <p:spPr>
            <a:xfrm>
              <a:off x="2753467" y="3269652"/>
              <a:ext cx="63688" cy="27322"/>
            </a:xfrm>
            <a:custGeom>
              <a:rect b="b" l="l" r="r" t="t"/>
              <a:pathLst>
                <a:path extrusionOk="0" h="175" w="370">
                  <a:moveTo>
                    <a:pt x="370" y="1"/>
                  </a:moveTo>
                  <a:lnTo>
                    <a:pt x="0" y="23"/>
                  </a:lnTo>
                  <a:lnTo>
                    <a:pt x="0" y="131"/>
                  </a:lnTo>
                  <a:lnTo>
                    <a:pt x="370" y="175"/>
                  </a:lnTo>
                  <a:lnTo>
                    <a:pt x="370"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4"/>
            <p:cNvSpPr/>
            <p:nvPr/>
          </p:nvSpPr>
          <p:spPr>
            <a:xfrm>
              <a:off x="2697181" y="3245921"/>
              <a:ext cx="56459" cy="44340"/>
            </a:xfrm>
            <a:custGeom>
              <a:rect b="b" l="l" r="r" t="t"/>
              <a:pathLst>
                <a:path extrusionOk="0" h="284" w="328">
                  <a:moveTo>
                    <a:pt x="1" y="1"/>
                  </a:moveTo>
                  <a:lnTo>
                    <a:pt x="1" y="131"/>
                  </a:lnTo>
                  <a:lnTo>
                    <a:pt x="327" y="283"/>
                  </a:lnTo>
                  <a:lnTo>
                    <a:pt x="327" y="175"/>
                  </a:lnTo>
                  <a:lnTo>
                    <a:pt x="1"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4"/>
            <p:cNvSpPr/>
            <p:nvPr/>
          </p:nvSpPr>
          <p:spPr>
            <a:xfrm>
              <a:off x="4154080" y="3239207"/>
              <a:ext cx="142524" cy="91802"/>
            </a:xfrm>
            <a:custGeom>
              <a:rect b="b" l="l" r="r" t="t"/>
              <a:pathLst>
                <a:path extrusionOk="0" h="588" w="828">
                  <a:moveTo>
                    <a:pt x="262" y="0"/>
                  </a:moveTo>
                  <a:lnTo>
                    <a:pt x="1" y="588"/>
                  </a:lnTo>
                  <a:lnTo>
                    <a:pt x="827" y="196"/>
                  </a:lnTo>
                  <a:lnTo>
                    <a:pt x="262" y="0"/>
                  </a:lnTo>
                  <a:close/>
                </a:path>
              </a:pathLst>
            </a:custGeom>
            <a:solidFill>
              <a:srgbClr val="9567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4"/>
            <p:cNvSpPr/>
            <p:nvPr/>
          </p:nvSpPr>
          <p:spPr>
            <a:xfrm>
              <a:off x="4161654" y="3239207"/>
              <a:ext cx="142352" cy="61201"/>
            </a:xfrm>
            <a:custGeom>
              <a:rect b="b" l="l" r="r" t="t"/>
              <a:pathLst>
                <a:path extrusionOk="0" h="392" w="827">
                  <a:moveTo>
                    <a:pt x="218" y="0"/>
                  </a:moveTo>
                  <a:lnTo>
                    <a:pt x="0" y="392"/>
                  </a:lnTo>
                  <a:lnTo>
                    <a:pt x="0" y="392"/>
                  </a:lnTo>
                  <a:lnTo>
                    <a:pt x="827" y="196"/>
                  </a:lnTo>
                  <a:lnTo>
                    <a:pt x="218" y="0"/>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4"/>
            <p:cNvSpPr/>
            <p:nvPr/>
          </p:nvSpPr>
          <p:spPr>
            <a:xfrm>
              <a:off x="4161654" y="3269652"/>
              <a:ext cx="142352" cy="51209"/>
            </a:xfrm>
            <a:custGeom>
              <a:rect b="b" l="l" r="r" t="t"/>
              <a:pathLst>
                <a:path extrusionOk="0" h="328" w="827">
                  <a:moveTo>
                    <a:pt x="827" y="1"/>
                  </a:moveTo>
                  <a:lnTo>
                    <a:pt x="0" y="197"/>
                  </a:lnTo>
                  <a:lnTo>
                    <a:pt x="0" y="327"/>
                  </a:lnTo>
                  <a:lnTo>
                    <a:pt x="827"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4"/>
            <p:cNvSpPr/>
            <p:nvPr/>
          </p:nvSpPr>
          <p:spPr>
            <a:xfrm>
              <a:off x="4603509" y="2899476"/>
              <a:ext cx="119975" cy="64636"/>
            </a:xfrm>
            <a:custGeom>
              <a:rect b="b" l="l" r="r" t="t"/>
              <a:pathLst>
                <a:path extrusionOk="0" h="414" w="697">
                  <a:moveTo>
                    <a:pt x="697" y="0"/>
                  </a:moveTo>
                  <a:lnTo>
                    <a:pt x="1" y="305"/>
                  </a:lnTo>
                  <a:lnTo>
                    <a:pt x="131" y="414"/>
                  </a:lnTo>
                  <a:lnTo>
                    <a:pt x="566" y="327"/>
                  </a:lnTo>
                  <a:lnTo>
                    <a:pt x="697" y="0"/>
                  </a:lnTo>
                  <a:close/>
                </a:path>
              </a:pathLst>
            </a:custGeom>
            <a:solidFill>
              <a:srgbClr val="9567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4"/>
            <p:cNvSpPr/>
            <p:nvPr/>
          </p:nvSpPr>
          <p:spPr>
            <a:xfrm>
              <a:off x="4626058" y="2892606"/>
              <a:ext cx="78836" cy="40905"/>
            </a:xfrm>
            <a:custGeom>
              <a:rect b="b" l="l" r="r" t="t"/>
              <a:pathLst>
                <a:path extrusionOk="0" h="262" w="458">
                  <a:moveTo>
                    <a:pt x="457" y="1"/>
                  </a:moveTo>
                  <a:lnTo>
                    <a:pt x="0" y="197"/>
                  </a:lnTo>
                  <a:lnTo>
                    <a:pt x="44" y="262"/>
                  </a:lnTo>
                  <a:lnTo>
                    <a:pt x="348" y="262"/>
                  </a:lnTo>
                  <a:lnTo>
                    <a:pt x="457"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4"/>
            <p:cNvSpPr/>
            <p:nvPr/>
          </p:nvSpPr>
          <p:spPr>
            <a:xfrm>
              <a:off x="4611083" y="2923207"/>
              <a:ext cx="22549" cy="37470"/>
            </a:xfrm>
            <a:custGeom>
              <a:rect b="b" l="l" r="r" t="t"/>
              <a:pathLst>
                <a:path extrusionOk="0" h="240" w="131">
                  <a:moveTo>
                    <a:pt x="87" y="1"/>
                  </a:moveTo>
                  <a:lnTo>
                    <a:pt x="0" y="153"/>
                  </a:lnTo>
                  <a:lnTo>
                    <a:pt x="87" y="240"/>
                  </a:lnTo>
                  <a:lnTo>
                    <a:pt x="131" y="66"/>
                  </a:lnTo>
                  <a:lnTo>
                    <a:pt x="87"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4"/>
            <p:cNvSpPr/>
            <p:nvPr/>
          </p:nvSpPr>
          <p:spPr>
            <a:xfrm>
              <a:off x="4626058" y="2933355"/>
              <a:ext cx="75049" cy="27322"/>
            </a:xfrm>
            <a:custGeom>
              <a:rect b="b" l="l" r="r" t="t"/>
              <a:pathLst>
                <a:path extrusionOk="0" h="175" w="436">
                  <a:moveTo>
                    <a:pt x="44" y="1"/>
                  </a:moveTo>
                  <a:lnTo>
                    <a:pt x="0" y="175"/>
                  </a:lnTo>
                  <a:lnTo>
                    <a:pt x="0" y="175"/>
                  </a:lnTo>
                  <a:lnTo>
                    <a:pt x="435" y="88"/>
                  </a:lnTo>
                  <a:lnTo>
                    <a:pt x="348"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24"/>
            <p:cNvSpPr/>
            <p:nvPr/>
          </p:nvSpPr>
          <p:spPr>
            <a:xfrm>
              <a:off x="4685959" y="2892606"/>
              <a:ext cx="30123" cy="54488"/>
            </a:xfrm>
            <a:custGeom>
              <a:rect b="b" l="l" r="r" t="t"/>
              <a:pathLst>
                <a:path extrusionOk="0" h="349" w="175">
                  <a:moveTo>
                    <a:pt x="109" y="1"/>
                  </a:moveTo>
                  <a:lnTo>
                    <a:pt x="0" y="262"/>
                  </a:lnTo>
                  <a:lnTo>
                    <a:pt x="87" y="349"/>
                  </a:lnTo>
                  <a:lnTo>
                    <a:pt x="174" y="88"/>
                  </a:lnTo>
                  <a:lnTo>
                    <a:pt x="109"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4"/>
            <p:cNvSpPr/>
            <p:nvPr/>
          </p:nvSpPr>
          <p:spPr>
            <a:xfrm>
              <a:off x="3880740" y="2135079"/>
              <a:ext cx="3089906" cy="2333913"/>
            </a:xfrm>
            <a:custGeom>
              <a:rect b="b" l="l" r="r" t="t"/>
              <a:pathLst>
                <a:path extrusionOk="0" h="14949" w="17951">
                  <a:moveTo>
                    <a:pt x="15449" y="1"/>
                  </a:moveTo>
                  <a:lnTo>
                    <a:pt x="10879" y="4853"/>
                  </a:lnTo>
                  <a:lnTo>
                    <a:pt x="7746" y="6136"/>
                  </a:lnTo>
                  <a:lnTo>
                    <a:pt x="6767" y="7224"/>
                  </a:lnTo>
                  <a:lnTo>
                    <a:pt x="5418" y="7268"/>
                  </a:lnTo>
                  <a:lnTo>
                    <a:pt x="0" y="13425"/>
                  </a:lnTo>
                  <a:lnTo>
                    <a:pt x="3938" y="14949"/>
                  </a:lnTo>
                  <a:lnTo>
                    <a:pt x="17951" y="6463"/>
                  </a:lnTo>
                  <a:lnTo>
                    <a:pt x="15449" y="1"/>
                  </a:lnTo>
                  <a:close/>
                </a:path>
              </a:pathLst>
            </a:custGeom>
            <a:solidFill>
              <a:srgbClr val="FADA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4"/>
            <p:cNvSpPr/>
            <p:nvPr/>
          </p:nvSpPr>
          <p:spPr>
            <a:xfrm>
              <a:off x="4397471" y="3487137"/>
              <a:ext cx="1123837" cy="625125"/>
            </a:xfrm>
            <a:custGeom>
              <a:rect b="b" l="l" r="r" t="t"/>
              <a:pathLst>
                <a:path extrusionOk="0" h="4004" w="6529">
                  <a:moveTo>
                    <a:pt x="5027" y="0"/>
                  </a:moveTo>
                  <a:lnTo>
                    <a:pt x="697" y="784"/>
                  </a:lnTo>
                  <a:lnTo>
                    <a:pt x="1" y="2416"/>
                  </a:lnTo>
                  <a:lnTo>
                    <a:pt x="3591" y="4004"/>
                  </a:lnTo>
                  <a:lnTo>
                    <a:pt x="4570" y="1850"/>
                  </a:lnTo>
                  <a:lnTo>
                    <a:pt x="6528" y="2916"/>
                  </a:lnTo>
                  <a:lnTo>
                    <a:pt x="5027" y="0"/>
                  </a:lnTo>
                  <a:close/>
                </a:path>
              </a:pathLst>
            </a:custGeom>
            <a:solidFill>
              <a:srgbClr val="9567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4"/>
            <p:cNvSpPr/>
            <p:nvPr/>
          </p:nvSpPr>
          <p:spPr>
            <a:xfrm>
              <a:off x="3948042" y="4061215"/>
              <a:ext cx="1105075" cy="156437"/>
            </a:xfrm>
            <a:custGeom>
              <a:rect b="b" l="l" r="r" t="t"/>
              <a:pathLst>
                <a:path extrusionOk="0" h="1002" w="6420">
                  <a:moveTo>
                    <a:pt x="2742" y="1"/>
                  </a:moveTo>
                  <a:lnTo>
                    <a:pt x="1698" y="697"/>
                  </a:lnTo>
                  <a:lnTo>
                    <a:pt x="1241" y="283"/>
                  </a:lnTo>
                  <a:lnTo>
                    <a:pt x="1" y="936"/>
                  </a:lnTo>
                  <a:lnTo>
                    <a:pt x="1154" y="457"/>
                  </a:lnTo>
                  <a:lnTo>
                    <a:pt x="1698" y="914"/>
                  </a:lnTo>
                  <a:lnTo>
                    <a:pt x="2786" y="153"/>
                  </a:lnTo>
                  <a:lnTo>
                    <a:pt x="3634" y="262"/>
                  </a:lnTo>
                  <a:lnTo>
                    <a:pt x="4896" y="936"/>
                  </a:lnTo>
                  <a:lnTo>
                    <a:pt x="5680" y="697"/>
                  </a:lnTo>
                  <a:lnTo>
                    <a:pt x="6028" y="1001"/>
                  </a:lnTo>
                  <a:lnTo>
                    <a:pt x="5723" y="610"/>
                  </a:lnTo>
                  <a:lnTo>
                    <a:pt x="4896" y="806"/>
                  </a:lnTo>
                  <a:lnTo>
                    <a:pt x="4135" y="349"/>
                  </a:lnTo>
                  <a:lnTo>
                    <a:pt x="4135" y="349"/>
                  </a:lnTo>
                  <a:lnTo>
                    <a:pt x="6420" y="436"/>
                  </a:lnTo>
                  <a:lnTo>
                    <a:pt x="274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4"/>
            <p:cNvSpPr/>
            <p:nvPr/>
          </p:nvSpPr>
          <p:spPr>
            <a:xfrm>
              <a:off x="3880740" y="4231081"/>
              <a:ext cx="711758" cy="543627"/>
            </a:xfrm>
            <a:custGeom>
              <a:rect b="b" l="l" r="r" t="t"/>
              <a:pathLst>
                <a:path extrusionOk="0" h="3482" w="4135">
                  <a:moveTo>
                    <a:pt x="0" y="0"/>
                  </a:moveTo>
                  <a:lnTo>
                    <a:pt x="0" y="1262"/>
                  </a:lnTo>
                  <a:lnTo>
                    <a:pt x="4134" y="3482"/>
                  </a:lnTo>
                  <a:lnTo>
                    <a:pt x="3938" y="1524"/>
                  </a:lnTo>
                  <a:lnTo>
                    <a:pt x="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4"/>
            <p:cNvSpPr/>
            <p:nvPr/>
          </p:nvSpPr>
          <p:spPr>
            <a:xfrm>
              <a:off x="4127917" y="4485879"/>
              <a:ext cx="393317" cy="207334"/>
            </a:xfrm>
            <a:custGeom>
              <a:rect b="b" l="l" r="r" t="t"/>
              <a:pathLst>
                <a:path extrusionOk="0" h="1328" w="2285">
                  <a:moveTo>
                    <a:pt x="0" y="0"/>
                  </a:moveTo>
                  <a:cubicBezTo>
                    <a:pt x="370" y="240"/>
                    <a:pt x="740" y="457"/>
                    <a:pt x="1132" y="697"/>
                  </a:cubicBezTo>
                  <a:cubicBezTo>
                    <a:pt x="1502" y="914"/>
                    <a:pt x="1893" y="1132"/>
                    <a:pt x="2285" y="1328"/>
                  </a:cubicBezTo>
                  <a:cubicBezTo>
                    <a:pt x="1937" y="1088"/>
                    <a:pt x="1567" y="827"/>
                    <a:pt x="1175" y="610"/>
                  </a:cubicBezTo>
                  <a:cubicBezTo>
                    <a:pt x="805" y="392"/>
                    <a:pt x="414" y="17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4"/>
            <p:cNvSpPr/>
            <p:nvPr/>
          </p:nvSpPr>
          <p:spPr>
            <a:xfrm>
              <a:off x="3955616" y="4326162"/>
              <a:ext cx="393317" cy="210769"/>
            </a:xfrm>
            <a:custGeom>
              <a:rect b="b" l="l" r="r" t="t"/>
              <a:pathLst>
                <a:path extrusionOk="0" h="1350" w="2285">
                  <a:moveTo>
                    <a:pt x="0" y="1"/>
                  </a:moveTo>
                  <a:lnTo>
                    <a:pt x="0" y="1"/>
                  </a:lnTo>
                  <a:cubicBezTo>
                    <a:pt x="349" y="262"/>
                    <a:pt x="740" y="479"/>
                    <a:pt x="1110" y="719"/>
                  </a:cubicBezTo>
                  <a:cubicBezTo>
                    <a:pt x="1502" y="936"/>
                    <a:pt x="1872" y="1154"/>
                    <a:pt x="2285" y="1350"/>
                  </a:cubicBezTo>
                  <a:cubicBezTo>
                    <a:pt x="1937" y="1089"/>
                    <a:pt x="1545" y="849"/>
                    <a:pt x="1175" y="632"/>
                  </a:cubicBezTo>
                  <a:cubicBezTo>
                    <a:pt x="784" y="414"/>
                    <a:pt x="414" y="19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4"/>
            <p:cNvSpPr/>
            <p:nvPr/>
          </p:nvSpPr>
          <p:spPr>
            <a:xfrm>
              <a:off x="4558583" y="3143970"/>
              <a:ext cx="2412058" cy="1630726"/>
            </a:xfrm>
            <a:custGeom>
              <a:rect b="b" l="l" r="r" t="t"/>
              <a:pathLst>
                <a:path extrusionOk="0" h="10445" w="14013">
                  <a:moveTo>
                    <a:pt x="14013" y="1"/>
                  </a:moveTo>
                  <a:lnTo>
                    <a:pt x="0" y="8487"/>
                  </a:lnTo>
                  <a:lnTo>
                    <a:pt x="196" y="10445"/>
                  </a:lnTo>
                  <a:lnTo>
                    <a:pt x="14013" y="2503"/>
                  </a:lnTo>
                  <a:lnTo>
                    <a:pt x="140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4"/>
            <p:cNvSpPr/>
            <p:nvPr/>
          </p:nvSpPr>
          <p:spPr>
            <a:xfrm>
              <a:off x="4678385" y="4458713"/>
              <a:ext cx="393489" cy="207334"/>
            </a:xfrm>
            <a:custGeom>
              <a:rect b="b" l="l" r="r" t="t"/>
              <a:pathLst>
                <a:path extrusionOk="0" h="1328" w="2286">
                  <a:moveTo>
                    <a:pt x="2285" y="0"/>
                  </a:moveTo>
                  <a:cubicBezTo>
                    <a:pt x="1872" y="196"/>
                    <a:pt x="1480" y="414"/>
                    <a:pt x="1110" y="631"/>
                  </a:cubicBezTo>
                  <a:cubicBezTo>
                    <a:pt x="719" y="849"/>
                    <a:pt x="349" y="1088"/>
                    <a:pt x="1" y="1327"/>
                  </a:cubicBezTo>
                  <a:cubicBezTo>
                    <a:pt x="392" y="1153"/>
                    <a:pt x="784" y="936"/>
                    <a:pt x="1154" y="718"/>
                  </a:cubicBezTo>
                  <a:cubicBezTo>
                    <a:pt x="1546" y="501"/>
                    <a:pt x="1915" y="240"/>
                    <a:pt x="22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4"/>
            <p:cNvSpPr/>
            <p:nvPr/>
          </p:nvSpPr>
          <p:spPr>
            <a:xfrm>
              <a:off x="4854473" y="4203914"/>
              <a:ext cx="393317" cy="207334"/>
            </a:xfrm>
            <a:custGeom>
              <a:rect b="b" l="l" r="r" t="t"/>
              <a:pathLst>
                <a:path extrusionOk="0" h="1328" w="2285">
                  <a:moveTo>
                    <a:pt x="2285" y="0"/>
                  </a:moveTo>
                  <a:lnTo>
                    <a:pt x="2285" y="0"/>
                  </a:lnTo>
                  <a:cubicBezTo>
                    <a:pt x="1872" y="196"/>
                    <a:pt x="1502" y="414"/>
                    <a:pt x="1110" y="631"/>
                  </a:cubicBezTo>
                  <a:cubicBezTo>
                    <a:pt x="740" y="849"/>
                    <a:pt x="348" y="1088"/>
                    <a:pt x="0" y="1328"/>
                  </a:cubicBezTo>
                  <a:cubicBezTo>
                    <a:pt x="414" y="1154"/>
                    <a:pt x="784" y="936"/>
                    <a:pt x="1175" y="718"/>
                  </a:cubicBezTo>
                  <a:cubicBezTo>
                    <a:pt x="1545" y="501"/>
                    <a:pt x="1937" y="240"/>
                    <a:pt x="22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4"/>
            <p:cNvSpPr/>
            <p:nvPr/>
          </p:nvSpPr>
          <p:spPr>
            <a:xfrm>
              <a:off x="5326278" y="4105398"/>
              <a:ext cx="393489" cy="210769"/>
            </a:xfrm>
            <a:custGeom>
              <a:rect b="b" l="l" r="r" t="t"/>
              <a:pathLst>
                <a:path extrusionOk="0" h="1350" w="2286">
                  <a:moveTo>
                    <a:pt x="2285" y="0"/>
                  </a:moveTo>
                  <a:lnTo>
                    <a:pt x="2285" y="0"/>
                  </a:lnTo>
                  <a:cubicBezTo>
                    <a:pt x="1894" y="196"/>
                    <a:pt x="1502" y="414"/>
                    <a:pt x="1111" y="631"/>
                  </a:cubicBezTo>
                  <a:cubicBezTo>
                    <a:pt x="741" y="849"/>
                    <a:pt x="371" y="1088"/>
                    <a:pt x="1" y="1349"/>
                  </a:cubicBezTo>
                  <a:cubicBezTo>
                    <a:pt x="414" y="1154"/>
                    <a:pt x="784" y="936"/>
                    <a:pt x="1176" y="718"/>
                  </a:cubicBezTo>
                  <a:cubicBezTo>
                    <a:pt x="1567" y="501"/>
                    <a:pt x="1937" y="261"/>
                    <a:pt x="22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4"/>
            <p:cNvSpPr/>
            <p:nvPr/>
          </p:nvSpPr>
          <p:spPr>
            <a:xfrm>
              <a:off x="5562267" y="3826868"/>
              <a:ext cx="393489" cy="207334"/>
            </a:xfrm>
            <a:custGeom>
              <a:rect b="b" l="l" r="r" t="t"/>
              <a:pathLst>
                <a:path extrusionOk="0" h="1328" w="2286">
                  <a:moveTo>
                    <a:pt x="2285" y="0"/>
                  </a:moveTo>
                  <a:lnTo>
                    <a:pt x="2285" y="0"/>
                  </a:lnTo>
                  <a:cubicBezTo>
                    <a:pt x="1872" y="196"/>
                    <a:pt x="1502" y="414"/>
                    <a:pt x="1110" y="631"/>
                  </a:cubicBezTo>
                  <a:cubicBezTo>
                    <a:pt x="719" y="849"/>
                    <a:pt x="349" y="1088"/>
                    <a:pt x="1" y="1327"/>
                  </a:cubicBezTo>
                  <a:cubicBezTo>
                    <a:pt x="392" y="1132"/>
                    <a:pt x="784" y="914"/>
                    <a:pt x="1154" y="696"/>
                  </a:cubicBezTo>
                  <a:cubicBezTo>
                    <a:pt x="1545" y="479"/>
                    <a:pt x="1915" y="240"/>
                    <a:pt x="22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4"/>
            <p:cNvSpPr/>
            <p:nvPr/>
          </p:nvSpPr>
          <p:spPr>
            <a:xfrm>
              <a:off x="6097932" y="3711335"/>
              <a:ext cx="393317" cy="207334"/>
            </a:xfrm>
            <a:custGeom>
              <a:rect b="b" l="l" r="r" t="t"/>
              <a:pathLst>
                <a:path extrusionOk="0" h="1328" w="2285">
                  <a:moveTo>
                    <a:pt x="2285" y="0"/>
                  </a:moveTo>
                  <a:lnTo>
                    <a:pt x="2285" y="0"/>
                  </a:lnTo>
                  <a:cubicBezTo>
                    <a:pt x="1893" y="196"/>
                    <a:pt x="1501" y="414"/>
                    <a:pt x="1131" y="631"/>
                  </a:cubicBezTo>
                  <a:cubicBezTo>
                    <a:pt x="740" y="849"/>
                    <a:pt x="370" y="1088"/>
                    <a:pt x="0" y="1328"/>
                  </a:cubicBezTo>
                  <a:cubicBezTo>
                    <a:pt x="413" y="1132"/>
                    <a:pt x="805" y="936"/>
                    <a:pt x="1175" y="718"/>
                  </a:cubicBezTo>
                  <a:cubicBezTo>
                    <a:pt x="1567" y="501"/>
                    <a:pt x="1937" y="240"/>
                    <a:pt x="22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4"/>
            <p:cNvSpPr/>
            <p:nvPr/>
          </p:nvSpPr>
          <p:spPr>
            <a:xfrm>
              <a:off x="6412412" y="3402204"/>
              <a:ext cx="393489" cy="207334"/>
            </a:xfrm>
            <a:custGeom>
              <a:rect b="b" l="l" r="r" t="t"/>
              <a:pathLst>
                <a:path extrusionOk="0" h="1328" w="2286">
                  <a:moveTo>
                    <a:pt x="2285" y="0"/>
                  </a:moveTo>
                  <a:cubicBezTo>
                    <a:pt x="1894" y="196"/>
                    <a:pt x="1502" y="414"/>
                    <a:pt x="1132" y="631"/>
                  </a:cubicBezTo>
                  <a:cubicBezTo>
                    <a:pt x="741" y="849"/>
                    <a:pt x="371" y="1088"/>
                    <a:pt x="1" y="1328"/>
                  </a:cubicBezTo>
                  <a:cubicBezTo>
                    <a:pt x="414" y="1132"/>
                    <a:pt x="806" y="914"/>
                    <a:pt x="1176" y="697"/>
                  </a:cubicBezTo>
                  <a:cubicBezTo>
                    <a:pt x="1567" y="479"/>
                    <a:pt x="1937" y="240"/>
                    <a:pt x="22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4"/>
            <p:cNvSpPr/>
            <p:nvPr/>
          </p:nvSpPr>
          <p:spPr>
            <a:xfrm>
              <a:off x="5970557" y="2270909"/>
              <a:ext cx="1067550" cy="1426983"/>
            </a:xfrm>
            <a:custGeom>
              <a:rect b="b" l="l" r="r" t="t"/>
              <a:pathLst>
                <a:path extrusionOk="0" h="9140" w="6202">
                  <a:moveTo>
                    <a:pt x="5810" y="1"/>
                  </a:moveTo>
                  <a:lnTo>
                    <a:pt x="4243" y="915"/>
                  </a:lnTo>
                  <a:lnTo>
                    <a:pt x="4047" y="2830"/>
                  </a:lnTo>
                  <a:lnTo>
                    <a:pt x="3286" y="4070"/>
                  </a:lnTo>
                  <a:lnTo>
                    <a:pt x="3308" y="5658"/>
                  </a:lnTo>
                  <a:lnTo>
                    <a:pt x="3308" y="6898"/>
                  </a:lnTo>
                  <a:lnTo>
                    <a:pt x="2089" y="5658"/>
                  </a:lnTo>
                  <a:lnTo>
                    <a:pt x="501" y="6681"/>
                  </a:lnTo>
                  <a:lnTo>
                    <a:pt x="0" y="9139"/>
                  </a:lnTo>
                  <a:lnTo>
                    <a:pt x="5810" y="5593"/>
                  </a:lnTo>
                  <a:lnTo>
                    <a:pt x="6006" y="3221"/>
                  </a:lnTo>
                  <a:lnTo>
                    <a:pt x="6201" y="2394"/>
                  </a:lnTo>
                  <a:lnTo>
                    <a:pt x="581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4"/>
            <p:cNvSpPr/>
            <p:nvPr/>
          </p:nvSpPr>
          <p:spPr>
            <a:xfrm>
              <a:off x="6101547" y="1944917"/>
              <a:ext cx="869084" cy="468843"/>
            </a:xfrm>
            <a:custGeom>
              <a:rect b="b" l="l" r="r" t="t"/>
              <a:pathLst>
                <a:path extrusionOk="0" h="3003" w="5049">
                  <a:moveTo>
                    <a:pt x="3112" y="0"/>
                  </a:moveTo>
                  <a:lnTo>
                    <a:pt x="1" y="631"/>
                  </a:lnTo>
                  <a:lnTo>
                    <a:pt x="3482" y="3003"/>
                  </a:lnTo>
                  <a:lnTo>
                    <a:pt x="5049" y="2089"/>
                  </a:lnTo>
                  <a:lnTo>
                    <a:pt x="3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4"/>
            <p:cNvSpPr/>
            <p:nvPr/>
          </p:nvSpPr>
          <p:spPr>
            <a:xfrm>
              <a:off x="6101547" y="2043433"/>
              <a:ext cx="599529" cy="669308"/>
            </a:xfrm>
            <a:custGeom>
              <a:rect b="b" l="l" r="r" t="t"/>
              <a:pathLst>
                <a:path extrusionOk="0" h="4287" w="3483">
                  <a:moveTo>
                    <a:pt x="1" y="0"/>
                  </a:moveTo>
                  <a:lnTo>
                    <a:pt x="1" y="1610"/>
                  </a:lnTo>
                  <a:lnTo>
                    <a:pt x="915" y="2089"/>
                  </a:lnTo>
                  <a:lnTo>
                    <a:pt x="3286" y="4287"/>
                  </a:lnTo>
                  <a:lnTo>
                    <a:pt x="3482" y="2372"/>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4"/>
            <p:cNvSpPr/>
            <p:nvPr/>
          </p:nvSpPr>
          <p:spPr>
            <a:xfrm>
              <a:off x="5858157" y="2294797"/>
              <a:ext cx="400891" cy="159716"/>
            </a:xfrm>
            <a:custGeom>
              <a:rect b="b" l="l" r="r" t="t"/>
              <a:pathLst>
                <a:path extrusionOk="0" h="1023" w="2329">
                  <a:moveTo>
                    <a:pt x="1415" y="0"/>
                  </a:moveTo>
                  <a:lnTo>
                    <a:pt x="414" y="370"/>
                  </a:lnTo>
                  <a:lnTo>
                    <a:pt x="1" y="914"/>
                  </a:lnTo>
                  <a:lnTo>
                    <a:pt x="1785" y="1023"/>
                  </a:lnTo>
                  <a:lnTo>
                    <a:pt x="2329" y="479"/>
                  </a:lnTo>
                  <a:lnTo>
                    <a:pt x="141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4"/>
            <p:cNvSpPr/>
            <p:nvPr/>
          </p:nvSpPr>
          <p:spPr>
            <a:xfrm>
              <a:off x="6165235" y="2369425"/>
              <a:ext cx="502103" cy="536914"/>
            </a:xfrm>
            <a:custGeom>
              <a:rect b="b" l="l" r="r" t="t"/>
              <a:pathLst>
                <a:path extrusionOk="0" h="3439" w="2917">
                  <a:moveTo>
                    <a:pt x="545" y="1"/>
                  </a:moveTo>
                  <a:lnTo>
                    <a:pt x="1" y="545"/>
                  </a:lnTo>
                  <a:lnTo>
                    <a:pt x="2155" y="3439"/>
                  </a:lnTo>
                  <a:lnTo>
                    <a:pt x="2916" y="2199"/>
                  </a:lnTo>
                  <a:lnTo>
                    <a:pt x="54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4"/>
            <p:cNvSpPr/>
            <p:nvPr/>
          </p:nvSpPr>
          <p:spPr>
            <a:xfrm>
              <a:off x="5858157" y="2437497"/>
              <a:ext cx="678020" cy="536758"/>
            </a:xfrm>
            <a:custGeom>
              <a:rect b="b" l="l" r="r" t="t"/>
              <a:pathLst>
                <a:path extrusionOk="0" h="3438" w="3939">
                  <a:moveTo>
                    <a:pt x="1" y="0"/>
                  </a:moveTo>
                  <a:lnTo>
                    <a:pt x="1502" y="1436"/>
                  </a:lnTo>
                  <a:lnTo>
                    <a:pt x="2524" y="2829"/>
                  </a:lnTo>
                  <a:lnTo>
                    <a:pt x="3939" y="3438"/>
                  </a:lnTo>
                  <a:lnTo>
                    <a:pt x="3939" y="3003"/>
                  </a:lnTo>
                  <a:lnTo>
                    <a:pt x="1785" y="109"/>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4"/>
            <p:cNvSpPr/>
            <p:nvPr/>
          </p:nvSpPr>
          <p:spPr>
            <a:xfrm>
              <a:off x="5730781" y="2437497"/>
              <a:ext cx="809183" cy="716926"/>
            </a:xfrm>
            <a:custGeom>
              <a:rect b="b" l="l" r="r" t="t"/>
              <a:pathLst>
                <a:path extrusionOk="0" h="4592" w="4701">
                  <a:moveTo>
                    <a:pt x="741" y="0"/>
                  </a:moveTo>
                  <a:lnTo>
                    <a:pt x="1" y="544"/>
                  </a:lnTo>
                  <a:lnTo>
                    <a:pt x="2503" y="3438"/>
                  </a:lnTo>
                  <a:lnTo>
                    <a:pt x="4701" y="4591"/>
                  </a:lnTo>
                  <a:lnTo>
                    <a:pt x="4679" y="3438"/>
                  </a:lnTo>
                  <a:lnTo>
                    <a:pt x="3264" y="2829"/>
                  </a:lnTo>
                  <a:lnTo>
                    <a:pt x="2242" y="1436"/>
                  </a:lnTo>
                  <a:lnTo>
                    <a:pt x="74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4"/>
            <p:cNvSpPr/>
            <p:nvPr/>
          </p:nvSpPr>
          <p:spPr>
            <a:xfrm>
              <a:off x="5652118" y="2522429"/>
              <a:ext cx="887847" cy="825589"/>
            </a:xfrm>
            <a:custGeom>
              <a:rect b="b" l="l" r="r" t="t"/>
              <a:pathLst>
                <a:path extrusionOk="0" h="5288" w="5158">
                  <a:moveTo>
                    <a:pt x="458" y="0"/>
                  </a:moveTo>
                  <a:lnTo>
                    <a:pt x="1" y="1327"/>
                  </a:lnTo>
                  <a:lnTo>
                    <a:pt x="1306" y="2067"/>
                  </a:lnTo>
                  <a:lnTo>
                    <a:pt x="2568" y="3590"/>
                  </a:lnTo>
                  <a:lnTo>
                    <a:pt x="3939" y="4047"/>
                  </a:lnTo>
                  <a:lnTo>
                    <a:pt x="5158" y="5287"/>
                  </a:lnTo>
                  <a:lnTo>
                    <a:pt x="5158" y="4047"/>
                  </a:lnTo>
                  <a:lnTo>
                    <a:pt x="2960" y="2894"/>
                  </a:lnTo>
                  <a:lnTo>
                    <a:pt x="45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4"/>
            <p:cNvSpPr/>
            <p:nvPr/>
          </p:nvSpPr>
          <p:spPr>
            <a:xfrm>
              <a:off x="5581029" y="2729610"/>
              <a:ext cx="749282" cy="584376"/>
            </a:xfrm>
            <a:custGeom>
              <a:rect b="b" l="l" r="r" t="t"/>
              <a:pathLst>
                <a:path extrusionOk="0" h="3743" w="4353">
                  <a:moveTo>
                    <a:pt x="414" y="0"/>
                  </a:moveTo>
                  <a:lnTo>
                    <a:pt x="0" y="305"/>
                  </a:lnTo>
                  <a:lnTo>
                    <a:pt x="2764" y="3743"/>
                  </a:lnTo>
                  <a:lnTo>
                    <a:pt x="4352" y="2720"/>
                  </a:lnTo>
                  <a:lnTo>
                    <a:pt x="2981" y="2263"/>
                  </a:lnTo>
                  <a:lnTo>
                    <a:pt x="1719" y="740"/>
                  </a:lnTo>
                  <a:lnTo>
                    <a:pt x="4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4"/>
            <p:cNvSpPr/>
            <p:nvPr/>
          </p:nvSpPr>
          <p:spPr>
            <a:xfrm>
              <a:off x="5371204" y="2777072"/>
              <a:ext cx="681807" cy="886790"/>
            </a:xfrm>
            <a:custGeom>
              <a:rect b="b" l="l" r="r" t="t"/>
              <a:pathLst>
                <a:path extrusionOk="0" h="5680" w="3961">
                  <a:moveTo>
                    <a:pt x="1219" y="1"/>
                  </a:moveTo>
                  <a:lnTo>
                    <a:pt x="1" y="2046"/>
                  </a:lnTo>
                  <a:lnTo>
                    <a:pt x="1" y="3656"/>
                  </a:lnTo>
                  <a:lnTo>
                    <a:pt x="2133" y="5680"/>
                  </a:lnTo>
                  <a:lnTo>
                    <a:pt x="3787" y="4744"/>
                  </a:lnTo>
                  <a:lnTo>
                    <a:pt x="3961" y="3395"/>
                  </a:lnTo>
                  <a:lnTo>
                    <a:pt x="121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4"/>
            <p:cNvSpPr/>
            <p:nvPr/>
          </p:nvSpPr>
          <p:spPr>
            <a:xfrm>
              <a:off x="5457441" y="2960521"/>
              <a:ext cx="176261" cy="611698"/>
            </a:xfrm>
            <a:custGeom>
              <a:rect b="b" l="l" r="r" t="t"/>
              <a:pathLst>
                <a:path extrusionOk="0" h="3918" w="1024">
                  <a:moveTo>
                    <a:pt x="0" y="1"/>
                  </a:moveTo>
                  <a:lnTo>
                    <a:pt x="544" y="741"/>
                  </a:lnTo>
                  <a:lnTo>
                    <a:pt x="1023" y="3917"/>
                  </a:lnTo>
                  <a:lnTo>
                    <a:pt x="631" y="697"/>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4"/>
            <p:cNvSpPr/>
            <p:nvPr/>
          </p:nvSpPr>
          <p:spPr>
            <a:xfrm>
              <a:off x="5000438" y="3059037"/>
              <a:ext cx="1022624" cy="513183"/>
            </a:xfrm>
            <a:custGeom>
              <a:rect b="b" l="l" r="r" t="t"/>
              <a:pathLst>
                <a:path extrusionOk="0" h="3287" w="5941">
                  <a:moveTo>
                    <a:pt x="2286" y="1"/>
                  </a:moveTo>
                  <a:lnTo>
                    <a:pt x="1" y="1306"/>
                  </a:lnTo>
                  <a:lnTo>
                    <a:pt x="2982" y="3286"/>
                  </a:lnTo>
                  <a:lnTo>
                    <a:pt x="5941" y="2938"/>
                  </a:lnTo>
                  <a:lnTo>
                    <a:pt x="22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4"/>
            <p:cNvSpPr/>
            <p:nvPr/>
          </p:nvSpPr>
          <p:spPr>
            <a:xfrm>
              <a:off x="5513555" y="3517737"/>
              <a:ext cx="509505" cy="424660"/>
            </a:xfrm>
            <a:custGeom>
              <a:rect b="b" l="l" r="r" t="t"/>
              <a:pathLst>
                <a:path extrusionOk="0" h="2720" w="2960">
                  <a:moveTo>
                    <a:pt x="2960" y="0"/>
                  </a:moveTo>
                  <a:lnTo>
                    <a:pt x="1" y="348"/>
                  </a:lnTo>
                  <a:lnTo>
                    <a:pt x="44" y="2720"/>
                  </a:lnTo>
                  <a:lnTo>
                    <a:pt x="2655" y="1153"/>
                  </a:lnTo>
                  <a:lnTo>
                    <a:pt x="2960" y="0"/>
                  </a:lnTo>
                  <a:close/>
                </a:path>
              </a:pathLst>
            </a:custGeom>
            <a:solidFill>
              <a:srgbClr val="F18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4"/>
            <p:cNvSpPr/>
            <p:nvPr/>
          </p:nvSpPr>
          <p:spPr>
            <a:xfrm>
              <a:off x="5000438" y="3262939"/>
              <a:ext cx="520865" cy="679456"/>
            </a:xfrm>
            <a:custGeom>
              <a:rect b="b" l="l" r="r" t="t"/>
              <a:pathLst>
                <a:path extrusionOk="0" h="4352" w="3026">
                  <a:moveTo>
                    <a:pt x="1" y="0"/>
                  </a:moveTo>
                  <a:lnTo>
                    <a:pt x="1" y="2611"/>
                  </a:lnTo>
                  <a:lnTo>
                    <a:pt x="3025" y="4352"/>
                  </a:lnTo>
                  <a:lnTo>
                    <a:pt x="2982" y="1980"/>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4"/>
            <p:cNvSpPr/>
            <p:nvPr/>
          </p:nvSpPr>
          <p:spPr>
            <a:xfrm>
              <a:off x="4775810" y="3269652"/>
              <a:ext cx="389702" cy="356902"/>
            </a:xfrm>
            <a:custGeom>
              <a:rect b="b" l="l" r="r" t="t"/>
              <a:pathLst>
                <a:path extrusionOk="0" h="2286" w="2264">
                  <a:moveTo>
                    <a:pt x="1001" y="1"/>
                  </a:moveTo>
                  <a:lnTo>
                    <a:pt x="0" y="545"/>
                  </a:lnTo>
                  <a:lnTo>
                    <a:pt x="1110" y="2285"/>
                  </a:lnTo>
                  <a:lnTo>
                    <a:pt x="2263" y="1306"/>
                  </a:lnTo>
                  <a:lnTo>
                    <a:pt x="10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4"/>
            <p:cNvSpPr/>
            <p:nvPr/>
          </p:nvSpPr>
          <p:spPr>
            <a:xfrm>
              <a:off x="4966873" y="3473554"/>
              <a:ext cx="209826" cy="604828"/>
            </a:xfrm>
            <a:custGeom>
              <a:rect b="b" l="l" r="r" t="t"/>
              <a:pathLst>
                <a:path extrusionOk="0" h="3874" w="1219">
                  <a:moveTo>
                    <a:pt x="1153" y="0"/>
                  </a:moveTo>
                  <a:lnTo>
                    <a:pt x="0" y="979"/>
                  </a:lnTo>
                  <a:lnTo>
                    <a:pt x="131" y="3873"/>
                  </a:lnTo>
                  <a:lnTo>
                    <a:pt x="1219" y="1806"/>
                  </a:lnTo>
                  <a:lnTo>
                    <a:pt x="11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4"/>
            <p:cNvSpPr/>
            <p:nvPr/>
          </p:nvSpPr>
          <p:spPr>
            <a:xfrm>
              <a:off x="4416233" y="3354585"/>
              <a:ext cx="573193" cy="723796"/>
            </a:xfrm>
            <a:custGeom>
              <a:rect b="b" l="l" r="r" t="t"/>
              <a:pathLst>
                <a:path extrusionOk="0" h="4636" w="3330">
                  <a:moveTo>
                    <a:pt x="2089" y="1"/>
                  </a:moveTo>
                  <a:lnTo>
                    <a:pt x="501" y="654"/>
                  </a:lnTo>
                  <a:lnTo>
                    <a:pt x="283" y="2351"/>
                  </a:lnTo>
                  <a:lnTo>
                    <a:pt x="1" y="3330"/>
                  </a:lnTo>
                  <a:lnTo>
                    <a:pt x="3330" y="4635"/>
                  </a:lnTo>
                  <a:lnTo>
                    <a:pt x="3199" y="1741"/>
                  </a:lnTo>
                  <a:lnTo>
                    <a:pt x="208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4"/>
            <p:cNvSpPr/>
            <p:nvPr/>
          </p:nvSpPr>
          <p:spPr>
            <a:xfrm>
              <a:off x="4502469" y="3269652"/>
              <a:ext cx="445817" cy="187038"/>
            </a:xfrm>
            <a:custGeom>
              <a:rect b="b" l="l" r="r" t="t"/>
              <a:pathLst>
                <a:path extrusionOk="0" h="1198" w="2590">
                  <a:moveTo>
                    <a:pt x="2589" y="1"/>
                  </a:moveTo>
                  <a:lnTo>
                    <a:pt x="1610" y="305"/>
                  </a:lnTo>
                  <a:lnTo>
                    <a:pt x="0" y="1198"/>
                  </a:lnTo>
                  <a:lnTo>
                    <a:pt x="1588" y="545"/>
                  </a:lnTo>
                  <a:lnTo>
                    <a:pt x="258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4"/>
            <p:cNvSpPr/>
            <p:nvPr/>
          </p:nvSpPr>
          <p:spPr>
            <a:xfrm>
              <a:off x="5382564" y="3493850"/>
              <a:ext cx="48885" cy="370485"/>
            </a:xfrm>
            <a:custGeom>
              <a:rect b="b" l="l" r="r" t="t"/>
              <a:pathLst>
                <a:path extrusionOk="0" h="2373" w="284">
                  <a:moveTo>
                    <a:pt x="0" y="1"/>
                  </a:moveTo>
                  <a:lnTo>
                    <a:pt x="196" y="1263"/>
                  </a:lnTo>
                  <a:lnTo>
                    <a:pt x="153" y="2373"/>
                  </a:lnTo>
                  <a:lnTo>
                    <a:pt x="283" y="1263"/>
                  </a:lnTo>
                  <a:lnTo>
                    <a:pt x="153" y="88"/>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4"/>
            <p:cNvSpPr/>
            <p:nvPr/>
          </p:nvSpPr>
          <p:spPr>
            <a:xfrm>
              <a:off x="4633459" y="3402204"/>
              <a:ext cx="123761" cy="591245"/>
            </a:xfrm>
            <a:custGeom>
              <a:rect b="b" l="l" r="r" t="t"/>
              <a:pathLst>
                <a:path extrusionOk="0" h="3787" w="719">
                  <a:moveTo>
                    <a:pt x="109" y="0"/>
                  </a:moveTo>
                  <a:lnTo>
                    <a:pt x="610" y="1088"/>
                  </a:lnTo>
                  <a:lnTo>
                    <a:pt x="1" y="2002"/>
                  </a:lnTo>
                  <a:lnTo>
                    <a:pt x="719" y="3786"/>
                  </a:lnTo>
                  <a:lnTo>
                    <a:pt x="196" y="2002"/>
                  </a:lnTo>
                  <a:lnTo>
                    <a:pt x="719" y="1088"/>
                  </a:lnTo>
                  <a:lnTo>
                    <a:pt x="1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4"/>
            <p:cNvSpPr/>
            <p:nvPr/>
          </p:nvSpPr>
          <p:spPr>
            <a:xfrm>
              <a:off x="6738252" y="2362712"/>
              <a:ext cx="172474" cy="873207"/>
            </a:xfrm>
            <a:custGeom>
              <a:rect b="b" l="l" r="r" t="t"/>
              <a:pathLst>
                <a:path extrusionOk="0" h="5593" w="1002">
                  <a:moveTo>
                    <a:pt x="327" y="0"/>
                  </a:moveTo>
                  <a:lnTo>
                    <a:pt x="784" y="1872"/>
                  </a:lnTo>
                  <a:lnTo>
                    <a:pt x="1" y="5592"/>
                  </a:lnTo>
                  <a:lnTo>
                    <a:pt x="1002" y="1763"/>
                  </a:lnTo>
                  <a:lnTo>
                    <a:pt x="32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4"/>
            <p:cNvSpPr/>
            <p:nvPr/>
          </p:nvSpPr>
          <p:spPr>
            <a:xfrm>
              <a:off x="6116522" y="3181440"/>
              <a:ext cx="352350" cy="397494"/>
            </a:xfrm>
            <a:custGeom>
              <a:rect b="b" l="l" r="r" t="t"/>
              <a:pathLst>
                <a:path extrusionOk="0" h="2546" w="2047">
                  <a:moveTo>
                    <a:pt x="1002" y="0"/>
                  </a:moveTo>
                  <a:lnTo>
                    <a:pt x="1" y="2546"/>
                  </a:lnTo>
                  <a:lnTo>
                    <a:pt x="1" y="2546"/>
                  </a:lnTo>
                  <a:lnTo>
                    <a:pt x="2046" y="1523"/>
                  </a:lnTo>
                  <a:lnTo>
                    <a:pt x="2046" y="1523"/>
                  </a:lnTo>
                  <a:lnTo>
                    <a:pt x="284" y="2220"/>
                  </a:lnTo>
                  <a:lnTo>
                    <a:pt x="100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4"/>
            <p:cNvSpPr/>
            <p:nvPr/>
          </p:nvSpPr>
          <p:spPr>
            <a:xfrm>
              <a:off x="5678454" y="3541469"/>
              <a:ext cx="104999" cy="316153"/>
            </a:xfrm>
            <a:custGeom>
              <a:rect b="b" l="l" r="r" t="t"/>
              <a:pathLst>
                <a:path extrusionOk="0" h="2025" w="610">
                  <a:moveTo>
                    <a:pt x="566" y="1"/>
                  </a:moveTo>
                  <a:lnTo>
                    <a:pt x="0" y="784"/>
                  </a:lnTo>
                  <a:lnTo>
                    <a:pt x="435" y="1371"/>
                  </a:lnTo>
                  <a:lnTo>
                    <a:pt x="0" y="2024"/>
                  </a:lnTo>
                  <a:lnTo>
                    <a:pt x="609" y="1371"/>
                  </a:lnTo>
                  <a:lnTo>
                    <a:pt x="174" y="784"/>
                  </a:lnTo>
                  <a:lnTo>
                    <a:pt x="5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4"/>
            <p:cNvSpPr/>
            <p:nvPr/>
          </p:nvSpPr>
          <p:spPr>
            <a:xfrm>
              <a:off x="6330134" y="2182698"/>
              <a:ext cx="262326" cy="462130"/>
            </a:xfrm>
            <a:custGeom>
              <a:rect b="b" l="l" r="r" t="t"/>
              <a:pathLst>
                <a:path extrusionOk="0" h="2960" w="1524">
                  <a:moveTo>
                    <a:pt x="0" y="0"/>
                  </a:moveTo>
                  <a:lnTo>
                    <a:pt x="566" y="1328"/>
                  </a:lnTo>
                  <a:lnTo>
                    <a:pt x="1023" y="1415"/>
                  </a:lnTo>
                  <a:lnTo>
                    <a:pt x="1523" y="2959"/>
                  </a:lnTo>
                  <a:lnTo>
                    <a:pt x="1131" y="1262"/>
                  </a:lnTo>
                  <a:lnTo>
                    <a:pt x="588" y="1197"/>
                  </a:lnTo>
                  <a:lnTo>
                    <a:pt x="0" y="0"/>
                  </a:lnTo>
                  <a:close/>
                  <a:moveTo>
                    <a:pt x="1523" y="2959"/>
                  </a:moveTo>
                  <a:lnTo>
                    <a:pt x="1523" y="2959"/>
                  </a:lnTo>
                  <a:lnTo>
                    <a:pt x="1523" y="2959"/>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4"/>
            <p:cNvSpPr/>
            <p:nvPr/>
          </p:nvSpPr>
          <p:spPr>
            <a:xfrm>
              <a:off x="3880740" y="4428112"/>
              <a:ext cx="711758" cy="730509"/>
            </a:xfrm>
            <a:custGeom>
              <a:rect b="b" l="l" r="r" t="t"/>
              <a:pathLst>
                <a:path extrusionOk="0" h="4679" w="4135">
                  <a:moveTo>
                    <a:pt x="0" y="0"/>
                  </a:moveTo>
                  <a:lnTo>
                    <a:pt x="2307" y="3634"/>
                  </a:lnTo>
                  <a:lnTo>
                    <a:pt x="4134" y="4678"/>
                  </a:lnTo>
                  <a:lnTo>
                    <a:pt x="4134" y="2220"/>
                  </a:lnTo>
                  <a:lnTo>
                    <a:pt x="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4"/>
            <p:cNvSpPr/>
            <p:nvPr/>
          </p:nvSpPr>
          <p:spPr>
            <a:xfrm>
              <a:off x="4592321" y="3534755"/>
              <a:ext cx="2378320" cy="1623856"/>
            </a:xfrm>
            <a:custGeom>
              <a:rect b="b" l="l" r="r" t="t"/>
              <a:pathLst>
                <a:path extrusionOk="0" h="10401" w="13817">
                  <a:moveTo>
                    <a:pt x="13817" y="0"/>
                  </a:moveTo>
                  <a:lnTo>
                    <a:pt x="0" y="7942"/>
                  </a:lnTo>
                  <a:lnTo>
                    <a:pt x="0" y="10400"/>
                  </a:lnTo>
                  <a:lnTo>
                    <a:pt x="13817" y="1915"/>
                  </a:lnTo>
                  <a:lnTo>
                    <a:pt x="1381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4"/>
            <p:cNvSpPr/>
            <p:nvPr/>
          </p:nvSpPr>
          <p:spPr>
            <a:xfrm>
              <a:off x="4779597" y="4716791"/>
              <a:ext cx="393317" cy="210769"/>
            </a:xfrm>
            <a:custGeom>
              <a:rect b="b" l="l" r="r" t="t"/>
              <a:pathLst>
                <a:path extrusionOk="0" h="1350" w="2285">
                  <a:moveTo>
                    <a:pt x="2285" y="1"/>
                  </a:moveTo>
                  <a:lnTo>
                    <a:pt x="2285" y="1"/>
                  </a:lnTo>
                  <a:cubicBezTo>
                    <a:pt x="1871" y="197"/>
                    <a:pt x="1501" y="436"/>
                    <a:pt x="1110" y="632"/>
                  </a:cubicBezTo>
                  <a:cubicBezTo>
                    <a:pt x="740" y="849"/>
                    <a:pt x="348" y="1089"/>
                    <a:pt x="0" y="1350"/>
                  </a:cubicBezTo>
                  <a:cubicBezTo>
                    <a:pt x="414" y="1154"/>
                    <a:pt x="783" y="936"/>
                    <a:pt x="1175" y="719"/>
                  </a:cubicBezTo>
                  <a:cubicBezTo>
                    <a:pt x="1545" y="501"/>
                    <a:pt x="1937" y="262"/>
                    <a:pt x="22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4"/>
            <p:cNvSpPr/>
            <p:nvPr/>
          </p:nvSpPr>
          <p:spPr>
            <a:xfrm>
              <a:off x="5258976" y="4316013"/>
              <a:ext cx="393317" cy="207334"/>
            </a:xfrm>
            <a:custGeom>
              <a:rect b="b" l="l" r="r" t="t"/>
              <a:pathLst>
                <a:path extrusionOk="0" h="1328" w="2285">
                  <a:moveTo>
                    <a:pt x="2285" y="0"/>
                  </a:moveTo>
                  <a:lnTo>
                    <a:pt x="2285" y="0"/>
                  </a:lnTo>
                  <a:cubicBezTo>
                    <a:pt x="1871" y="174"/>
                    <a:pt x="1480" y="392"/>
                    <a:pt x="1110" y="610"/>
                  </a:cubicBezTo>
                  <a:cubicBezTo>
                    <a:pt x="718" y="827"/>
                    <a:pt x="348" y="1088"/>
                    <a:pt x="0" y="1328"/>
                  </a:cubicBezTo>
                  <a:cubicBezTo>
                    <a:pt x="392" y="1132"/>
                    <a:pt x="784" y="914"/>
                    <a:pt x="1153" y="697"/>
                  </a:cubicBezTo>
                  <a:cubicBezTo>
                    <a:pt x="1545" y="479"/>
                    <a:pt x="1915" y="240"/>
                    <a:pt x="22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4"/>
            <p:cNvSpPr/>
            <p:nvPr/>
          </p:nvSpPr>
          <p:spPr>
            <a:xfrm>
              <a:off x="5861944" y="4146148"/>
              <a:ext cx="393317" cy="207334"/>
            </a:xfrm>
            <a:custGeom>
              <a:rect b="b" l="l" r="r" t="t"/>
              <a:pathLst>
                <a:path extrusionOk="0" h="1328" w="2285">
                  <a:moveTo>
                    <a:pt x="2285" y="0"/>
                  </a:moveTo>
                  <a:cubicBezTo>
                    <a:pt x="1871" y="175"/>
                    <a:pt x="1480" y="392"/>
                    <a:pt x="1110" y="610"/>
                  </a:cubicBezTo>
                  <a:cubicBezTo>
                    <a:pt x="718" y="827"/>
                    <a:pt x="348" y="1088"/>
                    <a:pt x="0" y="1328"/>
                  </a:cubicBezTo>
                  <a:cubicBezTo>
                    <a:pt x="392" y="1132"/>
                    <a:pt x="784" y="914"/>
                    <a:pt x="1175" y="697"/>
                  </a:cubicBezTo>
                  <a:cubicBezTo>
                    <a:pt x="1545" y="479"/>
                    <a:pt x="1937" y="240"/>
                    <a:pt x="22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4"/>
            <p:cNvSpPr/>
            <p:nvPr/>
          </p:nvSpPr>
          <p:spPr>
            <a:xfrm>
              <a:off x="6333749" y="3738501"/>
              <a:ext cx="393489" cy="207334"/>
            </a:xfrm>
            <a:custGeom>
              <a:rect b="b" l="l" r="r" t="t"/>
              <a:pathLst>
                <a:path extrusionOk="0" h="1328" w="2286">
                  <a:moveTo>
                    <a:pt x="2285" y="1"/>
                  </a:moveTo>
                  <a:lnTo>
                    <a:pt x="2285" y="1"/>
                  </a:lnTo>
                  <a:cubicBezTo>
                    <a:pt x="1916" y="175"/>
                    <a:pt x="1524" y="436"/>
                    <a:pt x="1110" y="610"/>
                  </a:cubicBezTo>
                  <a:cubicBezTo>
                    <a:pt x="741" y="827"/>
                    <a:pt x="349" y="1088"/>
                    <a:pt x="1" y="1328"/>
                  </a:cubicBezTo>
                  <a:cubicBezTo>
                    <a:pt x="414" y="1132"/>
                    <a:pt x="784" y="914"/>
                    <a:pt x="1176" y="697"/>
                  </a:cubicBezTo>
                  <a:cubicBezTo>
                    <a:pt x="1546" y="479"/>
                    <a:pt x="1937" y="240"/>
                    <a:pt x="22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4"/>
            <p:cNvSpPr/>
            <p:nvPr/>
          </p:nvSpPr>
          <p:spPr>
            <a:xfrm>
              <a:off x="4176629" y="3949896"/>
              <a:ext cx="206040" cy="96173"/>
            </a:xfrm>
            <a:custGeom>
              <a:rect b="b" l="l" r="r" t="t"/>
              <a:pathLst>
                <a:path extrusionOk="0" h="616" w="1197">
                  <a:moveTo>
                    <a:pt x="590" y="1"/>
                  </a:moveTo>
                  <a:cubicBezTo>
                    <a:pt x="452" y="1"/>
                    <a:pt x="316" y="28"/>
                    <a:pt x="218" y="83"/>
                  </a:cubicBezTo>
                  <a:cubicBezTo>
                    <a:pt x="0" y="191"/>
                    <a:pt x="0" y="387"/>
                    <a:pt x="218" y="518"/>
                  </a:cubicBezTo>
                  <a:cubicBezTo>
                    <a:pt x="316" y="583"/>
                    <a:pt x="452" y="616"/>
                    <a:pt x="590" y="616"/>
                  </a:cubicBezTo>
                  <a:cubicBezTo>
                    <a:pt x="729" y="616"/>
                    <a:pt x="870" y="583"/>
                    <a:pt x="979" y="518"/>
                  </a:cubicBezTo>
                  <a:cubicBezTo>
                    <a:pt x="1197" y="409"/>
                    <a:pt x="1197" y="213"/>
                    <a:pt x="979" y="83"/>
                  </a:cubicBezTo>
                  <a:cubicBezTo>
                    <a:pt x="870" y="28"/>
                    <a:pt x="729" y="1"/>
                    <a:pt x="590" y="1"/>
                  </a:cubicBezTo>
                  <a:close/>
                </a:path>
              </a:pathLst>
            </a:custGeom>
            <a:solidFill>
              <a:srgbClr val="9567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4"/>
            <p:cNvSpPr/>
            <p:nvPr/>
          </p:nvSpPr>
          <p:spPr>
            <a:xfrm>
              <a:off x="4142892" y="3470119"/>
              <a:ext cx="258539" cy="568607"/>
            </a:xfrm>
            <a:custGeom>
              <a:rect b="b" l="l" r="r" t="t"/>
              <a:pathLst>
                <a:path extrusionOk="0" h="3642" w="1502">
                  <a:moveTo>
                    <a:pt x="1502" y="1"/>
                  </a:moveTo>
                  <a:cubicBezTo>
                    <a:pt x="1502" y="1"/>
                    <a:pt x="1284" y="414"/>
                    <a:pt x="1284" y="762"/>
                  </a:cubicBezTo>
                  <a:cubicBezTo>
                    <a:pt x="1241" y="1110"/>
                    <a:pt x="914" y="1393"/>
                    <a:pt x="914" y="1393"/>
                  </a:cubicBezTo>
                  <a:cubicBezTo>
                    <a:pt x="914" y="1393"/>
                    <a:pt x="1110" y="1067"/>
                    <a:pt x="1175" y="893"/>
                  </a:cubicBezTo>
                  <a:cubicBezTo>
                    <a:pt x="1219" y="740"/>
                    <a:pt x="1306" y="458"/>
                    <a:pt x="1349" y="305"/>
                  </a:cubicBezTo>
                  <a:lnTo>
                    <a:pt x="1349" y="305"/>
                  </a:lnTo>
                  <a:cubicBezTo>
                    <a:pt x="1349" y="305"/>
                    <a:pt x="1132" y="740"/>
                    <a:pt x="1110" y="893"/>
                  </a:cubicBezTo>
                  <a:cubicBezTo>
                    <a:pt x="1066" y="1067"/>
                    <a:pt x="892" y="1219"/>
                    <a:pt x="849" y="1350"/>
                  </a:cubicBezTo>
                  <a:cubicBezTo>
                    <a:pt x="849" y="1350"/>
                    <a:pt x="697" y="1306"/>
                    <a:pt x="653" y="1176"/>
                  </a:cubicBezTo>
                  <a:cubicBezTo>
                    <a:pt x="588" y="1023"/>
                    <a:pt x="566" y="893"/>
                    <a:pt x="653" y="697"/>
                  </a:cubicBezTo>
                  <a:lnTo>
                    <a:pt x="653" y="697"/>
                  </a:lnTo>
                  <a:cubicBezTo>
                    <a:pt x="653" y="697"/>
                    <a:pt x="544" y="871"/>
                    <a:pt x="522" y="1001"/>
                  </a:cubicBezTo>
                  <a:cubicBezTo>
                    <a:pt x="522" y="1176"/>
                    <a:pt x="588" y="1350"/>
                    <a:pt x="653" y="1545"/>
                  </a:cubicBezTo>
                  <a:cubicBezTo>
                    <a:pt x="740" y="1741"/>
                    <a:pt x="675" y="1959"/>
                    <a:pt x="675" y="1959"/>
                  </a:cubicBezTo>
                  <a:cubicBezTo>
                    <a:pt x="675" y="1959"/>
                    <a:pt x="522" y="1741"/>
                    <a:pt x="370" y="1632"/>
                  </a:cubicBezTo>
                  <a:cubicBezTo>
                    <a:pt x="240" y="1524"/>
                    <a:pt x="87" y="1437"/>
                    <a:pt x="87" y="740"/>
                  </a:cubicBezTo>
                  <a:lnTo>
                    <a:pt x="87" y="740"/>
                  </a:lnTo>
                  <a:cubicBezTo>
                    <a:pt x="87" y="741"/>
                    <a:pt x="0" y="1306"/>
                    <a:pt x="131" y="1567"/>
                  </a:cubicBezTo>
                  <a:cubicBezTo>
                    <a:pt x="261" y="1850"/>
                    <a:pt x="588" y="1937"/>
                    <a:pt x="588" y="2285"/>
                  </a:cubicBezTo>
                  <a:cubicBezTo>
                    <a:pt x="631" y="2633"/>
                    <a:pt x="588" y="3134"/>
                    <a:pt x="327" y="3395"/>
                  </a:cubicBezTo>
                  <a:cubicBezTo>
                    <a:pt x="327" y="3395"/>
                    <a:pt x="401" y="3506"/>
                    <a:pt x="446" y="3506"/>
                  </a:cubicBezTo>
                  <a:cubicBezTo>
                    <a:pt x="450" y="3506"/>
                    <a:pt x="454" y="3505"/>
                    <a:pt x="457" y="3504"/>
                  </a:cubicBezTo>
                  <a:cubicBezTo>
                    <a:pt x="457" y="3504"/>
                    <a:pt x="505" y="3484"/>
                    <a:pt x="559" y="3484"/>
                  </a:cubicBezTo>
                  <a:cubicBezTo>
                    <a:pt x="619" y="3484"/>
                    <a:pt x="685" y="3509"/>
                    <a:pt x="697" y="3612"/>
                  </a:cubicBezTo>
                  <a:cubicBezTo>
                    <a:pt x="697" y="3612"/>
                    <a:pt x="764" y="3641"/>
                    <a:pt x="842" y="3641"/>
                  </a:cubicBezTo>
                  <a:cubicBezTo>
                    <a:pt x="880" y="3641"/>
                    <a:pt x="921" y="3634"/>
                    <a:pt x="958" y="3612"/>
                  </a:cubicBezTo>
                  <a:cubicBezTo>
                    <a:pt x="958" y="3569"/>
                    <a:pt x="1088" y="3525"/>
                    <a:pt x="1219" y="3395"/>
                  </a:cubicBezTo>
                  <a:cubicBezTo>
                    <a:pt x="1219" y="3395"/>
                    <a:pt x="871" y="3047"/>
                    <a:pt x="871" y="2742"/>
                  </a:cubicBezTo>
                  <a:cubicBezTo>
                    <a:pt x="871" y="2438"/>
                    <a:pt x="914" y="2155"/>
                    <a:pt x="914" y="1959"/>
                  </a:cubicBezTo>
                  <a:cubicBezTo>
                    <a:pt x="914" y="1763"/>
                    <a:pt x="871" y="1545"/>
                    <a:pt x="1023" y="1350"/>
                  </a:cubicBezTo>
                  <a:cubicBezTo>
                    <a:pt x="1197" y="1176"/>
                    <a:pt x="1306" y="1001"/>
                    <a:pt x="1306" y="762"/>
                  </a:cubicBezTo>
                  <a:cubicBezTo>
                    <a:pt x="1306" y="545"/>
                    <a:pt x="1502" y="1"/>
                    <a:pt x="15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24"/>
            <p:cNvSpPr/>
            <p:nvPr/>
          </p:nvSpPr>
          <p:spPr>
            <a:xfrm>
              <a:off x="4180416" y="3605949"/>
              <a:ext cx="29951" cy="119123"/>
            </a:xfrm>
            <a:custGeom>
              <a:rect b="b" l="l" r="r" t="t"/>
              <a:pathLst>
                <a:path extrusionOk="0" h="763" w="174">
                  <a:moveTo>
                    <a:pt x="174" y="1"/>
                  </a:moveTo>
                  <a:lnTo>
                    <a:pt x="174" y="1"/>
                  </a:lnTo>
                  <a:cubicBezTo>
                    <a:pt x="174" y="1"/>
                    <a:pt x="87" y="197"/>
                    <a:pt x="22" y="327"/>
                  </a:cubicBezTo>
                  <a:cubicBezTo>
                    <a:pt x="0" y="455"/>
                    <a:pt x="104" y="625"/>
                    <a:pt x="27" y="652"/>
                  </a:cubicBezTo>
                  <a:lnTo>
                    <a:pt x="27" y="652"/>
                  </a:lnTo>
                  <a:cubicBezTo>
                    <a:pt x="25" y="652"/>
                    <a:pt x="24" y="651"/>
                    <a:pt x="23" y="651"/>
                  </a:cubicBezTo>
                  <a:cubicBezTo>
                    <a:pt x="22" y="651"/>
                    <a:pt x="22" y="652"/>
                    <a:pt x="22" y="654"/>
                  </a:cubicBezTo>
                  <a:cubicBezTo>
                    <a:pt x="23" y="653"/>
                    <a:pt x="25" y="653"/>
                    <a:pt x="27" y="652"/>
                  </a:cubicBezTo>
                  <a:lnTo>
                    <a:pt x="27" y="652"/>
                  </a:lnTo>
                  <a:cubicBezTo>
                    <a:pt x="48" y="663"/>
                    <a:pt x="136" y="762"/>
                    <a:pt x="174" y="762"/>
                  </a:cubicBezTo>
                  <a:cubicBezTo>
                    <a:pt x="174" y="762"/>
                    <a:pt x="87" y="567"/>
                    <a:pt x="87" y="436"/>
                  </a:cubicBezTo>
                  <a:cubicBezTo>
                    <a:pt x="87" y="306"/>
                    <a:pt x="174" y="1"/>
                    <a:pt x="1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24"/>
            <p:cNvSpPr/>
            <p:nvPr/>
          </p:nvSpPr>
          <p:spPr>
            <a:xfrm>
              <a:off x="4176629" y="3622967"/>
              <a:ext cx="172302" cy="398431"/>
            </a:xfrm>
            <a:custGeom>
              <a:rect b="b" l="l" r="r" t="t"/>
              <a:pathLst>
                <a:path extrusionOk="0" h="2552" w="1001">
                  <a:moveTo>
                    <a:pt x="0" y="501"/>
                  </a:moveTo>
                  <a:lnTo>
                    <a:pt x="0" y="501"/>
                  </a:lnTo>
                  <a:cubicBezTo>
                    <a:pt x="21" y="584"/>
                    <a:pt x="41" y="627"/>
                    <a:pt x="99" y="650"/>
                  </a:cubicBezTo>
                  <a:lnTo>
                    <a:pt x="99" y="650"/>
                  </a:lnTo>
                  <a:cubicBezTo>
                    <a:pt x="59" y="603"/>
                    <a:pt x="26" y="552"/>
                    <a:pt x="0" y="501"/>
                  </a:cubicBezTo>
                  <a:close/>
                  <a:moveTo>
                    <a:pt x="326" y="1"/>
                  </a:moveTo>
                  <a:lnTo>
                    <a:pt x="326" y="1"/>
                  </a:lnTo>
                  <a:cubicBezTo>
                    <a:pt x="348" y="88"/>
                    <a:pt x="479" y="458"/>
                    <a:pt x="522" y="545"/>
                  </a:cubicBezTo>
                  <a:cubicBezTo>
                    <a:pt x="588" y="741"/>
                    <a:pt x="544" y="980"/>
                    <a:pt x="544" y="980"/>
                  </a:cubicBezTo>
                  <a:lnTo>
                    <a:pt x="522" y="1110"/>
                  </a:lnTo>
                  <a:lnTo>
                    <a:pt x="435" y="1002"/>
                  </a:lnTo>
                  <a:cubicBezTo>
                    <a:pt x="435" y="1002"/>
                    <a:pt x="261" y="784"/>
                    <a:pt x="131" y="675"/>
                  </a:cubicBezTo>
                  <a:lnTo>
                    <a:pt x="109" y="653"/>
                  </a:lnTo>
                  <a:cubicBezTo>
                    <a:pt x="106" y="652"/>
                    <a:pt x="102" y="651"/>
                    <a:pt x="99" y="650"/>
                  </a:cubicBezTo>
                  <a:lnTo>
                    <a:pt x="99" y="650"/>
                  </a:lnTo>
                  <a:cubicBezTo>
                    <a:pt x="128" y="683"/>
                    <a:pt x="160" y="714"/>
                    <a:pt x="196" y="741"/>
                  </a:cubicBezTo>
                  <a:cubicBezTo>
                    <a:pt x="305" y="871"/>
                    <a:pt x="457" y="1002"/>
                    <a:pt x="457" y="1241"/>
                  </a:cubicBezTo>
                  <a:cubicBezTo>
                    <a:pt x="457" y="1567"/>
                    <a:pt x="348" y="2068"/>
                    <a:pt x="152" y="2372"/>
                  </a:cubicBezTo>
                  <a:cubicBezTo>
                    <a:pt x="196" y="2416"/>
                    <a:pt x="239" y="2438"/>
                    <a:pt x="239" y="2438"/>
                  </a:cubicBezTo>
                  <a:cubicBezTo>
                    <a:pt x="239" y="2438"/>
                    <a:pt x="336" y="2409"/>
                    <a:pt x="420" y="2409"/>
                  </a:cubicBezTo>
                  <a:cubicBezTo>
                    <a:pt x="462" y="2409"/>
                    <a:pt x="501" y="2416"/>
                    <a:pt x="522" y="2438"/>
                  </a:cubicBezTo>
                  <a:cubicBezTo>
                    <a:pt x="544" y="2503"/>
                    <a:pt x="544" y="2546"/>
                    <a:pt x="544" y="2546"/>
                  </a:cubicBezTo>
                  <a:cubicBezTo>
                    <a:pt x="544" y="2546"/>
                    <a:pt x="573" y="2551"/>
                    <a:pt x="619" y="2551"/>
                  </a:cubicBezTo>
                  <a:cubicBezTo>
                    <a:pt x="711" y="2551"/>
                    <a:pt x="870" y="2532"/>
                    <a:pt x="1001" y="2416"/>
                  </a:cubicBezTo>
                  <a:cubicBezTo>
                    <a:pt x="870" y="2307"/>
                    <a:pt x="631" y="1981"/>
                    <a:pt x="631" y="1763"/>
                  </a:cubicBezTo>
                  <a:cubicBezTo>
                    <a:pt x="631" y="1567"/>
                    <a:pt x="631" y="1415"/>
                    <a:pt x="653" y="1241"/>
                  </a:cubicBezTo>
                  <a:cubicBezTo>
                    <a:pt x="675" y="1132"/>
                    <a:pt x="675" y="1067"/>
                    <a:pt x="675" y="980"/>
                  </a:cubicBezTo>
                  <a:lnTo>
                    <a:pt x="675" y="871"/>
                  </a:lnTo>
                  <a:cubicBezTo>
                    <a:pt x="675" y="741"/>
                    <a:pt x="675" y="566"/>
                    <a:pt x="957" y="218"/>
                  </a:cubicBezTo>
                  <a:lnTo>
                    <a:pt x="957" y="218"/>
                  </a:lnTo>
                  <a:lnTo>
                    <a:pt x="783" y="371"/>
                  </a:lnTo>
                  <a:lnTo>
                    <a:pt x="675" y="458"/>
                  </a:lnTo>
                  <a:cubicBezTo>
                    <a:pt x="675" y="458"/>
                    <a:pt x="805" y="153"/>
                    <a:pt x="892" y="44"/>
                  </a:cubicBezTo>
                  <a:lnTo>
                    <a:pt x="849" y="22"/>
                  </a:lnTo>
                  <a:cubicBezTo>
                    <a:pt x="849" y="22"/>
                    <a:pt x="675" y="327"/>
                    <a:pt x="631" y="371"/>
                  </a:cubicBezTo>
                  <a:cubicBezTo>
                    <a:pt x="588" y="371"/>
                    <a:pt x="435" y="349"/>
                    <a:pt x="326" y="1"/>
                  </a:cubicBezTo>
                  <a:close/>
                </a:path>
              </a:pathLst>
            </a:custGeom>
            <a:solidFill>
              <a:srgbClr val="FFFFFF">
                <a:alpha val="100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4"/>
            <p:cNvSpPr/>
            <p:nvPr/>
          </p:nvSpPr>
          <p:spPr>
            <a:xfrm>
              <a:off x="4090393" y="3385186"/>
              <a:ext cx="363539" cy="244804"/>
            </a:xfrm>
            <a:custGeom>
              <a:rect b="b" l="l" r="r" t="t"/>
              <a:pathLst>
                <a:path extrusionOk="0" h="1568" w="2112">
                  <a:moveTo>
                    <a:pt x="545" y="1437"/>
                  </a:moveTo>
                  <a:cubicBezTo>
                    <a:pt x="545" y="1437"/>
                    <a:pt x="501" y="1567"/>
                    <a:pt x="371" y="1524"/>
                  </a:cubicBezTo>
                  <a:cubicBezTo>
                    <a:pt x="218" y="1502"/>
                    <a:pt x="1" y="1176"/>
                    <a:pt x="1" y="958"/>
                  </a:cubicBezTo>
                  <a:cubicBezTo>
                    <a:pt x="1" y="740"/>
                    <a:pt x="66" y="740"/>
                    <a:pt x="66" y="740"/>
                  </a:cubicBezTo>
                  <a:cubicBezTo>
                    <a:pt x="66" y="740"/>
                    <a:pt x="44" y="588"/>
                    <a:pt x="109" y="545"/>
                  </a:cubicBezTo>
                  <a:cubicBezTo>
                    <a:pt x="175" y="458"/>
                    <a:pt x="218" y="458"/>
                    <a:pt x="218" y="458"/>
                  </a:cubicBezTo>
                  <a:cubicBezTo>
                    <a:pt x="218" y="458"/>
                    <a:pt x="240" y="349"/>
                    <a:pt x="327" y="327"/>
                  </a:cubicBezTo>
                  <a:cubicBezTo>
                    <a:pt x="414" y="305"/>
                    <a:pt x="436" y="327"/>
                    <a:pt x="436" y="327"/>
                  </a:cubicBezTo>
                  <a:cubicBezTo>
                    <a:pt x="436" y="327"/>
                    <a:pt x="479" y="196"/>
                    <a:pt x="588" y="153"/>
                  </a:cubicBezTo>
                  <a:cubicBezTo>
                    <a:pt x="697" y="131"/>
                    <a:pt x="719" y="153"/>
                    <a:pt x="719" y="153"/>
                  </a:cubicBezTo>
                  <a:cubicBezTo>
                    <a:pt x="719" y="153"/>
                    <a:pt x="762" y="44"/>
                    <a:pt x="871" y="44"/>
                  </a:cubicBezTo>
                  <a:cubicBezTo>
                    <a:pt x="980" y="44"/>
                    <a:pt x="1023" y="88"/>
                    <a:pt x="1023" y="88"/>
                  </a:cubicBezTo>
                  <a:cubicBezTo>
                    <a:pt x="1023" y="88"/>
                    <a:pt x="1067" y="1"/>
                    <a:pt x="1154" y="1"/>
                  </a:cubicBezTo>
                  <a:cubicBezTo>
                    <a:pt x="1241" y="1"/>
                    <a:pt x="1306" y="44"/>
                    <a:pt x="1306" y="44"/>
                  </a:cubicBezTo>
                  <a:cubicBezTo>
                    <a:pt x="1306" y="44"/>
                    <a:pt x="1415" y="1"/>
                    <a:pt x="1524" y="44"/>
                  </a:cubicBezTo>
                  <a:cubicBezTo>
                    <a:pt x="1633" y="109"/>
                    <a:pt x="1633" y="153"/>
                    <a:pt x="1633" y="153"/>
                  </a:cubicBezTo>
                  <a:cubicBezTo>
                    <a:pt x="1633" y="153"/>
                    <a:pt x="1785" y="196"/>
                    <a:pt x="1807" y="240"/>
                  </a:cubicBezTo>
                  <a:cubicBezTo>
                    <a:pt x="1828" y="305"/>
                    <a:pt x="1850" y="371"/>
                    <a:pt x="1850" y="371"/>
                  </a:cubicBezTo>
                  <a:cubicBezTo>
                    <a:pt x="1850" y="371"/>
                    <a:pt x="1937" y="414"/>
                    <a:pt x="1959" y="436"/>
                  </a:cubicBezTo>
                  <a:cubicBezTo>
                    <a:pt x="1981" y="479"/>
                    <a:pt x="1959" y="566"/>
                    <a:pt x="1959" y="566"/>
                  </a:cubicBezTo>
                  <a:cubicBezTo>
                    <a:pt x="1959" y="566"/>
                    <a:pt x="2046" y="588"/>
                    <a:pt x="2068" y="675"/>
                  </a:cubicBezTo>
                  <a:cubicBezTo>
                    <a:pt x="2111" y="740"/>
                    <a:pt x="2046" y="784"/>
                    <a:pt x="2046" y="784"/>
                  </a:cubicBezTo>
                  <a:cubicBezTo>
                    <a:pt x="2046" y="784"/>
                    <a:pt x="2111" y="849"/>
                    <a:pt x="2111" y="958"/>
                  </a:cubicBezTo>
                  <a:cubicBezTo>
                    <a:pt x="2111" y="1067"/>
                    <a:pt x="2046" y="1089"/>
                    <a:pt x="2046" y="1089"/>
                  </a:cubicBezTo>
                  <a:cubicBezTo>
                    <a:pt x="2046" y="1089"/>
                    <a:pt x="2111" y="1110"/>
                    <a:pt x="2068" y="1176"/>
                  </a:cubicBezTo>
                  <a:cubicBezTo>
                    <a:pt x="2068" y="1219"/>
                    <a:pt x="1959" y="1350"/>
                    <a:pt x="1850" y="1350"/>
                  </a:cubicBezTo>
                  <a:lnTo>
                    <a:pt x="1720" y="1350"/>
                  </a:lnTo>
                  <a:cubicBezTo>
                    <a:pt x="1720" y="1350"/>
                    <a:pt x="1567" y="1545"/>
                    <a:pt x="1371" y="1545"/>
                  </a:cubicBezTo>
                  <a:cubicBezTo>
                    <a:pt x="1284" y="1545"/>
                    <a:pt x="1110" y="1545"/>
                    <a:pt x="1110" y="1415"/>
                  </a:cubicBezTo>
                  <a:cubicBezTo>
                    <a:pt x="1110" y="1415"/>
                    <a:pt x="1045" y="1524"/>
                    <a:pt x="849" y="1545"/>
                  </a:cubicBezTo>
                  <a:cubicBezTo>
                    <a:pt x="632" y="1567"/>
                    <a:pt x="545" y="1437"/>
                    <a:pt x="545" y="14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24"/>
            <p:cNvSpPr/>
            <p:nvPr/>
          </p:nvSpPr>
          <p:spPr>
            <a:xfrm>
              <a:off x="4120343" y="3507433"/>
              <a:ext cx="41483" cy="13739"/>
            </a:xfrm>
            <a:custGeom>
              <a:rect b="b" l="l" r="r" t="t"/>
              <a:pathLst>
                <a:path extrusionOk="0" h="88" w="241">
                  <a:moveTo>
                    <a:pt x="240" y="1"/>
                  </a:moveTo>
                  <a:lnTo>
                    <a:pt x="240" y="1"/>
                  </a:lnTo>
                  <a:cubicBezTo>
                    <a:pt x="180" y="16"/>
                    <a:pt x="130" y="41"/>
                    <a:pt x="77" y="41"/>
                  </a:cubicBezTo>
                  <a:cubicBezTo>
                    <a:pt x="53" y="41"/>
                    <a:pt x="28" y="36"/>
                    <a:pt x="1" y="23"/>
                  </a:cubicBezTo>
                  <a:lnTo>
                    <a:pt x="1" y="23"/>
                  </a:lnTo>
                  <a:cubicBezTo>
                    <a:pt x="22" y="88"/>
                    <a:pt x="88" y="88"/>
                    <a:pt x="131" y="88"/>
                  </a:cubicBezTo>
                  <a:cubicBezTo>
                    <a:pt x="197" y="88"/>
                    <a:pt x="240" y="66"/>
                    <a:pt x="2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4"/>
            <p:cNvSpPr/>
            <p:nvPr/>
          </p:nvSpPr>
          <p:spPr>
            <a:xfrm>
              <a:off x="4180244" y="3459971"/>
              <a:ext cx="41483" cy="13739"/>
            </a:xfrm>
            <a:custGeom>
              <a:rect b="b" l="l" r="r" t="t"/>
              <a:pathLst>
                <a:path extrusionOk="0" h="88" w="241">
                  <a:moveTo>
                    <a:pt x="240" y="0"/>
                  </a:moveTo>
                  <a:lnTo>
                    <a:pt x="240" y="0"/>
                  </a:lnTo>
                  <a:cubicBezTo>
                    <a:pt x="161" y="32"/>
                    <a:pt x="116" y="52"/>
                    <a:pt x="64" y="52"/>
                  </a:cubicBezTo>
                  <a:cubicBezTo>
                    <a:pt x="44" y="52"/>
                    <a:pt x="24" y="50"/>
                    <a:pt x="1" y="44"/>
                  </a:cubicBezTo>
                  <a:lnTo>
                    <a:pt x="1" y="44"/>
                  </a:lnTo>
                  <a:cubicBezTo>
                    <a:pt x="23" y="66"/>
                    <a:pt x="88" y="87"/>
                    <a:pt x="131" y="87"/>
                  </a:cubicBezTo>
                  <a:cubicBezTo>
                    <a:pt x="197" y="87"/>
                    <a:pt x="240" y="66"/>
                    <a:pt x="24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4"/>
            <p:cNvSpPr/>
            <p:nvPr/>
          </p:nvSpPr>
          <p:spPr>
            <a:xfrm>
              <a:off x="4255292" y="3425935"/>
              <a:ext cx="52500" cy="19047"/>
            </a:xfrm>
            <a:custGeom>
              <a:rect b="b" l="l" r="r" t="t"/>
              <a:pathLst>
                <a:path extrusionOk="0" h="122" w="305">
                  <a:moveTo>
                    <a:pt x="305" y="1"/>
                  </a:moveTo>
                  <a:lnTo>
                    <a:pt x="305" y="1"/>
                  </a:lnTo>
                  <a:cubicBezTo>
                    <a:pt x="236" y="42"/>
                    <a:pt x="175" y="57"/>
                    <a:pt x="113" y="57"/>
                  </a:cubicBezTo>
                  <a:cubicBezTo>
                    <a:pt x="77" y="57"/>
                    <a:pt x="40" y="52"/>
                    <a:pt x="0" y="44"/>
                  </a:cubicBezTo>
                  <a:lnTo>
                    <a:pt x="0" y="44"/>
                  </a:lnTo>
                  <a:cubicBezTo>
                    <a:pt x="30" y="94"/>
                    <a:pt x="83" y="121"/>
                    <a:pt x="137" y="121"/>
                  </a:cubicBezTo>
                  <a:cubicBezTo>
                    <a:pt x="202" y="121"/>
                    <a:pt x="269" y="83"/>
                    <a:pt x="30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4"/>
            <p:cNvSpPr/>
            <p:nvPr/>
          </p:nvSpPr>
          <p:spPr>
            <a:xfrm>
              <a:off x="4345143" y="3436239"/>
              <a:ext cx="37524" cy="22950"/>
            </a:xfrm>
            <a:custGeom>
              <a:rect b="b" l="l" r="r" t="t"/>
              <a:pathLst>
                <a:path extrusionOk="0" h="147" w="218">
                  <a:moveTo>
                    <a:pt x="0" y="0"/>
                  </a:moveTo>
                  <a:cubicBezTo>
                    <a:pt x="0" y="44"/>
                    <a:pt x="22" y="109"/>
                    <a:pt x="44" y="131"/>
                  </a:cubicBezTo>
                  <a:cubicBezTo>
                    <a:pt x="76" y="141"/>
                    <a:pt x="104" y="147"/>
                    <a:pt x="131" y="147"/>
                  </a:cubicBezTo>
                  <a:cubicBezTo>
                    <a:pt x="158" y="147"/>
                    <a:pt x="185" y="141"/>
                    <a:pt x="218" y="131"/>
                  </a:cubicBezTo>
                  <a:cubicBezTo>
                    <a:pt x="131" y="131"/>
                    <a:pt x="44" y="87"/>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4"/>
            <p:cNvSpPr/>
            <p:nvPr/>
          </p:nvSpPr>
          <p:spPr>
            <a:xfrm>
              <a:off x="4202793" y="3565200"/>
              <a:ext cx="56287" cy="10460"/>
            </a:xfrm>
            <a:custGeom>
              <a:rect b="b" l="l" r="r" t="t"/>
              <a:pathLst>
                <a:path extrusionOk="0" h="67" w="327">
                  <a:moveTo>
                    <a:pt x="172" y="1"/>
                  </a:moveTo>
                  <a:cubicBezTo>
                    <a:pt x="109" y="1"/>
                    <a:pt x="44" y="23"/>
                    <a:pt x="0" y="66"/>
                  </a:cubicBezTo>
                  <a:lnTo>
                    <a:pt x="327" y="66"/>
                  </a:lnTo>
                  <a:cubicBezTo>
                    <a:pt x="294" y="23"/>
                    <a:pt x="234" y="1"/>
                    <a:pt x="17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4"/>
            <p:cNvSpPr/>
            <p:nvPr/>
          </p:nvSpPr>
          <p:spPr>
            <a:xfrm>
              <a:off x="4296431" y="3568635"/>
              <a:ext cx="52500" cy="17174"/>
            </a:xfrm>
            <a:custGeom>
              <a:rect b="b" l="l" r="r" t="t"/>
              <a:pathLst>
                <a:path extrusionOk="0" h="110" w="305">
                  <a:moveTo>
                    <a:pt x="153" y="1"/>
                  </a:moveTo>
                  <a:cubicBezTo>
                    <a:pt x="87" y="1"/>
                    <a:pt x="0" y="44"/>
                    <a:pt x="0" y="109"/>
                  </a:cubicBezTo>
                  <a:cubicBezTo>
                    <a:pt x="87" y="44"/>
                    <a:pt x="174" y="44"/>
                    <a:pt x="305" y="22"/>
                  </a:cubicBezTo>
                  <a:cubicBezTo>
                    <a:pt x="261" y="1"/>
                    <a:pt x="196" y="1"/>
                    <a:pt x="15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4"/>
            <p:cNvSpPr/>
            <p:nvPr/>
          </p:nvSpPr>
          <p:spPr>
            <a:xfrm>
              <a:off x="4382495" y="3555052"/>
              <a:ext cx="41483" cy="13739"/>
            </a:xfrm>
            <a:custGeom>
              <a:rect b="b" l="l" r="r" t="t"/>
              <a:pathLst>
                <a:path extrusionOk="0" h="88" w="241">
                  <a:moveTo>
                    <a:pt x="110" y="1"/>
                  </a:moveTo>
                  <a:cubicBezTo>
                    <a:pt x="44" y="1"/>
                    <a:pt x="23" y="22"/>
                    <a:pt x="1" y="88"/>
                  </a:cubicBezTo>
                  <a:cubicBezTo>
                    <a:pt x="44" y="44"/>
                    <a:pt x="88" y="44"/>
                    <a:pt x="110" y="44"/>
                  </a:cubicBezTo>
                  <a:cubicBezTo>
                    <a:pt x="153" y="44"/>
                    <a:pt x="197" y="44"/>
                    <a:pt x="240" y="22"/>
                  </a:cubicBezTo>
                  <a:cubicBezTo>
                    <a:pt x="197" y="1"/>
                    <a:pt x="153" y="1"/>
                    <a:pt x="1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4"/>
            <p:cNvSpPr/>
            <p:nvPr/>
          </p:nvSpPr>
          <p:spPr>
            <a:xfrm>
              <a:off x="4386282" y="3487137"/>
              <a:ext cx="33910" cy="25761"/>
            </a:xfrm>
            <a:custGeom>
              <a:rect b="b" l="l" r="r" t="t"/>
              <a:pathLst>
                <a:path extrusionOk="0" h="165" w="197">
                  <a:moveTo>
                    <a:pt x="1" y="0"/>
                  </a:moveTo>
                  <a:cubicBezTo>
                    <a:pt x="1" y="90"/>
                    <a:pt x="74" y="164"/>
                    <a:pt x="148" y="164"/>
                  </a:cubicBezTo>
                  <a:cubicBezTo>
                    <a:pt x="164" y="164"/>
                    <a:pt x="181" y="161"/>
                    <a:pt x="196" y="153"/>
                  </a:cubicBezTo>
                  <a:cubicBezTo>
                    <a:pt x="109" y="109"/>
                    <a:pt x="66" y="87"/>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4"/>
            <p:cNvSpPr/>
            <p:nvPr/>
          </p:nvSpPr>
          <p:spPr>
            <a:xfrm>
              <a:off x="4277669" y="3473554"/>
              <a:ext cx="48885" cy="19047"/>
            </a:xfrm>
            <a:custGeom>
              <a:rect b="b" l="l" r="r" t="t"/>
              <a:pathLst>
                <a:path extrusionOk="0" h="122" w="284">
                  <a:moveTo>
                    <a:pt x="1" y="0"/>
                  </a:moveTo>
                  <a:lnTo>
                    <a:pt x="1" y="0"/>
                  </a:lnTo>
                  <a:cubicBezTo>
                    <a:pt x="28" y="70"/>
                    <a:pt x="101" y="122"/>
                    <a:pt x="172" y="122"/>
                  </a:cubicBezTo>
                  <a:cubicBezTo>
                    <a:pt x="212" y="122"/>
                    <a:pt x="252" y="105"/>
                    <a:pt x="283" y="66"/>
                  </a:cubicBezTo>
                  <a:lnTo>
                    <a:pt x="283" y="66"/>
                  </a:lnTo>
                  <a:cubicBezTo>
                    <a:pt x="256" y="71"/>
                    <a:pt x="230" y="74"/>
                    <a:pt x="206" y="74"/>
                  </a:cubicBezTo>
                  <a:cubicBezTo>
                    <a:pt x="131" y="74"/>
                    <a:pt x="66" y="49"/>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4"/>
            <p:cNvSpPr/>
            <p:nvPr/>
          </p:nvSpPr>
          <p:spPr>
            <a:xfrm>
              <a:off x="4199006" y="3504154"/>
              <a:ext cx="48885" cy="25917"/>
            </a:xfrm>
            <a:custGeom>
              <a:rect b="b" l="l" r="r" t="t"/>
              <a:pathLst>
                <a:path extrusionOk="0" h="166" w="284">
                  <a:moveTo>
                    <a:pt x="1" y="0"/>
                  </a:moveTo>
                  <a:cubicBezTo>
                    <a:pt x="1" y="94"/>
                    <a:pt x="91" y="166"/>
                    <a:pt x="182" y="166"/>
                  </a:cubicBezTo>
                  <a:cubicBezTo>
                    <a:pt x="218" y="166"/>
                    <a:pt x="253" y="155"/>
                    <a:pt x="284" y="131"/>
                  </a:cubicBezTo>
                  <a:cubicBezTo>
                    <a:pt x="175" y="109"/>
                    <a:pt x="88" y="87"/>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4"/>
            <p:cNvSpPr/>
            <p:nvPr/>
          </p:nvSpPr>
          <p:spPr>
            <a:xfrm>
              <a:off x="4143408" y="3534755"/>
              <a:ext cx="33393" cy="24512"/>
            </a:xfrm>
            <a:custGeom>
              <a:rect b="b" l="l" r="r" t="t"/>
              <a:pathLst>
                <a:path extrusionOk="0" h="157" w="194">
                  <a:moveTo>
                    <a:pt x="19" y="0"/>
                  </a:moveTo>
                  <a:lnTo>
                    <a:pt x="19" y="0"/>
                  </a:lnTo>
                  <a:cubicBezTo>
                    <a:pt x="0" y="95"/>
                    <a:pt x="80" y="156"/>
                    <a:pt x="159" y="156"/>
                  </a:cubicBezTo>
                  <a:cubicBezTo>
                    <a:pt x="170" y="156"/>
                    <a:pt x="182" y="155"/>
                    <a:pt x="193" y="152"/>
                  </a:cubicBezTo>
                  <a:cubicBezTo>
                    <a:pt x="128" y="109"/>
                    <a:pt x="84" y="65"/>
                    <a:pt x="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4"/>
            <p:cNvSpPr/>
            <p:nvPr/>
          </p:nvSpPr>
          <p:spPr>
            <a:xfrm>
              <a:off x="4498682" y="4307427"/>
              <a:ext cx="206212" cy="98671"/>
            </a:xfrm>
            <a:custGeom>
              <a:rect b="b" l="l" r="r" t="t"/>
              <a:pathLst>
                <a:path extrusionOk="0" h="632" w="1198">
                  <a:moveTo>
                    <a:pt x="599" y="1"/>
                  </a:moveTo>
                  <a:cubicBezTo>
                    <a:pt x="463" y="1"/>
                    <a:pt x="327" y="34"/>
                    <a:pt x="218" y="99"/>
                  </a:cubicBezTo>
                  <a:cubicBezTo>
                    <a:pt x="0" y="208"/>
                    <a:pt x="0" y="404"/>
                    <a:pt x="218" y="534"/>
                  </a:cubicBezTo>
                  <a:cubicBezTo>
                    <a:pt x="316" y="599"/>
                    <a:pt x="452" y="632"/>
                    <a:pt x="591" y="632"/>
                  </a:cubicBezTo>
                  <a:cubicBezTo>
                    <a:pt x="729" y="632"/>
                    <a:pt x="871" y="599"/>
                    <a:pt x="979" y="534"/>
                  </a:cubicBezTo>
                  <a:cubicBezTo>
                    <a:pt x="1197" y="425"/>
                    <a:pt x="1197" y="229"/>
                    <a:pt x="979" y="99"/>
                  </a:cubicBezTo>
                  <a:cubicBezTo>
                    <a:pt x="871" y="34"/>
                    <a:pt x="735" y="1"/>
                    <a:pt x="599" y="1"/>
                  </a:cubicBezTo>
                  <a:close/>
                </a:path>
              </a:pathLst>
            </a:custGeom>
            <a:solidFill>
              <a:srgbClr val="9567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4"/>
            <p:cNvSpPr/>
            <p:nvPr/>
          </p:nvSpPr>
          <p:spPr>
            <a:xfrm>
              <a:off x="4472519" y="3830147"/>
              <a:ext cx="254752" cy="568607"/>
            </a:xfrm>
            <a:custGeom>
              <a:rect b="b" l="l" r="r" t="t"/>
              <a:pathLst>
                <a:path extrusionOk="0" h="3642" w="1480">
                  <a:moveTo>
                    <a:pt x="158" y="398"/>
                  </a:moveTo>
                  <a:cubicBezTo>
                    <a:pt x="204" y="555"/>
                    <a:pt x="273" y="768"/>
                    <a:pt x="326" y="893"/>
                  </a:cubicBezTo>
                  <a:cubicBezTo>
                    <a:pt x="370" y="1067"/>
                    <a:pt x="566" y="1393"/>
                    <a:pt x="566" y="1393"/>
                  </a:cubicBezTo>
                  <a:cubicBezTo>
                    <a:pt x="566" y="1393"/>
                    <a:pt x="239" y="1111"/>
                    <a:pt x="218" y="763"/>
                  </a:cubicBezTo>
                  <a:cubicBezTo>
                    <a:pt x="218" y="642"/>
                    <a:pt x="192" y="514"/>
                    <a:pt x="158" y="398"/>
                  </a:cubicBezTo>
                  <a:close/>
                  <a:moveTo>
                    <a:pt x="0" y="1"/>
                  </a:moveTo>
                  <a:cubicBezTo>
                    <a:pt x="0" y="1"/>
                    <a:pt x="174" y="545"/>
                    <a:pt x="174" y="763"/>
                  </a:cubicBezTo>
                  <a:cubicBezTo>
                    <a:pt x="174" y="1002"/>
                    <a:pt x="283" y="1176"/>
                    <a:pt x="457" y="1372"/>
                  </a:cubicBezTo>
                  <a:cubicBezTo>
                    <a:pt x="609" y="1546"/>
                    <a:pt x="566" y="1763"/>
                    <a:pt x="566" y="1959"/>
                  </a:cubicBezTo>
                  <a:cubicBezTo>
                    <a:pt x="566" y="2155"/>
                    <a:pt x="609" y="2460"/>
                    <a:pt x="609" y="2743"/>
                  </a:cubicBezTo>
                  <a:cubicBezTo>
                    <a:pt x="609" y="3047"/>
                    <a:pt x="261" y="3395"/>
                    <a:pt x="261" y="3395"/>
                  </a:cubicBezTo>
                  <a:cubicBezTo>
                    <a:pt x="435" y="3548"/>
                    <a:pt x="544" y="3548"/>
                    <a:pt x="544" y="3613"/>
                  </a:cubicBezTo>
                  <a:cubicBezTo>
                    <a:pt x="580" y="3635"/>
                    <a:pt x="619" y="3642"/>
                    <a:pt x="654" y="3642"/>
                  </a:cubicBezTo>
                  <a:cubicBezTo>
                    <a:pt x="725" y="3642"/>
                    <a:pt x="783" y="3613"/>
                    <a:pt x="783" y="3613"/>
                  </a:cubicBezTo>
                  <a:cubicBezTo>
                    <a:pt x="796" y="3513"/>
                    <a:pt x="872" y="3492"/>
                    <a:pt x="935" y="3492"/>
                  </a:cubicBezTo>
                  <a:cubicBezTo>
                    <a:pt x="983" y="3492"/>
                    <a:pt x="1023" y="3504"/>
                    <a:pt x="1023" y="3504"/>
                  </a:cubicBezTo>
                  <a:cubicBezTo>
                    <a:pt x="1031" y="3509"/>
                    <a:pt x="1039" y="3512"/>
                    <a:pt x="1047" y="3512"/>
                  </a:cubicBezTo>
                  <a:cubicBezTo>
                    <a:pt x="1103" y="3512"/>
                    <a:pt x="1153" y="3395"/>
                    <a:pt x="1153" y="3395"/>
                  </a:cubicBezTo>
                  <a:cubicBezTo>
                    <a:pt x="892" y="3134"/>
                    <a:pt x="870" y="2634"/>
                    <a:pt x="892" y="2286"/>
                  </a:cubicBezTo>
                  <a:cubicBezTo>
                    <a:pt x="892" y="1937"/>
                    <a:pt x="1218" y="1850"/>
                    <a:pt x="1349" y="1589"/>
                  </a:cubicBezTo>
                  <a:cubicBezTo>
                    <a:pt x="1480" y="1307"/>
                    <a:pt x="1414" y="741"/>
                    <a:pt x="1414" y="741"/>
                  </a:cubicBezTo>
                  <a:lnTo>
                    <a:pt x="1414" y="741"/>
                  </a:lnTo>
                  <a:cubicBezTo>
                    <a:pt x="1414" y="1437"/>
                    <a:pt x="1240" y="1524"/>
                    <a:pt x="1110" y="1633"/>
                  </a:cubicBezTo>
                  <a:cubicBezTo>
                    <a:pt x="979" y="1742"/>
                    <a:pt x="805" y="1959"/>
                    <a:pt x="805" y="1959"/>
                  </a:cubicBezTo>
                  <a:cubicBezTo>
                    <a:pt x="805" y="1959"/>
                    <a:pt x="762" y="1742"/>
                    <a:pt x="827" y="1546"/>
                  </a:cubicBezTo>
                  <a:cubicBezTo>
                    <a:pt x="892" y="1372"/>
                    <a:pt x="979" y="1176"/>
                    <a:pt x="979" y="1002"/>
                  </a:cubicBezTo>
                  <a:cubicBezTo>
                    <a:pt x="936" y="871"/>
                    <a:pt x="827" y="719"/>
                    <a:pt x="827" y="719"/>
                  </a:cubicBezTo>
                  <a:lnTo>
                    <a:pt x="827" y="719"/>
                  </a:lnTo>
                  <a:cubicBezTo>
                    <a:pt x="914" y="893"/>
                    <a:pt x="892" y="1045"/>
                    <a:pt x="827" y="1176"/>
                  </a:cubicBezTo>
                  <a:cubicBezTo>
                    <a:pt x="783" y="1306"/>
                    <a:pt x="653" y="1372"/>
                    <a:pt x="653" y="1372"/>
                  </a:cubicBezTo>
                  <a:cubicBezTo>
                    <a:pt x="587" y="1219"/>
                    <a:pt x="435" y="1067"/>
                    <a:pt x="370" y="893"/>
                  </a:cubicBezTo>
                  <a:cubicBezTo>
                    <a:pt x="348" y="741"/>
                    <a:pt x="131" y="306"/>
                    <a:pt x="131" y="306"/>
                  </a:cubicBezTo>
                  <a:lnTo>
                    <a:pt x="131" y="306"/>
                  </a:lnTo>
                  <a:cubicBezTo>
                    <a:pt x="137" y="328"/>
                    <a:pt x="144" y="353"/>
                    <a:pt x="152" y="380"/>
                  </a:cubicBezTo>
                  <a:lnTo>
                    <a:pt x="152" y="380"/>
                  </a:lnTo>
                  <a:cubicBezTo>
                    <a:pt x="88" y="169"/>
                    <a:pt x="0" y="1"/>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4"/>
            <p:cNvSpPr/>
            <p:nvPr/>
          </p:nvSpPr>
          <p:spPr>
            <a:xfrm>
              <a:off x="4663410" y="3962699"/>
              <a:ext cx="26336" cy="119123"/>
            </a:xfrm>
            <a:custGeom>
              <a:rect b="b" l="l" r="r" t="t"/>
              <a:pathLst>
                <a:path extrusionOk="0" h="763" w="153">
                  <a:moveTo>
                    <a:pt x="1" y="1"/>
                  </a:moveTo>
                  <a:cubicBezTo>
                    <a:pt x="1" y="1"/>
                    <a:pt x="88" y="305"/>
                    <a:pt x="88" y="436"/>
                  </a:cubicBezTo>
                  <a:cubicBezTo>
                    <a:pt x="88" y="566"/>
                    <a:pt x="1" y="762"/>
                    <a:pt x="1" y="762"/>
                  </a:cubicBezTo>
                  <a:cubicBezTo>
                    <a:pt x="44" y="762"/>
                    <a:pt x="131" y="653"/>
                    <a:pt x="131" y="653"/>
                  </a:cubicBezTo>
                  <a:cubicBezTo>
                    <a:pt x="44" y="632"/>
                    <a:pt x="153" y="457"/>
                    <a:pt x="131" y="327"/>
                  </a:cubicBezTo>
                  <a:cubicBezTo>
                    <a:pt x="88" y="196"/>
                    <a:pt x="1" y="1"/>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4"/>
            <p:cNvSpPr/>
            <p:nvPr/>
          </p:nvSpPr>
          <p:spPr>
            <a:xfrm>
              <a:off x="4524846" y="3979716"/>
              <a:ext cx="176261" cy="398275"/>
            </a:xfrm>
            <a:custGeom>
              <a:rect b="b" l="l" r="r" t="t"/>
              <a:pathLst>
                <a:path extrusionOk="0" h="2551" w="1024">
                  <a:moveTo>
                    <a:pt x="1023" y="501"/>
                  </a:moveTo>
                  <a:cubicBezTo>
                    <a:pt x="986" y="551"/>
                    <a:pt x="963" y="586"/>
                    <a:pt x="946" y="612"/>
                  </a:cubicBezTo>
                  <a:lnTo>
                    <a:pt x="946" y="612"/>
                  </a:lnTo>
                  <a:cubicBezTo>
                    <a:pt x="971" y="576"/>
                    <a:pt x="995" y="538"/>
                    <a:pt x="1023" y="501"/>
                  </a:cubicBezTo>
                  <a:close/>
                  <a:moveTo>
                    <a:pt x="946" y="612"/>
                  </a:moveTo>
                  <a:lnTo>
                    <a:pt x="946" y="612"/>
                  </a:lnTo>
                  <a:cubicBezTo>
                    <a:pt x="936" y="625"/>
                    <a:pt x="927" y="638"/>
                    <a:pt x="917" y="651"/>
                  </a:cubicBezTo>
                  <a:lnTo>
                    <a:pt x="917" y="651"/>
                  </a:lnTo>
                  <a:cubicBezTo>
                    <a:pt x="925" y="642"/>
                    <a:pt x="934" y="629"/>
                    <a:pt x="946" y="612"/>
                  </a:cubicBezTo>
                  <a:close/>
                  <a:moveTo>
                    <a:pt x="697" y="0"/>
                  </a:moveTo>
                  <a:lnTo>
                    <a:pt x="697" y="0"/>
                  </a:lnTo>
                  <a:cubicBezTo>
                    <a:pt x="588" y="348"/>
                    <a:pt x="414" y="370"/>
                    <a:pt x="392" y="370"/>
                  </a:cubicBezTo>
                  <a:cubicBezTo>
                    <a:pt x="349" y="327"/>
                    <a:pt x="175" y="22"/>
                    <a:pt x="175" y="22"/>
                  </a:cubicBezTo>
                  <a:lnTo>
                    <a:pt x="131" y="44"/>
                  </a:lnTo>
                  <a:cubicBezTo>
                    <a:pt x="196" y="153"/>
                    <a:pt x="349" y="457"/>
                    <a:pt x="349" y="457"/>
                  </a:cubicBezTo>
                  <a:lnTo>
                    <a:pt x="240" y="370"/>
                  </a:lnTo>
                  <a:lnTo>
                    <a:pt x="66" y="218"/>
                  </a:lnTo>
                  <a:lnTo>
                    <a:pt x="66" y="218"/>
                  </a:lnTo>
                  <a:cubicBezTo>
                    <a:pt x="349" y="566"/>
                    <a:pt x="349" y="740"/>
                    <a:pt x="349" y="871"/>
                  </a:cubicBezTo>
                  <a:lnTo>
                    <a:pt x="349" y="979"/>
                  </a:lnTo>
                  <a:cubicBezTo>
                    <a:pt x="349" y="1066"/>
                    <a:pt x="349" y="1132"/>
                    <a:pt x="371" y="1241"/>
                  </a:cubicBezTo>
                  <a:cubicBezTo>
                    <a:pt x="392" y="1415"/>
                    <a:pt x="392" y="1567"/>
                    <a:pt x="392" y="1763"/>
                  </a:cubicBezTo>
                  <a:cubicBezTo>
                    <a:pt x="392" y="1980"/>
                    <a:pt x="153" y="2307"/>
                    <a:pt x="1" y="2415"/>
                  </a:cubicBezTo>
                  <a:cubicBezTo>
                    <a:pt x="131" y="2532"/>
                    <a:pt x="300" y="2551"/>
                    <a:pt x="399" y="2551"/>
                  </a:cubicBezTo>
                  <a:cubicBezTo>
                    <a:pt x="448" y="2551"/>
                    <a:pt x="479" y="2546"/>
                    <a:pt x="479" y="2546"/>
                  </a:cubicBezTo>
                  <a:cubicBezTo>
                    <a:pt x="479" y="2546"/>
                    <a:pt x="479" y="2503"/>
                    <a:pt x="501" y="2437"/>
                  </a:cubicBezTo>
                  <a:cubicBezTo>
                    <a:pt x="516" y="2415"/>
                    <a:pt x="549" y="2408"/>
                    <a:pt x="588" y="2408"/>
                  </a:cubicBezTo>
                  <a:cubicBezTo>
                    <a:pt x="665" y="2408"/>
                    <a:pt x="762" y="2437"/>
                    <a:pt x="762" y="2437"/>
                  </a:cubicBezTo>
                  <a:cubicBezTo>
                    <a:pt x="762" y="2437"/>
                    <a:pt x="827" y="2415"/>
                    <a:pt x="849" y="2372"/>
                  </a:cubicBezTo>
                  <a:cubicBezTo>
                    <a:pt x="675" y="2067"/>
                    <a:pt x="545" y="1567"/>
                    <a:pt x="545" y="1241"/>
                  </a:cubicBezTo>
                  <a:cubicBezTo>
                    <a:pt x="545" y="1001"/>
                    <a:pt x="719" y="871"/>
                    <a:pt x="827" y="740"/>
                  </a:cubicBezTo>
                  <a:cubicBezTo>
                    <a:pt x="863" y="713"/>
                    <a:pt x="891" y="683"/>
                    <a:pt x="917" y="651"/>
                  </a:cubicBezTo>
                  <a:lnTo>
                    <a:pt x="917" y="651"/>
                  </a:lnTo>
                  <a:cubicBezTo>
                    <a:pt x="916" y="652"/>
                    <a:pt x="915" y="652"/>
                    <a:pt x="914" y="653"/>
                  </a:cubicBezTo>
                  <a:lnTo>
                    <a:pt x="893" y="675"/>
                  </a:lnTo>
                  <a:cubicBezTo>
                    <a:pt x="740" y="784"/>
                    <a:pt x="588" y="1001"/>
                    <a:pt x="588" y="1001"/>
                  </a:cubicBezTo>
                  <a:lnTo>
                    <a:pt x="501" y="1110"/>
                  </a:lnTo>
                  <a:lnTo>
                    <a:pt x="479" y="979"/>
                  </a:lnTo>
                  <a:cubicBezTo>
                    <a:pt x="479" y="979"/>
                    <a:pt x="414" y="740"/>
                    <a:pt x="501" y="544"/>
                  </a:cubicBezTo>
                  <a:cubicBezTo>
                    <a:pt x="523" y="457"/>
                    <a:pt x="675" y="87"/>
                    <a:pt x="697" y="0"/>
                  </a:cubicBezTo>
                  <a:close/>
                </a:path>
              </a:pathLst>
            </a:custGeom>
            <a:solidFill>
              <a:srgbClr val="FFFFFF">
                <a:alpha val="100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4"/>
            <p:cNvSpPr/>
            <p:nvPr/>
          </p:nvSpPr>
          <p:spPr>
            <a:xfrm>
              <a:off x="4420020" y="3741935"/>
              <a:ext cx="359752" cy="251517"/>
            </a:xfrm>
            <a:custGeom>
              <a:rect b="b" l="l" r="r" t="t"/>
              <a:pathLst>
                <a:path extrusionOk="0" h="1611" w="2090">
                  <a:moveTo>
                    <a:pt x="544" y="1436"/>
                  </a:moveTo>
                  <a:cubicBezTo>
                    <a:pt x="544" y="1436"/>
                    <a:pt x="479" y="1567"/>
                    <a:pt x="349" y="1523"/>
                  </a:cubicBezTo>
                  <a:cubicBezTo>
                    <a:pt x="218" y="1502"/>
                    <a:pt x="0" y="1175"/>
                    <a:pt x="0" y="958"/>
                  </a:cubicBezTo>
                  <a:cubicBezTo>
                    <a:pt x="0" y="740"/>
                    <a:pt x="44" y="740"/>
                    <a:pt x="44" y="740"/>
                  </a:cubicBezTo>
                  <a:cubicBezTo>
                    <a:pt x="44" y="740"/>
                    <a:pt x="22" y="588"/>
                    <a:pt x="109" y="544"/>
                  </a:cubicBezTo>
                  <a:cubicBezTo>
                    <a:pt x="153" y="457"/>
                    <a:pt x="218" y="457"/>
                    <a:pt x="218" y="457"/>
                  </a:cubicBezTo>
                  <a:cubicBezTo>
                    <a:pt x="218" y="457"/>
                    <a:pt x="240" y="348"/>
                    <a:pt x="327" y="327"/>
                  </a:cubicBezTo>
                  <a:cubicBezTo>
                    <a:pt x="414" y="305"/>
                    <a:pt x="436" y="327"/>
                    <a:pt x="436" y="327"/>
                  </a:cubicBezTo>
                  <a:cubicBezTo>
                    <a:pt x="436" y="327"/>
                    <a:pt x="457" y="196"/>
                    <a:pt x="566" y="153"/>
                  </a:cubicBezTo>
                  <a:cubicBezTo>
                    <a:pt x="675" y="131"/>
                    <a:pt x="697" y="153"/>
                    <a:pt x="697" y="153"/>
                  </a:cubicBezTo>
                  <a:cubicBezTo>
                    <a:pt x="697" y="153"/>
                    <a:pt x="762" y="44"/>
                    <a:pt x="871" y="44"/>
                  </a:cubicBezTo>
                  <a:cubicBezTo>
                    <a:pt x="980" y="44"/>
                    <a:pt x="1001" y="87"/>
                    <a:pt x="1001" y="87"/>
                  </a:cubicBezTo>
                  <a:cubicBezTo>
                    <a:pt x="1001" y="87"/>
                    <a:pt x="1045" y="0"/>
                    <a:pt x="1132" y="0"/>
                  </a:cubicBezTo>
                  <a:cubicBezTo>
                    <a:pt x="1219" y="0"/>
                    <a:pt x="1306" y="44"/>
                    <a:pt x="1306" y="44"/>
                  </a:cubicBezTo>
                  <a:cubicBezTo>
                    <a:pt x="1306" y="44"/>
                    <a:pt x="1415" y="0"/>
                    <a:pt x="1523" y="44"/>
                  </a:cubicBezTo>
                  <a:cubicBezTo>
                    <a:pt x="1632" y="109"/>
                    <a:pt x="1632" y="153"/>
                    <a:pt x="1632" y="153"/>
                  </a:cubicBezTo>
                  <a:cubicBezTo>
                    <a:pt x="1632" y="153"/>
                    <a:pt x="1763" y="174"/>
                    <a:pt x="1785" y="240"/>
                  </a:cubicBezTo>
                  <a:cubicBezTo>
                    <a:pt x="1828" y="283"/>
                    <a:pt x="1850" y="370"/>
                    <a:pt x="1850" y="370"/>
                  </a:cubicBezTo>
                  <a:cubicBezTo>
                    <a:pt x="1850" y="370"/>
                    <a:pt x="1937" y="392"/>
                    <a:pt x="1959" y="435"/>
                  </a:cubicBezTo>
                  <a:cubicBezTo>
                    <a:pt x="1980" y="479"/>
                    <a:pt x="1959" y="566"/>
                    <a:pt x="1959" y="566"/>
                  </a:cubicBezTo>
                  <a:cubicBezTo>
                    <a:pt x="1959" y="566"/>
                    <a:pt x="2046" y="588"/>
                    <a:pt x="2067" y="675"/>
                  </a:cubicBezTo>
                  <a:cubicBezTo>
                    <a:pt x="2089" y="718"/>
                    <a:pt x="2046" y="784"/>
                    <a:pt x="2046" y="784"/>
                  </a:cubicBezTo>
                  <a:cubicBezTo>
                    <a:pt x="2046" y="784"/>
                    <a:pt x="2089" y="827"/>
                    <a:pt x="2089" y="936"/>
                  </a:cubicBezTo>
                  <a:cubicBezTo>
                    <a:pt x="2089" y="1066"/>
                    <a:pt x="2046" y="1088"/>
                    <a:pt x="2046" y="1088"/>
                  </a:cubicBezTo>
                  <a:cubicBezTo>
                    <a:pt x="2046" y="1088"/>
                    <a:pt x="2089" y="1110"/>
                    <a:pt x="2067" y="1175"/>
                  </a:cubicBezTo>
                  <a:cubicBezTo>
                    <a:pt x="2067" y="1219"/>
                    <a:pt x="1959" y="1349"/>
                    <a:pt x="1850" y="1349"/>
                  </a:cubicBezTo>
                  <a:lnTo>
                    <a:pt x="1698" y="1349"/>
                  </a:lnTo>
                  <a:cubicBezTo>
                    <a:pt x="1698" y="1349"/>
                    <a:pt x="1545" y="1545"/>
                    <a:pt x="1349" y="1545"/>
                  </a:cubicBezTo>
                  <a:cubicBezTo>
                    <a:pt x="1262" y="1545"/>
                    <a:pt x="1110" y="1545"/>
                    <a:pt x="1110" y="1415"/>
                  </a:cubicBezTo>
                  <a:cubicBezTo>
                    <a:pt x="1110" y="1415"/>
                    <a:pt x="1023" y="1523"/>
                    <a:pt x="827" y="1545"/>
                  </a:cubicBezTo>
                  <a:cubicBezTo>
                    <a:pt x="588" y="1610"/>
                    <a:pt x="544" y="1436"/>
                    <a:pt x="544" y="14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4"/>
            <p:cNvSpPr/>
            <p:nvPr/>
          </p:nvSpPr>
          <p:spPr>
            <a:xfrm>
              <a:off x="4446183" y="3867617"/>
              <a:ext cx="45098" cy="13739"/>
            </a:xfrm>
            <a:custGeom>
              <a:rect b="b" l="l" r="r" t="t"/>
              <a:pathLst>
                <a:path extrusionOk="0" h="88" w="262">
                  <a:moveTo>
                    <a:pt x="262" y="0"/>
                  </a:moveTo>
                  <a:lnTo>
                    <a:pt x="262" y="0"/>
                  </a:lnTo>
                  <a:cubicBezTo>
                    <a:pt x="198" y="32"/>
                    <a:pt x="134" y="52"/>
                    <a:pt x="71" y="52"/>
                  </a:cubicBezTo>
                  <a:cubicBezTo>
                    <a:pt x="47" y="52"/>
                    <a:pt x="24" y="50"/>
                    <a:pt x="1" y="44"/>
                  </a:cubicBezTo>
                  <a:lnTo>
                    <a:pt x="1" y="44"/>
                  </a:lnTo>
                  <a:cubicBezTo>
                    <a:pt x="44" y="66"/>
                    <a:pt x="88" y="87"/>
                    <a:pt x="153" y="87"/>
                  </a:cubicBezTo>
                  <a:cubicBezTo>
                    <a:pt x="197" y="87"/>
                    <a:pt x="262" y="66"/>
                    <a:pt x="26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4"/>
            <p:cNvSpPr/>
            <p:nvPr/>
          </p:nvSpPr>
          <p:spPr>
            <a:xfrm>
              <a:off x="4509871" y="3816564"/>
              <a:ext cx="41311" cy="15144"/>
            </a:xfrm>
            <a:custGeom>
              <a:rect b="b" l="l" r="r" t="t"/>
              <a:pathLst>
                <a:path extrusionOk="0" h="97" w="240">
                  <a:moveTo>
                    <a:pt x="240" y="1"/>
                  </a:moveTo>
                  <a:lnTo>
                    <a:pt x="240" y="1"/>
                  </a:lnTo>
                  <a:cubicBezTo>
                    <a:pt x="160" y="33"/>
                    <a:pt x="104" y="53"/>
                    <a:pt x="54" y="53"/>
                  </a:cubicBezTo>
                  <a:cubicBezTo>
                    <a:pt x="36" y="53"/>
                    <a:pt x="18" y="50"/>
                    <a:pt x="1" y="44"/>
                  </a:cubicBezTo>
                  <a:lnTo>
                    <a:pt x="1" y="44"/>
                  </a:lnTo>
                  <a:cubicBezTo>
                    <a:pt x="17" y="76"/>
                    <a:pt x="44" y="97"/>
                    <a:pt x="83" y="97"/>
                  </a:cubicBezTo>
                  <a:cubicBezTo>
                    <a:pt x="98" y="97"/>
                    <a:pt x="114" y="94"/>
                    <a:pt x="131" y="88"/>
                  </a:cubicBezTo>
                  <a:cubicBezTo>
                    <a:pt x="175" y="88"/>
                    <a:pt x="240" y="66"/>
                    <a:pt x="2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4"/>
            <p:cNvSpPr/>
            <p:nvPr/>
          </p:nvSpPr>
          <p:spPr>
            <a:xfrm>
              <a:off x="4577345" y="3789398"/>
              <a:ext cx="52500" cy="14832"/>
            </a:xfrm>
            <a:custGeom>
              <a:rect b="b" l="l" r="r" t="t"/>
              <a:pathLst>
                <a:path extrusionOk="0" h="95" w="305">
                  <a:moveTo>
                    <a:pt x="305" y="1"/>
                  </a:moveTo>
                  <a:lnTo>
                    <a:pt x="305" y="1"/>
                  </a:lnTo>
                  <a:cubicBezTo>
                    <a:pt x="241" y="26"/>
                    <a:pt x="185" y="37"/>
                    <a:pt x="127" y="37"/>
                  </a:cubicBezTo>
                  <a:cubicBezTo>
                    <a:pt x="87" y="37"/>
                    <a:pt x="45" y="32"/>
                    <a:pt x="0" y="23"/>
                  </a:cubicBezTo>
                  <a:lnTo>
                    <a:pt x="0" y="23"/>
                  </a:lnTo>
                  <a:cubicBezTo>
                    <a:pt x="39" y="72"/>
                    <a:pt x="96" y="94"/>
                    <a:pt x="151" y="94"/>
                  </a:cubicBezTo>
                  <a:cubicBezTo>
                    <a:pt x="218" y="94"/>
                    <a:pt x="281" y="61"/>
                    <a:pt x="30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4"/>
            <p:cNvSpPr/>
            <p:nvPr/>
          </p:nvSpPr>
          <p:spPr>
            <a:xfrm>
              <a:off x="4670983" y="3792833"/>
              <a:ext cx="37524" cy="23107"/>
            </a:xfrm>
            <a:custGeom>
              <a:rect b="b" l="l" r="r" t="t"/>
              <a:pathLst>
                <a:path extrusionOk="0" h="148" w="218">
                  <a:moveTo>
                    <a:pt x="0" y="1"/>
                  </a:moveTo>
                  <a:cubicBezTo>
                    <a:pt x="0" y="44"/>
                    <a:pt x="44" y="109"/>
                    <a:pt x="65" y="131"/>
                  </a:cubicBezTo>
                  <a:cubicBezTo>
                    <a:pt x="87" y="142"/>
                    <a:pt x="114" y="148"/>
                    <a:pt x="142" y="148"/>
                  </a:cubicBezTo>
                  <a:cubicBezTo>
                    <a:pt x="169" y="148"/>
                    <a:pt x="196" y="142"/>
                    <a:pt x="218" y="131"/>
                  </a:cubicBezTo>
                  <a:cubicBezTo>
                    <a:pt x="152" y="131"/>
                    <a:pt x="65" y="88"/>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4"/>
            <p:cNvSpPr/>
            <p:nvPr/>
          </p:nvSpPr>
          <p:spPr>
            <a:xfrm>
              <a:off x="4528633" y="3927882"/>
              <a:ext cx="56287" cy="7806"/>
            </a:xfrm>
            <a:custGeom>
              <a:rect b="b" l="l" r="r" t="t"/>
              <a:pathLst>
                <a:path extrusionOk="0" h="50" w="327">
                  <a:moveTo>
                    <a:pt x="155" y="1"/>
                  </a:moveTo>
                  <a:cubicBezTo>
                    <a:pt x="93" y="1"/>
                    <a:pt x="33" y="17"/>
                    <a:pt x="0" y="49"/>
                  </a:cubicBezTo>
                  <a:lnTo>
                    <a:pt x="327" y="49"/>
                  </a:lnTo>
                  <a:cubicBezTo>
                    <a:pt x="283" y="17"/>
                    <a:pt x="218" y="1"/>
                    <a:pt x="15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4"/>
            <p:cNvSpPr/>
            <p:nvPr/>
          </p:nvSpPr>
          <p:spPr>
            <a:xfrm>
              <a:off x="4622271" y="3928663"/>
              <a:ext cx="48885" cy="17174"/>
            </a:xfrm>
            <a:custGeom>
              <a:rect b="b" l="l" r="r" t="t"/>
              <a:pathLst>
                <a:path extrusionOk="0" h="110" w="284">
                  <a:moveTo>
                    <a:pt x="131" y="1"/>
                  </a:moveTo>
                  <a:cubicBezTo>
                    <a:pt x="66" y="1"/>
                    <a:pt x="0" y="44"/>
                    <a:pt x="0" y="110"/>
                  </a:cubicBezTo>
                  <a:cubicBezTo>
                    <a:pt x="109" y="23"/>
                    <a:pt x="174" y="44"/>
                    <a:pt x="283" y="23"/>
                  </a:cubicBezTo>
                  <a:cubicBezTo>
                    <a:pt x="240" y="1"/>
                    <a:pt x="174" y="1"/>
                    <a:pt x="13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4"/>
            <p:cNvSpPr/>
            <p:nvPr/>
          </p:nvSpPr>
          <p:spPr>
            <a:xfrm>
              <a:off x="4708335" y="3911801"/>
              <a:ext cx="45098" cy="13739"/>
            </a:xfrm>
            <a:custGeom>
              <a:rect b="b" l="l" r="r" t="t"/>
              <a:pathLst>
                <a:path extrusionOk="0" h="88" w="262">
                  <a:moveTo>
                    <a:pt x="110" y="0"/>
                  </a:moveTo>
                  <a:cubicBezTo>
                    <a:pt x="66" y="0"/>
                    <a:pt x="44" y="22"/>
                    <a:pt x="1" y="87"/>
                  </a:cubicBezTo>
                  <a:cubicBezTo>
                    <a:pt x="44" y="87"/>
                    <a:pt x="88" y="44"/>
                    <a:pt x="110" y="44"/>
                  </a:cubicBezTo>
                  <a:cubicBezTo>
                    <a:pt x="175" y="44"/>
                    <a:pt x="197" y="44"/>
                    <a:pt x="262" y="22"/>
                  </a:cubicBezTo>
                  <a:cubicBezTo>
                    <a:pt x="197" y="0"/>
                    <a:pt x="175" y="0"/>
                    <a:pt x="1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4"/>
            <p:cNvSpPr/>
            <p:nvPr/>
          </p:nvSpPr>
          <p:spPr>
            <a:xfrm>
              <a:off x="4709196" y="3847165"/>
              <a:ext cx="36836" cy="27946"/>
            </a:xfrm>
            <a:custGeom>
              <a:rect b="b" l="l" r="r" t="t"/>
              <a:pathLst>
                <a:path extrusionOk="0" h="179" w="214">
                  <a:moveTo>
                    <a:pt x="39" y="1"/>
                  </a:moveTo>
                  <a:cubicBezTo>
                    <a:pt x="0" y="98"/>
                    <a:pt x="84" y="178"/>
                    <a:pt x="179" y="178"/>
                  </a:cubicBezTo>
                  <a:cubicBezTo>
                    <a:pt x="191" y="178"/>
                    <a:pt x="202" y="177"/>
                    <a:pt x="213" y="175"/>
                  </a:cubicBezTo>
                  <a:cubicBezTo>
                    <a:pt x="148" y="110"/>
                    <a:pt x="83" y="88"/>
                    <a:pt x="3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24"/>
            <p:cNvSpPr/>
            <p:nvPr/>
          </p:nvSpPr>
          <p:spPr>
            <a:xfrm>
              <a:off x="4607296" y="3833582"/>
              <a:ext cx="45098" cy="17642"/>
            </a:xfrm>
            <a:custGeom>
              <a:rect b="b" l="l" r="r" t="t"/>
              <a:pathLst>
                <a:path extrusionOk="0" h="113" w="262">
                  <a:moveTo>
                    <a:pt x="0" y="1"/>
                  </a:moveTo>
                  <a:cubicBezTo>
                    <a:pt x="0" y="70"/>
                    <a:pt x="79" y="112"/>
                    <a:pt x="153" y="112"/>
                  </a:cubicBezTo>
                  <a:cubicBezTo>
                    <a:pt x="196" y="112"/>
                    <a:pt x="237" y="98"/>
                    <a:pt x="261" y="66"/>
                  </a:cubicBezTo>
                  <a:lnTo>
                    <a:pt x="261" y="66"/>
                  </a:lnTo>
                  <a:cubicBezTo>
                    <a:pt x="234" y="71"/>
                    <a:pt x="210" y="74"/>
                    <a:pt x="187" y="74"/>
                  </a:cubicBezTo>
                  <a:cubicBezTo>
                    <a:pt x="119" y="74"/>
                    <a:pt x="66" y="50"/>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4"/>
            <p:cNvSpPr/>
            <p:nvPr/>
          </p:nvSpPr>
          <p:spPr>
            <a:xfrm>
              <a:off x="4528633" y="3864183"/>
              <a:ext cx="45098" cy="24043"/>
            </a:xfrm>
            <a:custGeom>
              <a:rect b="b" l="l" r="r" t="t"/>
              <a:pathLst>
                <a:path extrusionOk="0" h="154" w="262">
                  <a:moveTo>
                    <a:pt x="0" y="1"/>
                  </a:moveTo>
                  <a:cubicBezTo>
                    <a:pt x="0" y="83"/>
                    <a:pt x="89" y="154"/>
                    <a:pt x="179" y="154"/>
                  </a:cubicBezTo>
                  <a:cubicBezTo>
                    <a:pt x="207" y="154"/>
                    <a:pt x="236" y="147"/>
                    <a:pt x="261" y="131"/>
                  </a:cubicBezTo>
                  <a:cubicBezTo>
                    <a:pt x="153" y="109"/>
                    <a:pt x="66" y="88"/>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4"/>
            <p:cNvSpPr/>
            <p:nvPr/>
          </p:nvSpPr>
          <p:spPr>
            <a:xfrm>
              <a:off x="4473035" y="3894784"/>
              <a:ext cx="29606" cy="25448"/>
            </a:xfrm>
            <a:custGeom>
              <a:rect b="b" l="l" r="r" t="t"/>
              <a:pathLst>
                <a:path extrusionOk="0" h="163" w="172">
                  <a:moveTo>
                    <a:pt x="19" y="0"/>
                  </a:moveTo>
                  <a:cubicBezTo>
                    <a:pt x="0" y="74"/>
                    <a:pt x="75" y="163"/>
                    <a:pt x="138" y="163"/>
                  </a:cubicBezTo>
                  <a:cubicBezTo>
                    <a:pt x="150" y="163"/>
                    <a:pt x="161" y="160"/>
                    <a:pt x="171" y="153"/>
                  </a:cubicBezTo>
                  <a:cubicBezTo>
                    <a:pt x="128" y="109"/>
                    <a:pt x="62" y="87"/>
                    <a:pt x="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4"/>
            <p:cNvSpPr/>
            <p:nvPr/>
          </p:nvSpPr>
          <p:spPr>
            <a:xfrm>
              <a:off x="5116625" y="3864183"/>
              <a:ext cx="243564" cy="132706"/>
            </a:xfrm>
            <a:custGeom>
              <a:rect b="b" l="l" r="r" t="t"/>
              <a:pathLst>
                <a:path extrusionOk="0" h="850" w="1415">
                  <a:moveTo>
                    <a:pt x="892" y="1"/>
                  </a:moveTo>
                  <a:lnTo>
                    <a:pt x="0" y="175"/>
                  </a:lnTo>
                  <a:lnTo>
                    <a:pt x="436" y="849"/>
                  </a:lnTo>
                  <a:lnTo>
                    <a:pt x="1415" y="610"/>
                  </a:lnTo>
                  <a:lnTo>
                    <a:pt x="892"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4"/>
            <p:cNvSpPr/>
            <p:nvPr/>
          </p:nvSpPr>
          <p:spPr>
            <a:xfrm>
              <a:off x="5157764" y="3843886"/>
              <a:ext cx="176261" cy="101950"/>
            </a:xfrm>
            <a:custGeom>
              <a:rect b="b" l="l" r="r" t="t"/>
              <a:pathLst>
                <a:path extrusionOk="0" h="653" w="1024">
                  <a:moveTo>
                    <a:pt x="697" y="0"/>
                  </a:moveTo>
                  <a:lnTo>
                    <a:pt x="1" y="196"/>
                  </a:lnTo>
                  <a:lnTo>
                    <a:pt x="371" y="653"/>
                  </a:lnTo>
                  <a:lnTo>
                    <a:pt x="1023" y="479"/>
                  </a:lnTo>
                  <a:lnTo>
                    <a:pt x="697" y="0"/>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4"/>
            <p:cNvSpPr/>
            <p:nvPr/>
          </p:nvSpPr>
          <p:spPr>
            <a:xfrm>
              <a:off x="5127814" y="3874331"/>
              <a:ext cx="93811" cy="112254"/>
            </a:xfrm>
            <a:custGeom>
              <a:rect b="b" l="l" r="r" t="t"/>
              <a:pathLst>
                <a:path extrusionOk="0" h="719" w="545">
                  <a:moveTo>
                    <a:pt x="175" y="1"/>
                  </a:moveTo>
                  <a:lnTo>
                    <a:pt x="1" y="131"/>
                  </a:lnTo>
                  <a:lnTo>
                    <a:pt x="392" y="719"/>
                  </a:lnTo>
                  <a:lnTo>
                    <a:pt x="545" y="458"/>
                  </a:lnTo>
                  <a:lnTo>
                    <a:pt x="175"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24"/>
            <p:cNvSpPr/>
            <p:nvPr/>
          </p:nvSpPr>
          <p:spPr>
            <a:xfrm>
              <a:off x="5195288" y="3918515"/>
              <a:ext cx="149925" cy="68071"/>
            </a:xfrm>
            <a:custGeom>
              <a:rect b="b" l="l" r="r" t="t"/>
              <a:pathLst>
                <a:path extrusionOk="0" h="436" w="871">
                  <a:moveTo>
                    <a:pt x="805" y="1"/>
                  </a:moveTo>
                  <a:lnTo>
                    <a:pt x="153" y="175"/>
                  </a:lnTo>
                  <a:lnTo>
                    <a:pt x="0" y="436"/>
                  </a:lnTo>
                  <a:lnTo>
                    <a:pt x="871" y="197"/>
                  </a:lnTo>
                  <a:lnTo>
                    <a:pt x="805" y="1"/>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4"/>
            <p:cNvSpPr/>
            <p:nvPr/>
          </p:nvSpPr>
          <p:spPr>
            <a:xfrm>
              <a:off x="4348758" y="4139278"/>
              <a:ext cx="198810" cy="68227"/>
            </a:xfrm>
            <a:custGeom>
              <a:rect b="b" l="l" r="r" t="t"/>
              <a:pathLst>
                <a:path extrusionOk="0" h="437" w="1155">
                  <a:moveTo>
                    <a:pt x="567" y="1"/>
                  </a:moveTo>
                  <a:lnTo>
                    <a:pt x="1" y="284"/>
                  </a:lnTo>
                  <a:lnTo>
                    <a:pt x="393" y="436"/>
                  </a:lnTo>
                  <a:lnTo>
                    <a:pt x="1154" y="436"/>
                  </a:lnTo>
                  <a:lnTo>
                    <a:pt x="937" y="219"/>
                  </a:lnTo>
                  <a:lnTo>
                    <a:pt x="567" y="1"/>
                  </a:lnTo>
                  <a:close/>
                </a:path>
              </a:pathLst>
            </a:custGeom>
            <a:solidFill>
              <a:srgbClr val="9567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4"/>
            <p:cNvSpPr/>
            <p:nvPr/>
          </p:nvSpPr>
          <p:spPr>
            <a:xfrm>
              <a:off x="4420020" y="4163165"/>
              <a:ext cx="119975" cy="40905"/>
            </a:xfrm>
            <a:custGeom>
              <a:rect b="b" l="l" r="r" t="t"/>
              <a:pathLst>
                <a:path extrusionOk="0" h="262" w="697">
                  <a:moveTo>
                    <a:pt x="523" y="0"/>
                  </a:moveTo>
                  <a:lnTo>
                    <a:pt x="327" y="153"/>
                  </a:lnTo>
                  <a:lnTo>
                    <a:pt x="44" y="131"/>
                  </a:lnTo>
                  <a:lnTo>
                    <a:pt x="0" y="261"/>
                  </a:lnTo>
                  <a:lnTo>
                    <a:pt x="697" y="261"/>
                  </a:lnTo>
                  <a:lnTo>
                    <a:pt x="523" y="0"/>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4"/>
            <p:cNvSpPr/>
            <p:nvPr/>
          </p:nvSpPr>
          <p:spPr>
            <a:xfrm>
              <a:off x="4378881" y="4132565"/>
              <a:ext cx="131163" cy="54488"/>
            </a:xfrm>
            <a:custGeom>
              <a:rect b="b" l="l" r="r" t="t"/>
              <a:pathLst>
                <a:path extrusionOk="0" h="349" w="762">
                  <a:moveTo>
                    <a:pt x="348" y="0"/>
                  </a:moveTo>
                  <a:lnTo>
                    <a:pt x="0" y="218"/>
                  </a:lnTo>
                  <a:lnTo>
                    <a:pt x="283" y="327"/>
                  </a:lnTo>
                  <a:lnTo>
                    <a:pt x="566" y="349"/>
                  </a:lnTo>
                  <a:lnTo>
                    <a:pt x="762" y="196"/>
                  </a:lnTo>
                  <a:lnTo>
                    <a:pt x="348" y="0"/>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4"/>
            <p:cNvSpPr/>
            <p:nvPr/>
          </p:nvSpPr>
          <p:spPr>
            <a:xfrm>
              <a:off x="4360119" y="4166600"/>
              <a:ext cx="67475" cy="37470"/>
            </a:xfrm>
            <a:custGeom>
              <a:rect b="b" l="l" r="r" t="t"/>
              <a:pathLst>
                <a:path extrusionOk="0" h="240" w="392">
                  <a:moveTo>
                    <a:pt x="109" y="0"/>
                  </a:moveTo>
                  <a:lnTo>
                    <a:pt x="0" y="109"/>
                  </a:lnTo>
                  <a:lnTo>
                    <a:pt x="348" y="239"/>
                  </a:lnTo>
                  <a:lnTo>
                    <a:pt x="392" y="109"/>
                  </a:lnTo>
                  <a:lnTo>
                    <a:pt x="109" y="0"/>
                  </a:ln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4"/>
            <p:cNvSpPr/>
            <p:nvPr/>
          </p:nvSpPr>
          <p:spPr>
            <a:xfrm>
              <a:off x="3210297" y="4798445"/>
              <a:ext cx="307252" cy="163151"/>
            </a:xfrm>
            <a:custGeom>
              <a:rect b="b" l="l" r="r" t="t"/>
              <a:pathLst>
                <a:path extrusionOk="0" h="1045" w="1785">
                  <a:moveTo>
                    <a:pt x="1502" y="0"/>
                  </a:moveTo>
                  <a:lnTo>
                    <a:pt x="1" y="870"/>
                  </a:lnTo>
                  <a:lnTo>
                    <a:pt x="283" y="1044"/>
                  </a:lnTo>
                  <a:lnTo>
                    <a:pt x="1785" y="174"/>
                  </a:lnTo>
                  <a:lnTo>
                    <a:pt x="15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4"/>
            <p:cNvSpPr/>
            <p:nvPr/>
          </p:nvSpPr>
          <p:spPr>
            <a:xfrm>
              <a:off x="3277772" y="4832325"/>
              <a:ext cx="307252" cy="163307"/>
            </a:xfrm>
            <a:custGeom>
              <a:rect b="b" l="l" r="r" t="t"/>
              <a:pathLst>
                <a:path extrusionOk="0" h="1046" w="1785">
                  <a:moveTo>
                    <a:pt x="1501" y="1"/>
                  </a:moveTo>
                  <a:lnTo>
                    <a:pt x="0" y="871"/>
                  </a:lnTo>
                  <a:lnTo>
                    <a:pt x="305" y="1045"/>
                  </a:lnTo>
                  <a:lnTo>
                    <a:pt x="1784" y="175"/>
                  </a:lnTo>
                  <a:lnTo>
                    <a:pt x="15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4"/>
            <p:cNvSpPr/>
            <p:nvPr/>
          </p:nvSpPr>
          <p:spPr>
            <a:xfrm>
              <a:off x="3348861" y="4869639"/>
              <a:ext cx="303465" cy="159872"/>
            </a:xfrm>
            <a:custGeom>
              <a:rect b="b" l="l" r="r" t="t"/>
              <a:pathLst>
                <a:path extrusionOk="0" h="1024" w="1763">
                  <a:moveTo>
                    <a:pt x="1480" y="1"/>
                  </a:moveTo>
                  <a:lnTo>
                    <a:pt x="1" y="850"/>
                  </a:lnTo>
                  <a:lnTo>
                    <a:pt x="262" y="1024"/>
                  </a:lnTo>
                  <a:lnTo>
                    <a:pt x="1763" y="175"/>
                  </a:lnTo>
                  <a:lnTo>
                    <a:pt x="14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4"/>
            <p:cNvSpPr/>
            <p:nvPr/>
          </p:nvSpPr>
          <p:spPr>
            <a:xfrm>
              <a:off x="3412549" y="4903675"/>
              <a:ext cx="311039" cy="163151"/>
            </a:xfrm>
            <a:custGeom>
              <a:rect b="b" l="l" r="r" t="t"/>
              <a:pathLst>
                <a:path extrusionOk="0" h="1045" w="1807">
                  <a:moveTo>
                    <a:pt x="1502" y="1"/>
                  </a:moveTo>
                  <a:lnTo>
                    <a:pt x="0" y="871"/>
                  </a:lnTo>
                  <a:lnTo>
                    <a:pt x="305" y="1045"/>
                  </a:lnTo>
                  <a:lnTo>
                    <a:pt x="1806" y="175"/>
                  </a:lnTo>
                  <a:lnTo>
                    <a:pt x="15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4"/>
            <p:cNvSpPr/>
            <p:nvPr/>
          </p:nvSpPr>
          <p:spPr>
            <a:xfrm>
              <a:off x="3483638" y="4937710"/>
              <a:ext cx="595742" cy="315997"/>
            </a:xfrm>
            <a:custGeom>
              <a:rect b="b" l="l" r="r" t="t"/>
              <a:pathLst>
                <a:path extrusionOk="0" h="2024" w="3461">
                  <a:moveTo>
                    <a:pt x="1459" y="0"/>
                  </a:moveTo>
                  <a:lnTo>
                    <a:pt x="1" y="870"/>
                  </a:lnTo>
                  <a:lnTo>
                    <a:pt x="1959" y="2024"/>
                  </a:lnTo>
                  <a:lnTo>
                    <a:pt x="3460" y="1153"/>
                  </a:lnTo>
                  <a:lnTo>
                    <a:pt x="14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4"/>
            <p:cNvSpPr/>
            <p:nvPr/>
          </p:nvSpPr>
          <p:spPr>
            <a:xfrm>
              <a:off x="3648538" y="5029357"/>
              <a:ext cx="603144" cy="312718"/>
            </a:xfrm>
            <a:custGeom>
              <a:rect b="b" l="l" r="r" t="t"/>
              <a:pathLst>
                <a:path extrusionOk="0" h="2003" w="3504">
                  <a:moveTo>
                    <a:pt x="3503" y="1"/>
                  </a:moveTo>
                  <a:lnTo>
                    <a:pt x="0" y="2002"/>
                  </a:lnTo>
                  <a:lnTo>
                    <a:pt x="3503" y="2002"/>
                  </a:lnTo>
                  <a:lnTo>
                    <a:pt x="35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4"/>
            <p:cNvSpPr/>
            <p:nvPr/>
          </p:nvSpPr>
          <p:spPr>
            <a:xfrm>
              <a:off x="2768442" y="4563943"/>
              <a:ext cx="303465" cy="163307"/>
            </a:xfrm>
            <a:custGeom>
              <a:rect b="b" l="l" r="r" t="t"/>
              <a:pathLst>
                <a:path extrusionOk="0" h="1046" w="1763">
                  <a:moveTo>
                    <a:pt x="1458" y="1"/>
                  </a:moveTo>
                  <a:lnTo>
                    <a:pt x="0" y="871"/>
                  </a:lnTo>
                  <a:lnTo>
                    <a:pt x="261" y="1045"/>
                  </a:lnTo>
                  <a:lnTo>
                    <a:pt x="1762" y="175"/>
                  </a:lnTo>
                  <a:lnTo>
                    <a:pt x="14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4"/>
            <p:cNvSpPr/>
            <p:nvPr/>
          </p:nvSpPr>
          <p:spPr>
            <a:xfrm>
              <a:off x="2697181" y="4530063"/>
              <a:ext cx="307252" cy="159716"/>
            </a:xfrm>
            <a:custGeom>
              <a:rect b="b" l="l" r="r" t="t"/>
              <a:pathLst>
                <a:path extrusionOk="0" h="1023" w="1785">
                  <a:moveTo>
                    <a:pt x="1502" y="0"/>
                  </a:moveTo>
                  <a:lnTo>
                    <a:pt x="1" y="849"/>
                  </a:lnTo>
                  <a:lnTo>
                    <a:pt x="305" y="1023"/>
                  </a:lnTo>
                  <a:lnTo>
                    <a:pt x="1785" y="174"/>
                  </a:lnTo>
                  <a:lnTo>
                    <a:pt x="15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4"/>
            <p:cNvSpPr/>
            <p:nvPr/>
          </p:nvSpPr>
          <p:spPr>
            <a:xfrm>
              <a:off x="2629706" y="4492593"/>
              <a:ext cx="307424" cy="163307"/>
            </a:xfrm>
            <a:custGeom>
              <a:rect b="b" l="l" r="r" t="t"/>
              <a:pathLst>
                <a:path extrusionOk="0" h="1046" w="1786">
                  <a:moveTo>
                    <a:pt x="1481" y="1"/>
                  </a:moveTo>
                  <a:lnTo>
                    <a:pt x="1" y="871"/>
                  </a:lnTo>
                  <a:lnTo>
                    <a:pt x="284" y="1045"/>
                  </a:lnTo>
                  <a:lnTo>
                    <a:pt x="1785" y="175"/>
                  </a:ln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4"/>
            <p:cNvSpPr/>
            <p:nvPr/>
          </p:nvSpPr>
          <p:spPr>
            <a:xfrm>
              <a:off x="2562404" y="4458713"/>
              <a:ext cx="307252" cy="163151"/>
            </a:xfrm>
            <a:custGeom>
              <a:rect b="b" l="l" r="r" t="t"/>
              <a:pathLst>
                <a:path extrusionOk="0" h="1045" w="1785">
                  <a:moveTo>
                    <a:pt x="1480" y="0"/>
                  </a:moveTo>
                  <a:lnTo>
                    <a:pt x="0" y="871"/>
                  </a:lnTo>
                  <a:lnTo>
                    <a:pt x="283" y="1045"/>
                  </a:lnTo>
                  <a:lnTo>
                    <a:pt x="1785" y="174"/>
                  </a:lnTo>
                  <a:lnTo>
                    <a:pt x="14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4"/>
            <p:cNvSpPr/>
            <p:nvPr/>
          </p:nvSpPr>
          <p:spPr>
            <a:xfrm>
              <a:off x="2206614" y="4271830"/>
              <a:ext cx="591955" cy="309284"/>
            </a:xfrm>
            <a:custGeom>
              <a:rect b="b" l="l" r="r" t="t"/>
              <a:pathLst>
                <a:path extrusionOk="0" h="1981" w="3439">
                  <a:moveTo>
                    <a:pt x="1480" y="1"/>
                  </a:moveTo>
                  <a:lnTo>
                    <a:pt x="0" y="871"/>
                  </a:lnTo>
                  <a:lnTo>
                    <a:pt x="1959" y="1981"/>
                  </a:lnTo>
                  <a:lnTo>
                    <a:pt x="3438" y="1154"/>
                  </a:lnTo>
                  <a:lnTo>
                    <a:pt x="14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4"/>
            <p:cNvSpPr/>
            <p:nvPr/>
          </p:nvSpPr>
          <p:spPr>
            <a:xfrm>
              <a:off x="2030526" y="4183462"/>
              <a:ext cx="606930" cy="312718"/>
            </a:xfrm>
            <a:custGeom>
              <a:rect b="b" l="l" r="r" t="t"/>
              <a:pathLst>
                <a:path extrusionOk="0" h="2003" w="3526">
                  <a:moveTo>
                    <a:pt x="1" y="1"/>
                  </a:moveTo>
                  <a:lnTo>
                    <a:pt x="1" y="2003"/>
                  </a:lnTo>
                  <a:lnTo>
                    <a:pt x="35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4" name="Google Shape;1984;p24"/>
          <p:cNvSpPr txBox="1"/>
          <p:nvPr>
            <p:ph type="ctrTitle"/>
          </p:nvPr>
        </p:nvSpPr>
        <p:spPr>
          <a:xfrm>
            <a:off x="579525" y="759500"/>
            <a:ext cx="4873800" cy="309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Earthquake Aftershock Prediction Model for Nepal </a:t>
            </a:r>
            <a:endParaRPr/>
          </a:p>
        </p:txBody>
      </p:sp>
      <p:sp>
        <p:nvSpPr>
          <p:cNvPr id="1985" name="Google Shape;1985;p24"/>
          <p:cNvSpPr txBox="1"/>
          <p:nvPr/>
        </p:nvSpPr>
        <p:spPr>
          <a:xfrm>
            <a:off x="2949500" y="4239025"/>
            <a:ext cx="3560100" cy="13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Albert Sans"/>
                <a:ea typeface="Albert Sans"/>
                <a:cs typeface="Albert Sans"/>
                <a:sym typeface="Albert Sans"/>
              </a:rPr>
              <a:t>Team: QuakePredict Nepal</a:t>
            </a:r>
            <a:endParaRPr b="1" sz="16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a:solidFill>
                  <a:schemeClr val="dk1"/>
                </a:solidFill>
                <a:latin typeface="Albert Sans Medium"/>
                <a:ea typeface="Albert Sans Medium"/>
                <a:cs typeface="Albert Sans Medium"/>
                <a:sym typeface="Albert Sans Medium"/>
              </a:rPr>
              <a:t>(Anmol Baruwal, Supriya Aryal)</a:t>
            </a:r>
            <a:endParaRPr>
              <a:solidFill>
                <a:schemeClr val="dk1"/>
              </a:solidFill>
              <a:latin typeface="Albert Sans Medium"/>
              <a:ea typeface="Albert Sans Medium"/>
              <a:cs typeface="Albert Sans Medium"/>
              <a:sym typeface="Albert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9" name="Shape 1989"/>
        <p:cNvGrpSpPr/>
        <p:nvPr/>
      </p:nvGrpSpPr>
      <p:grpSpPr>
        <a:xfrm>
          <a:off x="0" y="0"/>
          <a:ext cx="0" cy="0"/>
          <a:chOff x="0" y="0"/>
          <a:chExt cx="0" cy="0"/>
        </a:xfrm>
      </p:grpSpPr>
      <p:sp>
        <p:nvSpPr>
          <p:cNvPr id="1990" name="Google Shape;1990;p25"/>
          <p:cNvSpPr txBox="1"/>
          <p:nvPr>
            <p:ph type="title"/>
          </p:nvPr>
        </p:nvSpPr>
        <p:spPr>
          <a:xfrm>
            <a:off x="720000" y="2531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1991" name="Google Shape;1991;p25"/>
          <p:cNvSpPr txBox="1"/>
          <p:nvPr>
            <p:ph idx="2" type="title"/>
          </p:nvPr>
        </p:nvSpPr>
        <p:spPr>
          <a:xfrm>
            <a:off x="1339054" y="1027338"/>
            <a:ext cx="1518300" cy="74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992" name="Google Shape;1992;p25"/>
          <p:cNvSpPr txBox="1"/>
          <p:nvPr>
            <p:ph idx="1" type="subTitle"/>
          </p:nvPr>
        </p:nvSpPr>
        <p:spPr>
          <a:xfrm>
            <a:off x="3004150" y="1027338"/>
            <a:ext cx="4543800" cy="74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Research Problem &amp; Goals</a:t>
            </a:r>
            <a:endParaRPr/>
          </a:p>
        </p:txBody>
      </p:sp>
      <p:sp>
        <p:nvSpPr>
          <p:cNvPr id="1993" name="Google Shape;1993;p25"/>
          <p:cNvSpPr txBox="1"/>
          <p:nvPr>
            <p:ph idx="3" type="title"/>
          </p:nvPr>
        </p:nvSpPr>
        <p:spPr>
          <a:xfrm>
            <a:off x="1339054" y="1720363"/>
            <a:ext cx="1518300" cy="74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994" name="Google Shape;1994;p25"/>
          <p:cNvSpPr txBox="1"/>
          <p:nvPr>
            <p:ph idx="4" type="subTitle"/>
          </p:nvPr>
        </p:nvSpPr>
        <p:spPr>
          <a:xfrm>
            <a:off x="3004150" y="1720363"/>
            <a:ext cx="4543800" cy="74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Key Findings and Results</a:t>
            </a:r>
            <a:endParaRPr/>
          </a:p>
        </p:txBody>
      </p:sp>
      <p:sp>
        <p:nvSpPr>
          <p:cNvPr id="1995" name="Google Shape;1995;p25"/>
          <p:cNvSpPr txBox="1"/>
          <p:nvPr>
            <p:ph idx="5" type="title"/>
          </p:nvPr>
        </p:nvSpPr>
        <p:spPr>
          <a:xfrm>
            <a:off x="1339054" y="2404975"/>
            <a:ext cx="1518300" cy="74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996" name="Google Shape;1996;p25"/>
          <p:cNvSpPr txBox="1"/>
          <p:nvPr>
            <p:ph idx="6" type="subTitle"/>
          </p:nvPr>
        </p:nvSpPr>
        <p:spPr>
          <a:xfrm>
            <a:off x="3004150" y="2404975"/>
            <a:ext cx="4543800" cy="74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Validation of Hypothesis</a:t>
            </a:r>
            <a:endParaRPr/>
          </a:p>
        </p:txBody>
      </p:sp>
      <p:sp>
        <p:nvSpPr>
          <p:cNvPr id="1997" name="Google Shape;1997;p25"/>
          <p:cNvSpPr txBox="1"/>
          <p:nvPr>
            <p:ph idx="2" type="title"/>
          </p:nvPr>
        </p:nvSpPr>
        <p:spPr>
          <a:xfrm>
            <a:off x="1339054" y="3051525"/>
            <a:ext cx="1518300" cy="74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998" name="Google Shape;1998;p25"/>
          <p:cNvSpPr txBox="1"/>
          <p:nvPr>
            <p:ph idx="2" type="title"/>
          </p:nvPr>
        </p:nvSpPr>
        <p:spPr>
          <a:xfrm>
            <a:off x="1339054" y="3714800"/>
            <a:ext cx="1518300" cy="74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1999" name="Google Shape;1999;p25"/>
          <p:cNvSpPr txBox="1"/>
          <p:nvPr>
            <p:ph idx="6" type="subTitle"/>
          </p:nvPr>
        </p:nvSpPr>
        <p:spPr>
          <a:xfrm>
            <a:off x="3004150" y="3051525"/>
            <a:ext cx="4543800" cy="74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Reflection &amp; Learning</a:t>
            </a:r>
            <a:endParaRPr/>
          </a:p>
        </p:txBody>
      </p:sp>
      <p:sp>
        <p:nvSpPr>
          <p:cNvPr id="2000" name="Google Shape;2000;p25"/>
          <p:cNvSpPr txBox="1"/>
          <p:nvPr>
            <p:ph idx="6" type="subTitle"/>
          </p:nvPr>
        </p:nvSpPr>
        <p:spPr>
          <a:xfrm>
            <a:off x="3004150" y="3714800"/>
            <a:ext cx="5644800" cy="74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Contributions, Implications</a:t>
            </a:r>
            <a:endParaRPr/>
          </a:p>
        </p:txBody>
      </p:sp>
      <p:sp>
        <p:nvSpPr>
          <p:cNvPr id="2001" name="Google Shape;2001;p25"/>
          <p:cNvSpPr txBox="1"/>
          <p:nvPr/>
        </p:nvSpPr>
        <p:spPr>
          <a:xfrm>
            <a:off x="3004150" y="442362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1"/>
                </a:solidFill>
                <a:latin typeface="Epilogue"/>
                <a:ea typeface="Epilogue"/>
                <a:cs typeface="Epilogue"/>
                <a:sym typeface="Epilogue"/>
              </a:rPr>
              <a:t>Future Directions</a:t>
            </a:r>
            <a:endParaRPr/>
          </a:p>
        </p:txBody>
      </p:sp>
      <p:sp>
        <p:nvSpPr>
          <p:cNvPr id="2002" name="Google Shape;2002;p25"/>
          <p:cNvSpPr txBox="1"/>
          <p:nvPr>
            <p:ph idx="2" type="title"/>
          </p:nvPr>
        </p:nvSpPr>
        <p:spPr>
          <a:xfrm>
            <a:off x="1339054" y="4328975"/>
            <a:ext cx="1518300" cy="74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6" name="Shape 2006"/>
        <p:cNvGrpSpPr/>
        <p:nvPr/>
      </p:nvGrpSpPr>
      <p:grpSpPr>
        <a:xfrm>
          <a:off x="0" y="0"/>
          <a:ext cx="0" cy="0"/>
          <a:chOff x="0" y="0"/>
          <a:chExt cx="0" cy="0"/>
        </a:xfrm>
      </p:grpSpPr>
      <p:pic>
        <p:nvPicPr>
          <p:cNvPr descr="An area destroyed by an earthquake" id="2007" name="Google Shape;2007;p26"/>
          <p:cNvPicPr preferRelativeResize="0"/>
          <p:nvPr>
            <p:ph idx="3" type="pic"/>
          </p:nvPr>
        </p:nvPicPr>
        <p:blipFill rotWithShape="1">
          <a:blip r:embed="rId3">
            <a:alphaModFix/>
          </a:blip>
          <a:srcRect b="0" l="16675" r="16675" t="0"/>
          <a:stretch/>
        </p:blipFill>
        <p:spPr>
          <a:xfrm>
            <a:off x="936750" y="1289900"/>
            <a:ext cx="3087900" cy="3087900"/>
          </a:xfrm>
          <a:prstGeom prst="roundRect">
            <a:avLst>
              <a:gd fmla="val 5090" name="adj"/>
            </a:avLst>
          </a:prstGeom>
        </p:spPr>
      </p:pic>
      <p:sp>
        <p:nvSpPr>
          <p:cNvPr id="2008" name="Google Shape;2008;p26"/>
          <p:cNvSpPr txBox="1"/>
          <p:nvPr>
            <p:ph type="title"/>
          </p:nvPr>
        </p:nvSpPr>
        <p:spPr>
          <a:xfrm>
            <a:off x="4728200" y="2536500"/>
            <a:ext cx="3778800" cy="142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Research Problem &amp;  </a:t>
            </a:r>
            <a:endParaRPr sz="2400"/>
          </a:p>
          <a:p>
            <a:pPr indent="0" lvl="0" marL="0" rtl="0" algn="ctr">
              <a:spcBef>
                <a:spcPts val="0"/>
              </a:spcBef>
              <a:spcAft>
                <a:spcPts val="0"/>
              </a:spcAft>
              <a:buNone/>
            </a:pPr>
            <a:r>
              <a:rPr lang="en" sz="2400"/>
              <a:t>Goals</a:t>
            </a:r>
            <a:endParaRPr sz="2400"/>
          </a:p>
        </p:txBody>
      </p:sp>
      <p:sp>
        <p:nvSpPr>
          <p:cNvPr id="2009" name="Google Shape;2009;p26"/>
          <p:cNvSpPr txBox="1"/>
          <p:nvPr>
            <p:ph idx="2" type="title"/>
          </p:nvPr>
        </p:nvSpPr>
        <p:spPr>
          <a:xfrm>
            <a:off x="5764600" y="1281062"/>
            <a:ext cx="1611600" cy="109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3" name="Shape 2013"/>
        <p:cNvGrpSpPr/>
        <p:nvPr/>
      </p:nvGrpSpPr>
      <p:grpSpPr>
        <a:xfrm>
          <a:off x="0" y="0"/>
          <a:ext cx="0" cy="0"/>
          <a:chOff x="0" y="0"/>
          <a:chExt cx="0" cy="0"/>
        </a:xfrm>
      </p:grpSpPr>
      <p:sp>
        <p:nvSpPr>
          <p:cNvPr id="2014" name="Google Shape;2014;p27"/>
          <p:cNvSpPr/>
          <p:nvPr/>
        </p:nvSpPr>
        <p:spPr>
          <a:xfrm>
            <a:off x="5667100" y="1507400"/>
            <a:ext cx="3087900" cy="3096600"/>
          </a:xfrm>
          <a:prstGeom prst="roundRect">
            <a:avLst>
              <a:gd fmla="val 5382" name="adj"/>
            </a:avLst>
          </a:prstGeom>
          <a:solidFill>
            <a:schemeClr val="lt1"/>
          </a:solidFill>
          <a:ln>
            <a:noFill/>
          </a:ln>
          <a:effectLst>
            <a:outerShdw blurRad="57150" rotWithShape="0" algn="bl" dir="5400000" dist="28575">
              <a:srgbClr val="000000">
                <a:alpha val="19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Research Problem</a:t>
            </a:r>
            <a:endParaRPr/>
          </a:p>
        </p:txBody>
      </p:sp>
      <p:sp>
        <p:nvSpPr>
          <p:cNvPr id="2016" name="Google Shape;2016;p27"/>
          <p:cNvSpPr txBox="1"/>
          <p:nvPr>
            <p:ph idx="1" type="body"/>
          </p:nvPr>
        </p:nvSpPr>
        <p:spPr>
          <a:xfrm>
            <a:off x="720000" y="1507400"/>
            <a:ext cx="4787400" cy="3096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The problem we intend to solve is the lack of accurate and up-to-date earthquake aftershock prediction tools.</a:t>
            </a:r>
            <a:br>
              <a:rPr lang="en"/>
            </a:br>
            <a:endParaRPr/>
          </a:p>
          <a:p>
            <a:pPr indent="-317500" lvl="0" marL="457200" rtl="0" algn="l">
              <a:spcBef>
                <a:spcPts val="0"/>
              </a:spcBef>
              <a:spcAft>
                <a:spcPts val="0"/>
              </a:spcAft>
              <a:buSzPts val="1400"/>
              <a:buChar char="-"/>
            </a:pPr>
            <a:r>
              <a:rPr lang="en"/>
              <a:t>Research Question: Will we be able to predict aftershocks based on the mainshocks that occurred in Nepal using a machine learning model?</a:t>
            </a:r>
            <a:br>
              <a:rPr lang="en"/>
            </a:br>
            <a:endParaRPr/>
          </a:p>
          <a:p>
            <a:pPr indent="0" lvl="0" marL="0" rtl="0" algn="l">
              <a:spcBef>
                <a:spcPts val="1600"/>
              </a:spcBef>
              <a:spcAft>
                <a:spcPts val="1600"/>
              </a:spcAft>
              <a:buNone/>
            </a:pPr>
            <a:r>
              <a:t/>
            </a:r>
            <a:endParaRPr/>
          </a:p>
        </p:txBody>
      </p:sp>
      <p:grpSp>
        <p:nvGrpSpPr>
          <p:cNvPr id="2017" name="Google Shape;2017;p27"/>
          <p:cNvGrpSpPr/>
          <p:nvPr/>
        </p:nvGrpSpPr>
        <p:grpSpPr>
          <a:xfrm flipH="1">
            <a:off x="5895853" y="2143803"/>
            <a:ext cx="2423059" cy="1732116"/>
            <a:chOff x="6197800" y="2721425"/>
            <a:chExt cx="1114050" cy="796375"/>
          </a:xfrm>
        </p:grpSpPr>
        <p:sp>
          <p:nvSpPr>
            <p:cNvPr id="2018" name="Google Shape;2018;p27"/>
            <p:cNvSpPr/>
            <p:nvPr/>
          </p:nvSpPr>
          <p:spPr>
            <a:xfrm>
              <a:off x="6900050" y="3134825"/>
              <a:ext cx="411800" cy="382975"/>
            </a:xfrm>
            <a:custGeom>
              <a:rect b="b" l="l" r="r" t="t"/>
              <a:pathLst>
                <a:path extrusionOk="0" h="15319" w="16472">
                  <a:moveTo>
                    <a:pt x="16471" y="1"/>
                  </a:moveTo>
                  <a:lnTo>
                    <a:pt x="44" y="9552"/>
                  </a:lnTo>
                  <a:lnTo>
                    <a:pt x="1" y="15318"/>
                  </a:lnTo>
                  <a:lnTo>
                    <a:pt x="16471" y="5767"/>
                  </a:lnTo>
                  <a:lnTo>
                    <a:pt x="16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7"/>
            <p:cNvSpPr/>
            <p:nvPr/>
          </p:nvSpPr>
          <p:spPr>
            <a:xfrm>
              <a:off x="6207600" y="2973825"/>
              <a:ext cx="693575" cy="543975"/>
            </a:xfrm>
            <a:custGeom>
              <a:rect b="b" l="l" r="r" t="t"/>
              <a:pathLst>
                <a:path extrusionOk="0" h="21759" w="27743">
                  <a:moveTo>
                    <a:pt x="22" y="0"/>
                  </a:moveTo>
                  <a:lnTo>
                    <a:pt x="0" y="5766"/>
                  </a:lnTo>
                  <a:lnTo>
                    <a:pt x="27699" y="21758"/>
                  </a:lnTo>
                  <a:lnTo>
                    <a:pt x="27742" y="15992"/>
                  </a:ln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7"/>
            <p:cNvSpPr/>
            <p:nvPr/>
          </p:nvSpPr>
          <p:spPr>
            <a:xfrm>
              <a:off x="6208150" y="2735025"/>
              <a:ext cx="1103700" cy="638625"/>
            </a:xfrm>
            <a:custGeom>
              <a:rect b="b" l="l" r="r" t="t"/>
              <a:pathLst>
                <a:path extrusionOk="0" h="25545" w="44148">
                  <a:moveTo>
                    <a:pt x="16428" y="0"/>
                  </a:moveTo>
                  <a:lnTo>
                    <a:pt x="0" y="9552"/>
                  </a:lnTo>
                  <a:lnTo>
                    <a:pt x="27720" y="25544"/>
                  </a:lnTo>
                  <a:lnTo>
                    <a:pt x="44147" y="15993"/>
                  </a:lnTo>
                  <a:lnTo>
                    <a:pt x="164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7"/>
            <p:cNvSpPr/>
            <p:nvPr/>
          </p:nvSpPr>
          <p:spPr>
            <a:xfrm>
              <a:off x="6547575" y="2887875"/>
              <a:ext cx="411800" cy="237725"/>
            </a:xfrm>
            <a:custGeom>
              <a:rect b="b" l="l" r="r" t="t"/>
              <a:pathLst>
                <a:path extrusionOk="0" h="9509" w="16472">
                  <a:moveTo>
                    <a:pt x="283" y="0"/>
                  </a:moveTo>
                  <a:lnTo>
                    <a:pt x="0" y="174"/>
                  </a:lnTo>
                  <a:lnTo>
                    <a:pt x="16167" y="9509"/>
                  </a:lnTo>
                  <a:lnTo>
                    <a:pt x="16471" y="9335"/>
                  </a:lnTo>
                  <a:lnTo>
                    <a:pt x="283" y="0"/>
                  </a:lnTo>
                  <a:close/>
                </a:path>
              </a:pathLst>
            </a:custGeom>
            <a:solidFill>
              <a:srgbClr val="17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7"/>
            <p:cNvSpPr/>
            <p:nvPr/>
          </p:nvSpPr>
          <p:spPr>
            <a:xfrm>
              <a:off x="6584550" y="2788875"/>
              <a:ext cx="138750" cy="114800"/>
            </a:xfrm>
            <a:custGeom>
              <a:rect b="b" l="l" r="r" t="t"/>
              <a:pathLst>
                <a:path extrusionOk="0" h="4592" w="5550">
                  <a:moveTo>
                    <a:pt x="5549" y="0"/>
                  </a:moveTo>
                  <a:lnTo>
                    <a:pt x="44" y="3242"/>
                  </a:lnTo>
                  <a:lnTo>
                    <a:pt x="1" y="4591"/>
                  </a:lnTo>
                  <a:lnTo>
                    <a:pt x="5549" y="1393"/>
                  </a:lnTo>
                  <a:lnTo>
                    <a:pt x="5549" y="0"/>
                  </a:lnTo>
                  <a:close/>
                </a:path>
              </a:pathLst>
            </a:custGeom>
            <a:solidFill>
              <a:srgbClr val="7F69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7"/>
            <p:cNvSpPr/>
            <p:nvPr/>
          </p:nvSpPr>
          <p:spPr>
            <a:xfrm>
              <a:off x="6534525" y="2840550"/>
              <a:ext cx="51150" cy="63125"/>
            </a:xfrm>
            <a:custGeom>
              <a:rect b="b" l="l" r="r" t="t"/>
              <a:pathLst>
                <a:path extrusionOk="0" h="2525" w="2046">
                  <a:moveTo>
                    <a:pt x="0" y="0"/>
                  </a:moveTo>
                  <a:lnTo>
                    <a:pt x="0" y="1349"/>
                  </a:lnTo>
                  <a:lnTo>
                    <a:pt x="2002" y="2524"/>
                  </a:lnTo>
                  <a:lnTo>
                    <a:pt x="2045" y="1175"/>
                  </a:lnTo>
                  <a:lnTo>
                    <a:pt x="0" y="0"/>
                  </a:lnTo>
                  <a:close/>
                </a:path>
              </a:pathLst>
            </a:custGeom>
            <a:solidFill>
              <a:srgbClr val="D0B8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7"/>
            <p:cNvSpPr/>
            <p:nvPr/>
          </p:nvSpPr>
          <p:spPr>
            <a:xfrm>
              <a:off x="6304425" y="2840550"/>
              <a:ext cx="230125" cy="168100"/>
            </a:xfrm>
            <a:custGeom>
              <a:rect b="b" l="l" r="r" t="t"/>
              <a:pathLst>
                <a:path extrusionOk="0" h="6724" w="9205">
                  <a:moveTo>
                    <a:pt x="9204" y="0"/>
                  </a:moveTo>
                  <a:lnTo>
                    <a:pt x="0" y="5353"/>
                  </a:lnTo>
                  <a:lnTo>
                    <a:pt x="0" y="6724"/>
                  </a:lnTo>
                  <a:lnTo>
                    <a:pt x="9204" y="1349"/>
                  </a:lnTo>
                  <a:lnTo>
                    <a:pt x="92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7"/>
            <p:cNvSpPr/>
            <p:nvPr/>
          </p:nvSpPr>
          <p:spPr>
            <a:xfrm>
              <a:off x="6238050" y="2935750"/>
              <a:ext cx="66400" cy="72900"/>
            </a:xfrm>
            <a:custGeom>
              <a:rect b="b" l="l" r="r" t="t"/>
              <a:pathLst>
                <a:path extrusionOk="0" h="2916" w="2656">
                  <a:moveTo>
                    <a:pt x="1" y="0"/>
                  </a:moveTo>
                  <a:lnTo>
                    <a:pt x="1" y="1349"/>
                  </a:lnTo>
                  <a:lnTo>
                    <a:pt x="2655" y="2916"/>
                  </a:lnTo>
                  <a:lnTo>
                    <a:pt x="2655" y="1545"/>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7"/>
            <p:cNvSpPr/>
            <p:nvPr/>
          </p:nvSpPr>
          <p:spPr>
            <a:xfrm>
              <a:off x="6238050" y="2721425"/>
              <a:ext cx="485250" cy="252950"/>
            </a:xfrm>
            <a:custGeom>
              <a:rect b="b" l="l" r="r" t="t"/>
              <a:pathLst>
                <a:path extrusionOk="0" h="10118" w="19410">
                  <a:moveTo>
                    <a:pt x="14731" y="0"/>
                  </a:moveTo>
                  <a:lnTo>
                    <a:pt x="1" y="8573"/>
                  </a:lnTo>
                  <a:lnTo>
                    <a:pt x="2655" y="10118"/>
                  </a:lnTo>
                  <a:lnTo>
                    <a:pt x="11859" y="4765"/>
                  </a:lnTo>
                  <a:lnTo>
                    <a:pt x="13904" y="5940"/>
                  </a:lnTo>
                  <a:lnTo>
                    <a:pt x="19409" y="2698"/>
                  </a:lnTo>
                  <a:lnTo>
                    <a:pt x="17407" y="1524"/>
                  </a:lnTo>
                  <a:lnTo>
                    <a:pt x="1473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27"/>
            <p:cNvSpPr/>
            <p:nvPr/>
          </p:nvSpPr>
          <p:spPr>
            <a:xfrm>
              <a:off x="6693350" y="2851975"/>
              <a:ext cx="138725" cy="114800"/>
            </a:xfrm>
            <a:custGeom>
              <a:rect b="b" l="l" r="r" t="t"/>
              <a:pathLst>
                <a:path extrusionOk="0" h="4592" w="5549">
                  <a:moveTo>
                    <a:pt x="5549" y="0"/>
                  </a:moveTo>
                  <a:lnTo>
                    <a:pt x="0" y="3221"/>
                  </a:lnTo>
                  <a:lnTo>
                    <a:pt x="0" y="4591"/>
                  </a:lnTo>
                  <a:lnTo>
                    <a:pt x="5549" y="1371"/>
                  </a:lnTo>
                  <a:lnTo>
                    <a:pt x="5549" y="0"/>
                  </a:lnTo>
                  <a:close/>
                </a:path>
              </a:pathLst>
            </a:custGeom>
            <a:solidFill>
              <a:srgbClr val="17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27"/>
            <p:cNvSpPr/>
            <p:nvPr/>
          </p:nvSpPr>
          <p:spPr>
            <a:xfrm>
              <a:off x="6594350" y="2875350"/>
              <a:ext cx="99025" cy="91425"/>
            </a:xfrm>
            <a:custGeom>
              <a:rect b="b" l="l" r="r" t="t"/>
              <a:pathLst>
                <a:path extrusionOk="0" h="3657" w="3961">
                  <a:moveTo>
                    <a:pt x="0" y="1"/>
                  </a:moveTo>
                  <a:lnTo>
                    <a:pt x="0" y="1350"/>
                  </a:lnTo>
                  <a:lnTo>
                    <a:pt x="3960" y="3656"/>
                  </a:lnTo>
                  <a:lnTo>
                    <a:pt x="3960" y="2286"/>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27"/>
            <p:cNvSpPr/>
            <p:nvPr/>
          </p:nvSpPr>
          <p:spPr>
            <a:xfrm>
              <a:off x="6594350" y="2794325"/>
              <a:ext cx="237725" cy="138175"/>
            </a:xfrm>
            <a:custGeom>
              <a:rect b="b" l="l" r="r" t="t"/>
              <a:pathLst>
                <a:path extrusionOk="0" h="5527" w="9509">
                  <a:moveTo>
                    <a:pt x="5549" y="0"/>
                  </a:moveTo>
                  <a:lnTo>
                    <a:pt x="0" y="3242"/>
                  </a:lnTo>
                  <a:lnTo>
                    <a:pt x="3960" y="5527"/>
                  </a:lnTo>
                  <a:lnTo>
                    <a:pt x="9509" y="2306"/>
                  </a:lnTo>
                  <a:lnTo>
                    <a:pt x="554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27"/>
            <p:cNvSpPr/>
            <p:nvPr/>
          </p:nvSpPr>
          <p:spPr>
            <a:xfrm>
              <a:off x="6801600" y="2913975"/>
              <a:ext cx="138725" cy="114800"/>
            </a:xfrm>
            <a:custGeom>
              <a:rect b="b" l="l" r="r" t="t"/>
              <a:pathLst>
                <a:path extrusionOk="0" h="4592" w="5549">
                  <a:moveTo>
                    <a:pt x="5549" y="1"/>
                  </a:moveTo>
                  <a:lnTo>
                    <a:pt x="0" y="3243"/>
                  </a:lnTo>
                  <a:lnTo>
                    <a:pt x="0" y="4592"/>
                  </a:lnTo>
                  <a:lnTo>
                    <a:pt x="5549" y="1393"/>
                  </a:lnTo>
                  <a:lnTo>
                    <a:pt x="5549" y="1"/>
                  </a:lnTo>
                  <a:close/>
                </a:path>
              </a:pathLst>
            </a:custGeom>
            <a:solidFill>
              <a:srgbClr val="17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7"/>
            <p:cNvSpPr/>
            <p:nvPr/>
          </p:nvSpPr>
          <p:spPr>
            <a:xfrm>
              <a:off x="6702600" y="2937925"/>
              <a:ext cx="99025" cy="90850"/>
            </a:xfrm>
            <a:custGeom>
              <a:rect b="b" l="l" r="r" t="t"/>
              <a:pathLst>
                <a:path extrusionOk="0" h="3634" w="3961">
                  <a:moveTo>
                    <a:pt x="0" y="0"/>
                  </a:moveTo>
                  <a:lnTo>
                    <a:pt x="0" y="1349"/>
                  </a:lnTo>
                  <a:lnTo>
                    <a:pt x="3960" y="3634"/>
                  </a:lnTo>
                  <a:lnTo>
                    <a:pt x="3960" y="2285"/>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7"/>
            <p:cNvSpPr/>
            <p:nvPr/>
          </p:nvSpPr>
          <p:spPr>
            <a:xfrm>
              <a:off x="6702600" y="2856875"/>
              <a:ext cx="237725" cy="138175"/>
            </a:xfrm>
            <a:custGeom>
              <a:rect b="b" l="l" r="r" t="t"/>
              <a:pathLst>
                <a:path extrusionOk="0" h="5527" w="9509">
                  <a:moveTo>
                    <a:pt x="5549" y="0"/>
                  </a:moveTo>
                  <a:lnTo>
                    <a:pt x="0" y="3242"/>
                  </a:lnTo>
                  <a:lnTo>
                    <a:pt x="3960" y="5527"/>
                  </a:lnTo>
                  <a:lnTo>
                    <a:pt x="9509" y="2285"/>
                  </a:lnTo>
                  <a:lnTo>
                    <a:pt x="554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27"/>
            <p:cNvSpPr/>
            <p:nvPr/>
          </p:nvSpPr>
          <p:spPr>
            <a:xfrm>
              <a:off x="6909850" y="2976550"/>
              <a:ext cx="138725" cy="114775"/>
            </a:xfrm>
            <a:custGeom>
              <a:rect b="b" l="l" r="r" t="t"/>
              <a:pathLst>
                <a:path extrusionOk="0" h="4591" w="5549">
                  <a:moveTo>
                    <a:pt x="5549" y="0"/>
                  </a:moveTo>
                  <a:lnTo>
                    <a:pt x="0" y="3198"/>
                  </a:lnTo>
                  <a:lnTo>
                    <a:pt x="0" y="4591"/>
                  </a:lnTo>
                  <a:lnTo>
                    <a:pt x="5549" y="1393"/>
                  </a:lnTo>
                  <a:lnTo>
                    <a:pt x="5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27"/>
            <p:cNvSpPr/>
            <p:nvPr/>
          </p:nvSpPr>
          <p:spPr>
            <a:xfrm>
              <a:off x="6810300" y="2999375"/>
              <a:ext cx="99575" cy="91950"/>
            </a:xfrm>
            <a:custGeom>
              <a:rect b="b" l="l" r="r" t="t"/>
              <a:pathLst>
                <a:path extrusionOk="0" h="3678" w="3983">
                  <a:moveTo>
                    <a:pt x="0" y="1"/>
                  </a:moveTo>
                  <a:lnTo>
                    <a:pt x="0" y="1393"/>
                  </a:lnTo>
                  <a:lnTo>
                    <a:pt x="3982" y="3678"/>
                  </a:lnTo>
                  <a:lnTo>
                    <a:pt x="3982" y="2285"/>
                  </a:lnTo>
                  <a:lnTo>
                    <a:pt x="0" y="1"/>
                  </a:lnTo>
                  <a:close/>
                </a:path>
              </a:pathLst>
            </a:custGeom>
            <a:solidFill>
              <a:srgbClr val="2A2A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7"/>
            <p:cNvSpPr/>
            <p:nvPr/>
          </p:nvSpPr>
          <p:spPr>
            <a:xfrm>
              <a:off x="6810300" y="2919425"/>
              <a:ext cx="238275" cy="137100"/>
            </a:xfrm>
            <a:custGeom>
              <a:rect b="b" l="l" r="r" t="t"/>
              <a:pathLst>
                <a:path extrusionOk="0" h="5484" w="9531">
                  <a:moveTo>
                    <a:pt x="5549" y="0"/>
                  </a:moveTo>
                  <a:lnTo>
                    <a:pt x="0" y="3199"/>
                  </a:lnTo>
                  <a:lnTo>
                    <a:pt x="3982" y="5483"/>
                  </a:lnTo>
                  <a:lnTo>
                    <a:pt x="9531" y="2285"/>
                  </a:lnTo>
                  <a:lnTo>
                    <a:pt x="554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7"/>
            <p:cNvSpPr/>
            <p:nvPr/>
          </p:nvSpPr>
          <p:spPr>
            <a:xfrm>
              <a:off x="6564975" y="3404075"/>
              <a:ext cx="78350" cy="52650"/>
            </a:xfrm>
            <a:custGeom>
              <a:rect b="b" l="l" r="r" t="t"/>
              <a:pathLst>
                <a:path extrusionOk="0" h="2106" w="3134">
                  <a:moveTo>
                    <a:pt x="1" y="1"/>
                  </a:moveTo>
                  <a:cubicBezTo>
                    <a:pt x="1" y="1"/>
                    <a:pt x="1" y="1"/>
                    <a:pt x="1" y="1"/>
                  </a:cubicBezTo>
                  <a:lnTo>
                    <a:pt x="1" y="1"/>
                  </a:lnTo>
                  <a:lnTo>
                    <a:pt x="1" y="1"/>
                  </a:lnTo>
                  <a:cubicBezTo>
                    <a:pt x="1" y="1"/>
                    <a:pt x="1" y="1"/>
                    <a:pt x="1" y="1"/>
                  </a:cubicBezTo>
                  <a:close/>
                  <a:moveTo>
                    <a:pt x="1" y="1"/>
                  </a:moveTo>
                  <a:cubicBezTo>
                    <a:pt x="2" y="23"/>
                    <a:pt x="54" y="1171"/>
                    <a:pt x="1719" y="2046"/>
                  </a:cubicBezTo>
                  <a:cubicBezTo>
                    <a:pt x="1719" y="2046"/>
                    <a:pt x="1828" y="2106"/>
                    <a:pt x="2059" y="2106"/>
                  </a:cubicBezTo>
                  <a:cubicBezTo>
                    <a:pt x="2291" y="2106"/>
                    <a:pt x="2644" y="2046"/>
                    <a:pt x="3134" y="1807"/>
                  </a:cubicBezTo>
                  <a:lnTo>
                    <a:pt x="1" y="1"/>
                  </a:lnTo>
                  <a:close/>
                </a:path>
              </a:pathLst>
            </a:custGeom>
            <a:solidFill>
              <a:srgbClr val="E3E3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7"/>
            <p:cNvSpPr/>
            <p:nvPr/>
          </p:nvSpPr>
          <p:spPr>
            <a:xfrm>
              <a:off x="6197800" y="2885825"/>
              <a:ext cx="739800" cy="568875"/>
            </a:xfrm>
            <a:custGeom>
              <a:rect b="b" l="l" r="r" t="t"/>
              <a:pathLst>
                <a:path extrusionOk="0" h="22755" w="29592">
                  <a:moveTo>
                    <a:pt x="12886" y="0"/>
                  </a:moveTo>
                  <a:cubicBezTo>
                    <a:pt x="12107" y="0"/>
                    <a:pt x="11118" y="147"/>
                    <a:pt x="10205" y="713"/>
                  </a:cubicBezTo>
                  <a:cubicBezTo>
                    <a:pt x="9052" y="1431"/>
                    <a:pt x="6963" y="3194"/>
                    <a:pt x="6006" y="3977"/>
                  </a:cubicBezTo>
                  <a:cubicBezTo>
                    <a:pt x="5070" y="4760"/>
                    <a:pt x="2264" y="7132"/>
                    <a:pt x="1110" y="10243"/>
                  </a:cubicBezTo>
                  <a:cubicBezTo>
                    <a:pt x="1" y="13333"/>
                    <a:pt x="1154" y="13877"/>
                    <a:pt x="1154" y="13877"/>
                  </a:cubicBezTo>
                  <a:lnTo>
                    <a:pt x="16385" y="22754"/>
                  </a:lnTo>
                  <a:cubicBezTo>
                    <a:pt x="16211" y="22646"/>
                    <a:pt x="15993" y="22319"/>
                    <a:pt x="15950" y="21884"/>
                  </a:cubicBezTo>
                  <a:cubicBezTo>
                    <a:pt x="15688" y="19861"/>
                    <a:pt x="17190" y="17315"/>
                    <a:pt x="18082" y="16292"/>
                  </a:cubicBezTo>
                  <a:cubicBezTo>
                    <a:pt x="22520" y="11462"/>
                    <a:pt x="24022" y="10091"/>
                    <a:pt x="25849" y="9264"/>
                  </a:cubicBezTo>
                  <a:cubicBezTo>
                    <a:pt x="26448" y="8979"/>
                    <a:pt x="27185" y="8894"/>
                    <a:pt x="27846" y="8894"/>
                  </a:cubicBezTo>
                  <a:cubicBezTo>
                    <a:pt x="28797" y="8894"/>
                    <a:pt x="29592" y="9069"/>
                    <a:pt x="29592" y="9069"/>
                  </a:cubicBezTo>
                  <a:lnTo>
                    <a:pt x="14318" y="169"/>
                  </a:lnTo>
                  <a:cubicBezTo>
                    <a:pt x="14318" y="169"/>
                    <a:pt x="13722" y="0"/>
                    <a:pt x="12886" y="0"/>
                  </a:cubicBezTo>
                  <a:close/>
                </a:path>
              </a:pathLst>
            </a:cu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7"/>
            <p:cNvSpPr/>
            <p:nvPr/>
          </p:nvSpPr>
          <p:spPr>
            <a:xfrm>
              <a:off x="6444750" y="3009725"/>
              <a:ext cx="320425" cy="358475"/>
            </a:xfrm>
            <a:custGeom>
              <a:rect b="b" l="l" r="r" t="t"/>
              <a:pathLst>
                <a:path extrusionOk="0" h="14339" w="12817">
                  <a:moveTo>
                    <a:pt x="12751" y="0"/>
                  </a:moveTo>
                  <a:cubicBezTo>
                    <a:pt x="12708" y="0"/>
                    <a:pt x="11772" y="87"/>
                    <a:pt x="9879" y="1306"/>
                  </a:cubicBezTo>
                  <a:cubicBezTo>
                    <a:pt x="8269" y="2350"/>
                    <a:pt x="3722" y="5744"/>
                    <a:pt x="1829" y="9139"/>
                  </a:cubicBezTo>
                  <a:cubicBezTo>
                    <a:pt x="1" y="12337"/>
                    <a:pt x="414" y="14274"/>
                    <a:pt x="414" y="14317"/>
                  </a:cubicBezTo>
                  <a:cubicBezTo>
                    <a:pt x="436" y="14317"/>
                    <a:pt x="436" y="14339"/>
                    <a:pt x="458" y="14339"/>
                  </a:cubicBezTo>
                  <a:cubicBezTo>
                    <a:pt x="480" y="14317"/>
                    <a:pt x="523" y="14317"/>
                    <a:pt x="523" y="14274"/>
                  </a:cubicBezTo>
                  <a:cubicBezTo>
                    <a:pt x="523" y="14274"/>
                    <a:pt x="132" y="12381"/>
                    <a:pt x="1894" y="9182"/>
                  </a:cubicBezTo>
                  <a:cubicBezTo>
                    <a:pt x="3809" y="5810"/>
                    <a:pt x="8356" y="2415"/>
                    <a:pt x="9923" y="1415"/>
                  </a:cubicBezTo>
                  <a:cubicBezTo>
                    <a:pt x="11794" y="218"/>
                    <a:pt x="12751" y="109"/>
                    <a:pt x="12751" y="109"/>
                  </a:cubicBezTo>
                  <a:cubicBezTo>
                    <a:pt x="12773" y="109"/>
                    <a:pt x="12817" y="87"/>
                    <a:pt x="12817" y="66"/>
                  </a:cubicBezTo>
                  <a:cubicBezTo>
                    <a:pt x="12817" y="22"/>
                    <a:pt x="12773" y="0"/>
                    <a:pt x="127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7"/>
            <p:cNvSpPr/>
            <p:nvPr/>
          </p:nvSpPr>
          <p:spPr>
            <a:xfrm>
              <a:off x="6510575" y="3047800"/>
              <a:ext cx="317700" cy="356300"/>
            </a:xfrm>
            <a:custGeom>
              <a:rect b="b" l="l" r="r" t="t"/>
              <a:pathLst>
                <a:path extrusionOk="0" h="14252" w="12708">
                  <a:moveTo>
                    <a:pt x="12686" y="0"/>
                  </a:moveTo>
                  <a:cubicBezTo>
                    <a:pt x="12686" y="0"/>
                    <a:pt x="11707" y="109"/>
                    <a:pt x="9814" y="1306"/>
                  </a:cubicBezTo>
                  <a:cubicBezTo>
                    <a:pt x="8247" y="2307"/>
                    <a:pt x="3700" y="5723"/>
                    <a:pt x="1807" y="9117"/>
                  </a:cubicBezTo>
                  <a:cubicBezTo>
                    <a:pt x="1" y="12294"/>
                    <a:pt x="392" y="14230"/>
                    <a:pt x="414" y="14252"/>
                  </a:cubicBezTo>
                  <a:cubicBezTo>
                    <a:pt x="414" y="14230"/>
                    <a:pt x="22" y="12315"/>
                    <a:pt x="1807" y="9161"/>
                  </a:cubicBezTo>
                  <a:cubicBezTo>
                    <a:pt x="3700" y="5766"/>
                    <a:pt x="8247" y="2372"/>
                    <a:pt x="9814" y="1371"/>
                  </a:cubicBezTo>
                  <a:cubicBezTo>
                    <a:pt x="11707" y="174"/>
                    <a:pt x="12686" y="66"/>
                    <a:pt x="12686" y="66"/>
                  </a:cubicBezTo>
                  <a:cubicBezTo>
                    <a:pt x="12707" y="66"/>
                    <a:pt x="12707" y="22"/>
                    <a:pt x="12707" y="22"/>
                  </a:cubicBezTo>
                  <a:cubicBezTo>
                    <a:pt x="12707" y="0"/>
                    <a:pt x="12686" y="0"/>
                    <a:pt x="126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7"/>
            <p:cNvSpPr/>
            <p:nvPr/>
          </p:nvSpPr>
          <p:spPr>
            <a:xfrm>
              <a:off x="6276675" y="2913450"/>
              <a:ext cx="317700" cy="356300"/>
            </a:xfrm>
            <a:custGeom>
              <a:rect b="b" l="l" r="r" t="t"/>
              <a:pathLst>
                <a:path extrusionOk="0" h="14252" w="12708">
                  <a:moveTo>
                    <a:pt x="12686" y="0"/>
                  </a:moveTo>
                  <a:cubicBezTo>
                    <a:pt x="12686" y="0"/>
                    <a:pt x="11707" y="109"/>
                    <a:pt x="9814" y="1306"/>
                  </a:cubicBezTo>
                  <a:cubicBezTo>
                    <a:pt x="8247" y="2306"/>
                    <a:pt x="3700" y="5701"/>
                    <a:pt x="1807" y="9095"/>
                  </a:cubicBezTo>
                  <a:cubicBezTo>
                    <a:pt x="1" y="12293"/>
                    <a:pt x="392" y="14208"/>
                    <a:pt x="414" y="14252"/>
                  </a:cubicBezTo>
                  <a:cubicBezTo>
                    <a:pt x="414" y="14186"/>
                    <a:pt x="22" y="12293"/>
                    <a:pt x="1807" y="9160"/>
                  </a:cubicBezTo>
                  <a:cubicBezTo>
                    <a:pt x="3700" y="5766"/>
                    <a:pt x="8247" y="2350"/>
                    <a:pt x="9814" y="1349"/>
                  </a:cubicBezTo>
                  <a:cubicBezTo>
                    <a:pt x="11707" y="152"/>
                    <a:pt x="12686" y="44"/>
                    <a:pt x="12686" y="44"/>
                  </a:cubicBezTo>
                  <a:cubicBezTo>
                    <a:pt x="12707" y="44"/>
                    <a:pt x="12707" y="22"/>
                    <a:pt x="12707" y="22"/>
                  </a:cubicBezTo>
                  <a:cubicBezTo>
                    <a:pt x="12707" y="0"/>
                    <a:pt x="12686" y="0"/>
                    <a:pt x="126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7"/>
            <p:cNvSpPr/>
            <p:nvPr/>
          </p:nvSpPr>
          <p:spPr>
            <a:xfrm>
              <a:off x="6321825" y="2938450"/>
              <a:ext cx="319875" cy="358500"/>
            </a:xfrm>
            <a:custGeom>
              <a:rect b="b" l="l" r="r" t="t"/>
              <a:pathLst>
                <a:path extrusionOk="0" h="14340" w="12795">
                  <a:moveTo>
                    <a:pt x="12751" y="1"/>
                  </a:moveTo>
                  <a:cubicBezTo>
                    <a:pt x="12686" y="1"/>
                    <a:pt x="11772" y="88"/>
                    <a:pt x="9857" y="1306"/>
                  </a:cubicBezTo>
                  <a:cubicBezTo>
                    <a:pt x="8269" y="2329"/>
                    <a:pt x="3721" y="5745"/>
                    <a:pt x="1807" y="9139"/>
                  </a:cubicBezTo>
                  <a:cubicBezTo>
                    <a:pt x="1" y="12338"/>
                    <a:pt x="392" y="14274"/>
                    <a:pt x="392" y="14296"/>
                  </a:cubicBezTo>
                  <a:cubicBezTo>
                    <a:pt x="436" y="14296"/>
                    <a:pt x="436" y="14340"/>
                    <a:pt x="458" y="14340"/>
                  </a:cubicBezTo>
                  <a:cubicBezTo>
                    <a:pt x="501" y="14340"/>
                    <a:pt x="501" y="14296"/>
                    <a:pt x="501" y="14274"/>
                  </a:cubicBezTo>
                  <a:cubicBezTo>
                    <a:pt x="501" y="14274"/>
                    <a:pt x="131" y="12381"/>
                    <a:pt x="1894" y="9183"/>
                  </a:cubicBezTo>
                  <a:cubicBezTo>
                    <a:pt x="3808" y="5810"/>
                    <a:pt x="8334" y="2416"/>
                    <a:pt x="9922" y="1415"/>
                  </a:cubicBezTo>
                  <a:cubicBezTo>
                    <a:pt x="11794" y="219"/>
                    <a:pt x="12751" y="110"/>
                    <a:pt x="12751" y="110"/>
                  </a:cubicBezTo>
                  <a:cubicBezTo>
                    <a:pt x="12773" y="110"/>
                    <a:pt x="12794" y="88"/>
                    <a:pt x="12794" y="44"/>
                  </a:cubicBezTo>
                  <a:cubicBezTo>
                    <a:pt x="12794" y="23"/>
                    <a:pt x="12773" y="1"/>
                    <a:pt x="127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7"/>
            <p:cNvSpPr/>
            <p:nvPr/>
          </p:nvSpPr>
          <p:spPr>
            <a:xfrm>
              <a:off x="6388725" y="2977625"/>
              <a:ext cx="317700" cy="356325"/>
            </a:xfrm>
            <a:custGeom>
              <a:rect b="b" l="l" r="r" t="t"/>
              <a:pathLst>
                <a:path extrusionOk="0" h="14253" w="12708">
                  <a:moveTo>
                    <a:pt x="12686" y="1"/>
                  </a:moveTo>
                  <a:cubicBezTo>
                    <a:pt x="12686" y="1"/>
                    <a:pt x="11707" y="109"/>
                    <a:pt x="9836" y="1306"/>
                  </a:cubicBezTo>
                  <a:cubicBezTo>
                    <a:pt x="8247" y="2329"/>
                    <a:pt x="3700" y="5723"/>
                    <a:pt x="1807" y="9117"/>
                  </a:cubicBezTo>
                  <a:cubicBezTo>
                    <a:pt x="1" y="12294"/>
                    <a:pt x="393" y="14230"/>
                    <a:pt x="414" y="14252"/>
                  </a:cubicBezTo>
                  <a:cubicBezTo>
                    <a:pt x="436" y="14230"/>
                    <a:pt x="66" y="12337"/>
                    <a:pt x="1807" y="9182"/>
                  </a:cubicBezTo>
                  <a:cubicBezTo>
                    <a:pt x="3700" y="5766"/>
                    <a:pt x="8247" y="2372"/>
                    <a:pt x="9836" y="1371"/>
                  </a:cubicBezTo>
                  <a:cubicBezTo>
                    <a:pt x="11707" y="175"/>
                    <a:pt x="12686" y="66"/>
                    <a:pt x="12686" y="66"/>
                  </a:cubicBezTo>
                  <a:cubicBezTo>
                    <a:pt x="12708" y="66"/>
                    <a:pt x="12708" y="44"/>
                    <a:pt x="12708" y="44"/>
                  </a:cubicBezTo>
                  <a:cubicBezTo>
                    <a:pt x="12708" y="1"/>
                    <a:pt x="12686" y="1"/>
                    <a:pt x="126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7"/>
            <p:cNvSpPr/>
            <p:nvPr/>
          </p:nvSpPr>
          <p:spPr>
            <a:xfrm>
              <a:off x="6254375" y="2977075"/>
              <a:ext cx="220875" cy="264400"/>
            </a:xfrm>
            <a:custGeom>
              <a:rect b="b" l="l" r="r" t="t"/>
              <a:pathLst>
                <a:path extrusionOk="0" h="10576" w="8835">
                  <a:moveTo>
                    <a:pt x="8356" y="197"/>
                  </a:moveTo>
                  <a:lnTo>
                    <a:pt x="8530" y="349"/>
                  </a:lnTo>
                  <a:lnTo>
                    <a:pt x="8544" y="356"/>
                  </a:lnTo>
                  <a:lnTo>
                    <a:pt x="8508" y="327"/>
                  </a:lnTo>
                  <a:lnTo>
                    <a:pt x="8486" y="305"/>
                  </a:lnTo>
                  <a:lnTo>
                    <a:pt x="8366" y="201"/>
                  </a:lnTo>
                  <a:lnTo>
                    <a:pt x="8366" y="201"/>
                  </a:lnTo>
                  <a:lnTo>
                    <a:pt x="8356" y="197"/>
                  </a:lnTo>
                  <a:close/>
                  <a:moveTo>
                    <a:pt x="8160" y="1"/>
                  </a:moveTo>
                  <a:lnTo>
                    <a:pt x="8160" y="23"/>
                  </a:lnTo>
                  <a:lnTo>
                    <a:pt x="8366" y="201"/>
                  </a:lnTo>
                  <a:lnTo>
                    <a:pt x="8366" y="201"/>
                  </a:lnTo>
                  <a:lnTo>
                    <a:pt x="8595" y="305"/>
                  </a:lnTo>
                  <a:lnTo>
                    <a:pt x="8617" y="327"/>
                  </a:lnTo>
                  <a:lnTo>
                    <a:pt x="8834" y="436"/>
                  </a:lnTo>
                  <a:lnTo>
                    <a:pt x="8834" y="349"/>
                  </a:lnTo>
                  <a:lnTo>
                    <a:pt x="8617" y="240"/>
                  </a:lnTo>
                  <a:lnTo>
                    <a:pt x="8595" y="218"/>
                  </a:lnTo>
                  <a:lnTo>
                    <a:pt x="8182" y="1"/>
                  </a:lnTo>
                  <a:close/>
                  <a:moveTo>
                    <a:pt x="8247" y="414"/>
                  </a:moveTo>
                  <a:lnTo>
                    <a:pt x="8301" y="458"/>
                  </a:lnTo>
                  <a:lnTo>
                    <a:pt x="8312" y="458"/>
                  </a:lnTo>
                  <a:lnTo>
                    <a:pt x="8290" y="436"/>
                  </a:lnTo>
                  <a:lnTo>
                    <a:pt x="8277" y="423"/>
                  </a:lnTo>
                  <a:lnTo>
                    <a:pt x="8277" y="423"/>
                  </a:lnTo>
                  <a:lnTo>
                    <a:pt x="8247" y="414"/>
                  </a:lnTo>
                  <a:close/>
                  <a:moveTo>
                    <a:pt x="8138" y="240"/>
                  </a:moveTo>
                  <a:lnTo>
                    <a:pt x="8138" y="284"/>
                  </a:lnTo>
                  <a:lnTo>
                    <a:pt x="8277" y="423"/>
                  </a:lnTo>
                  <a:lnTo>
                    <a:pt x="8277" y="423"/>
                  </a:lnTo>
                  <a:lnTo>
                    <a:pt x="8399" y="458"/>
                  </a:lnTo>
                  <a:lnTo>
                    <a:pt x="8465" y="501"/>
                  </a:lnTo>
                  <a:lnTo>
                    <a:pt x="8726" y="566"/>
                  </a:lnTo>
                  <a:lnTo>
                    <a:pt x="8747" y="566"/>
                  </a:lnTo>
                  <a:lnTo>
                    <a:pt x="8747" y="545"/>
                  </a:lnTo>
                  <a:lnTo>
                    <a:pt x="8573" y="371"/>
                  </a:lnTo>
                  <a:lnTo>
                    <a:pt x="8544" y="356"/>
                  </a:lnTo>
                  <a:lnTo>
                    <a:pt x="8617" y="414"/>
                  </a:lnTo>
                  <a:lnTo>
                    <a:pt x="8465" y="349"/>
                  </a:lnTo>
                  <a:lnTo>
                    <a:pt x="8399" y="327"/>
                  </a:lnTo>
                  <a:lnTo>
                    <a:pt x="8160" y="240"/>
                  </a:lnTo>
                  <a:close/>
                  <a:moveTo>
                    <a:pt x="7681" y="327"/>
                  </a:moveTo>
                  <a:lnTo>
                    <a:pt x="7681" y="349"/>
                  </a:lnTo>
                  <a:lnTo>
                    <a:pt x="7828" y="507"/>
                  </a:lnTo>
                  <a:lnTo>
                    <a:pt x="7828" y="507"/>
                  </a:lnTo>
                  <a:lnTo>
                    <a:pt x="8160" y="632"/>
                  </a:lnTo>
                  <a:lnTo>
                    <a:pt x="8182" y="654"/>
                  </a:lnTo>
                  <a:lnTo>
                    <a:pt x="8290" y="675"/>
                  </a:lnTo>
                  <a:lnTo>
                    <a:pt x="8312" y="675"/>
                  </a:lnTo>
                  <a:lnTo>
                    <a:pt x="8312" y="654"/>
                  </a:lnTo>
                  <a:lnTo>
                    <a:pt x="8247" y="566"/>
                  </a:lnTo>
                  <a:lnTo>
                    <a:pt x="8203" y="545"/>
                  </a:lnTo>
                  <a:lnTo>
                    <a:pt x="8182" y="523"/>
                  </a:lnTo>
                  <a:lnTo>
                    <a:pt x="8182" y="523"/>
                  </a:lnTo>
                  <a:lnTo>
                    <a:pt x="8247" y="545"/>
                  </a:lnTo>
                  <a:lnTo>
                    <a:pt x="8290" y="566"/>
                  </a:lnTo>
                  <a:lnTo>
                    <a:pt x="8421" y="632"/>
                  </a:lnTo>
                  <a:lnTo>
                    <a:pt x="8465" y="632"/>
                  </a:lnTo>
                  <a:lnTo>
                    <a:pt x="8465" y="610"/>
                  </a:lnTo>
                  <a:lnTo>
                    <a:pt x="8378" y="523"/>
                  </a:lnTo>
                  <a:lnTo>
                    <a:pt x="8356" y="501"/>
                  </a:lnTo>
                  <a:lnTo>
                    <a:pt x="8301" y="458"/>
                  </a:lnTo>
                  <a:lnTo>
                    <a:pt x="8290" y="458"/>
                  </a:lnTo>
                  <a:lnTo>
                    <a:pt x="8225" y="436"/>
                  </a:lnTo>
                  <a:lnTo>
                    <a:pt x="8095" y="392"/>
                  </a:lnTo>
                  <a:lnTo>
                    <a:pt x="8073" y="392"/>
                  </a:lnTo>
                  <a:lnTo>
                    <a:pt x="8073" y="414"/>
                  </a:lnTo>
                  <a:lnTo>
                    <a:pt x="8160" y="501"/>
                  </a:lnTo>
                  <a:lnTo>
                    <a:pt x="7725" y="327"/>
                  </a:lnTo>
                  <a:close/>
                  <a:moveTo>
                    <a:pt x="7812" y="501"/>
                  </a:moveTo>
                  <a:lnTo>
                    <a:pt x="8029" y="741"/>
                  </a:lnTo>
                  <a:lnTo>
                    <a:pt x="8051" y="762"/>
                  </a:lnTo>
                  <a:lnTo>
                    <a:pt x="8059" y="772"/>
                  </a:lnTo>
                  <a:lnTo>
                    <a:pt x="8059" y="772"/>
                  </a:lnTo>
                  <a:lnTo>
                    <a:pt x="8095" y="784"/>
                  </a:lnTo>
                  <a:lnTo>
                    <a:pt x="7986" y="675"/>
                  </a:lnTo>
                  <a:lnTo>
                    <a:pt x="7964" y="654"/>
                  </a:lnTo>
                  <a:lnTo>
                    <a:pt x="7828" y="507"/>
                  </a:lnTo>
                  <a:lnTo>
                    <a:pt x="7828" y="507"/>
                  </a:lnTo>
                  <a:lnTo>
                    <a:pt x="7812" y="501"/>
                  </a:lnTo>
                  <a:close/>
                  <a:moveTo>
                    <a:pt x="7420" y="523"/>
                  </a:moveTo>
                  <a:lnTo>
                    <a:pt x="7420" y="545"/>
                  </a:lnTo>
                  <a:lnTo>
                    <a:pt x="7587" y="701"/>
                  </a:lnTo>
                  <a:lnTo>
                    <a:pt x="7587" y="701"/>
                  </a:lnTo>
                  <a:lnTo>
                    <a:pt x="7921" y="849"/>
                  </a:lnTo>
                  <a:lnTo>
                    <a:pt x="7942" y="871"/>
                  </a:lnTo>
                  <a:lnTo>
                    <a:pt x="8182" y="980"/>
                  </a:lnTo>
                  <a:lnTo>
                    <a:pt x="8203" y="980"/>
                  </a:lnTo>
                  <a:lnTo>
                    <a:pt x="8203" y="958"/>
                  </a:lnTo>
                  <a:lnTo>
                    <a:pt x="8059" y="772"/>
                  </a:lnTo>
                  <a:lnTo>
                    <a:pt x="8059" y="772"/>
                  </a:lnTo>
                  <a:lnTo>
                    <a:pt x="7964" y="741"/>
                  </a:lnTo>
                  <a:lnTo>
                    <a:pt x="7942" y="719"/>
                  </a:lnTo>
                  <a:lnTo>
                    <a:pt x="7442" y="523"/>
                  </a:lnTo>
                  <a:close/>
                  <a:moveTo>
                    <a:pt x="7529" y="675"/>
                  </a:moveTo>
                  <a:lnTo>
                    <a:pt x="7812" y="936"/>
                  </a:lnTo>
                  <a:lnTo>
                    <a:pt x="7986" y="1132"/>
                  </a:lnTo>
                  <a:lnTo>
                    <a:pt x="7998" y="1144"/>
                  </a:lnTo>
                  <a:lnTo>
                    <a:pt x="7998" y="1144"/>
                  </a:lnTo>
                  <a:lnTo>
                    <a:pt x="8073" y="1176"/>
                  </a:lnTo>
                  <a:lnTo>
                    <a:pt x="7790" y="893"/>
                  </a:lnTo>
                  <a:lnTo>
                    <a:pt x="7768" y="871"/>
                  </a:lnTo>
                  <a:lnTo>
                    <a:pt x="7587" y="701"/>
                  </a:lnTo>
                  <a:lnTo>
                    <a:pt x="7587" y="701"/>
                  </a:lnTo>
                  <a:lnTo>
                    <a:pt x="7529" y="675"/>
                  </a:lnTo>
                  <a:close/>
                  <a:moveTo>
                    <a:pt x="7094" y="828"/>
                  </a:moveTo>
                  <a:lnTo>
                    <a:pt x="7094" y="849"/>
                  </a:lnTo>
                  <a:lnTo>
                    <a:pt x="7420" y="1176"/>
                  </a:lnTo>
                  <a:lnTo>
                    <a:pt x="7442" y="1197"/>
                  </a:lnTo>
                  <a:lnTo>
                    <a:pt x="7444" y="1199"/>
                  </a:lnTo>
                  <a:lnTo>
                    <a:pt x="7444" y="1199"/>
                  </a:lnTo>
                  <a:lnTo>
                    <a:pt x="7747" y="1306"/>
                  </a:lnTo>
                  <a:lnTo>
                    <a:pt x="7812" y="1328"/>
                  </a:lnTo>
                  <a:lnTo>
                    <a:pt x="8312" y="1524"/>
                  </a:lnTo>
                  <a:lnTo>
                    <a:pt x="8356" y="1524"/>
                  </a:lnTo>
                  <a:lnTo>
                    <a:pt x="8356" y="1502"/>
                  </a:lnTo>
                  <a:lnTo>
                    <a:pt x="7998" y="1144"/>
                  </a:lnTo>
                  <a:lnTo>
                    <a:pt x="7998" y="1144"/>
                  </a:lnTo>
                  <a:lnTo>
                    <a:pt x="7659" y="1002"/>
                  </a:lnTo>
                  <a:lnTo>
                    <a:pt x="7616" y="980"/>
                  </a:lnTo>
                  <a:lnTo>
                    <a:pt x="7116" y="828"/>
                  </a:lnTo>
                  <a:close/>
                  <a:moveTo>
                    <a:pt x="7377" y="1176"/>
                  </a:moveTo>
                  <a:lnTo>
                    <a:pt x="7616" y="1437"/>
                  </a:lnTo>
                  <a:lnTo>
                    <a:pt x="7638" y="1459"/>
                  </a:lnTo>
                  <a:lnTo>
                    <a:pt x="7726" y="1556"/>
                  </a:lnTo>
                  <a:lnTo>
                    <a:pt x="7726" y="1556"/>
                  </a:lnTo>
                  <a:lnTo>
                    <a:pt x="7790" y="1589"/>
                  </a:lnTo>
                  <a:lnTo>
                    <a:pt x="7444" y="1199"/>
                  </a:lnTo>
                  <a:lnTo>
                    <a:pt x="7444" y="1199"/>
                  </a:lnTo>
                  <a:lnTo>
                    <a:pt x="7377" y="1176"/>
                  </a:lnTo>
                  <a:close/>
                  <a:moveTo>
                    <a:pt x="6028" y="762"/>
                  </a:moveTo>
                  <a:lnTo>
                    <a:pt x="6028" y="784"/>
                  </a:lnTo>
                  <a:cubicBezTo>
                    <a:pt x="6193" y="937"/>
                    <a:pt x="6389" y="1112"/>
                    <a:pt x="6579" y="1279"/>
                  </a:cubicBezTo>
                  <a:lnTo>
                    <a:pt x="6579" y="1279"/>
                  </a:lnTo>
                  <a:cubicBezTo>
                    <a:pt x="6493" y="1242"/>
                    <a:pt x="6410" y="1207"/>
                    <a:pt x="6332" y="1176"/>
                  </a:cubicBezTo>
                  <a:lnTo>
                    <a:pt x="6332" y="1176"/>
                  </a:lnTo>
                  <a:cubicBezTo>
                    <a:pt x="6571" y="1349"/>
                    <a:pt x="6896" y="1653"/>
                    <a:pt x="7157" y="1870"/>
                  </a:cubicBezTo>
                  <a:lnTo>
                    <a:pt x="7157" y="1870"/>
                  </a:lnTo>
                  <a:lnTo>
                    <a:pt x="6876" y="1741"/>
                  </a:lnTo>
                  <a:lnTo>
                    <a:pt x="6854" y="1720"/>
                  </a:lnTo>
                  <a:lnTo>
                    <a:pt x="6376" y="1502"/>
                  </a:lnTo>
                  <a:lnTo>
                    <a:pt x="6354" y="1502"/>
                  </a:lnTo>
                  <a:lnTo>
                    <a:pt x="6354" y="1524"/>
                  </a:lnTo>
                  <a:lnTo>
                    <a:pt x="6746" y="1828"/>
                  </a:lnTo>
                  <a:lnTo>
                    <a:pt x="6767" y="1850"/>
                  </a:lnTo>
                  <a:lnTo>
                    <a:pt x="7165" y="2155"/>
                  </a:lnTo>
                  <a:lnTo>
                    <a:pt x="7165" y="2155"/>
                  </a:lnTo>
                  <a:lnTo>
                    <a:pt x="7659" y="2394"/>
                  </a:lnTo>
                  <a:lnTo>
                    <a:pt x="7703" y="2394"/>
                  </a:lnTo>
                  <a:lnTo>
                    <a:pt x="7703" y="2372"/>
                  </a:lnTo>
                  <a:lnTo>
                    <a:pt x="7181" y="1894"/>
                  </a:lnTo>
                  <a:lnTo>
                    <a:pt x="7159" y="1872"/>
                  </a:lnTo>
                  <a:cubicBezTo>
                    <a:pt x="7158" y="1871"/>
                    <a:pt x="7157" y="1871"/>
                    <a:pt x="7157" y="1870"/>
                  </a:cubicBezTo>
                  <a:lnTo>
                    <a:pt x="7157" y="1870"/>
                  </a:lnTo>
                  <a:lnTo>
                    <a:pt x="7398" y="1981"/>
                  </a:lnTo>
                  <a:lnTo>
                    <a:pt x="6985" y="1633"/>
                  </a:lnTo>
                  <a:lnTo>
                    <a:pt x="6963" y="1611"/>
                  </a:lnTo>
                  <a:cubicBezTo>
                    <a:pt x="6846" y="1512"/>
                    <a:pt x="6714" y="1397"/>
                    <a:pt x="6579" y="1279"/>
                  </a:cubicBezTo>
                  <a:lnTo>
                    <a:pt x="6579" y="1279"/>
                  </a:lnTo>
                  <a:cubicBezTo>
                    <a:pt x="6851" y="1397"/>
                    <a:pt x="7150" y="1538"/>
                    <a:pt x="7398" y="1654"/>
                  </a:cubicBezTo>
                  <a:lnTo>
                    <a:pt x="7420" y="1676"/>
                  </a:lnTo>
                  <a:lnTo>
                    <a:pt x="8051" y="1959"/>
                  </a:lnTo>
                  <a:lnTo>
                    <a:pt x="8073" y="1959"/>
                  </a:lnTo>
                  <a:lnTo>
                    <a:pt x="8073" y="1937"/>
                  </a:lnTo>
                  <a:lnTo>
                    <a:pt x="7726" y="1556"/>
                  </a:lnTo>
                  <a:lnTo>
                    <a:pt x="7726" y="1556"/>
                  </a:lnTo>
                  <a:lnTo>
                    <a:pt x="7290" y="1328"/>
                  </a:lnTo>
                  <a:lnTo>
                    <a:pt x="7246" y="1306"/>
                  </a:lnTo>
                  <a:cubicBezTo>
                    <a:pt x="6898" y="1154"/>
                    <a:pt x="6419" y="936"/>
                    <a:pt x="6049" y="762"/>
                  </a:cubicBezTo>
                  <a:close/>
                  <a:moveTo>
                    <a:pt x="5114" y="1197"/>
                  </a:moveTo>
                  <a:lnTo>
                    <a:pt x="5114" y="1219"/>
                  </a:lnTo>
                  <a:lnTo>
                    <a:pt x="5504" y="1617"/>
                  </a:lnTo>
                  <a:lnTo>
                    <a:pt x="5504" y="1617"/>
                  </a:lnTo>
                  <a:cubicBezTo>
                    <a:pt x="5452" y="1593"/>
                    <a:pt x="5402" y="1569"/>
                    <a:pt x="5353" y="1546"/>
                  </a:cubicBezTo>
                  <a:lnTo>
                    <a:pt x="5353" y="1546"/>
                  </a:lnTo>
                  <a:cubicBezTo>
                    <a:pt x="5651" y="1864"/>
                    <a:pt x="6031" y="2266"/>
                    <a:pt x="6332" y="2568"/>
                  </a:cubicBezTo>
                  <a:lnTo>
                    <a:pt x="6441" y="2568"/>
                  </a:lnTo>
                  <a:lnTo>
                    <a:pt x="6245" y="2372"/>
                  </a:lnTo>
                  <a:lnTo>
                    <a:pt x="6223" y="2351"/>
                  </a:lnTo>
                  <a:lnTo>
                    <a:pt x="5504" y="1617"/>
                  </a:lnTo>
                  <a:lnTo>
                    <a:pt x="5504" y="1617"/>
                  </a:lnTo>
                  <a:cubicBezTo>
                    <a:pt x="5893" y="1802"/>
                    <a:pt x="6357" y="2028"/>
                    <a:pt x="6702" y="2220"/>
                  </a:cubicBezTo>
                  <a:lnTo>
                    <a:pt x="6746" y="2264"/>
                  </a:lnTo>
                  <a:cubicBezTo>
                    <a:pt x="7050" y="2394"/>
                    <a:pt x="7420" y="2590"/>
                    <a:pt x="7725" y="2742"/>
                  </a:cubicBezTo>
                  <a:lnTo>
                    <a:pt x="7747" y="2742"/>
                  </a:lnTo>
                  <a:lnTo>
                    <a:pt x="7747" y="2721"/>
                  </a:lnTo>
                  <a:cubicBezTo>
                    <a:pt x="7524" y="2538"/>
                    <a:pt x="7225" y="2318"/>
                    <a:pt x="6992" y="2130"/>
                  </a:cubicBezTo>
                  <a:lnTo>
                    <a:pt x="6992" y="2130"/>
                  </a:lnTo>
                  <a:lnTo>
                    <a:pt x="7420" y="2351"/>
                  </a:lnTo>
                  <a:lnTo>
                    <a:pt x="7420" y="2351"/>
                  </a:lnTo>
                  <a:lnTo>
                    <a:pt x="7165" y="2155"/>
                  </a:lnTo>
                  <a:lnTo>
                    <a:pt x="7165" y="2155"/>
                  </a:lnTo>
                  <a:lnTo>
                    <a:pt x="6985" y="2068"/>
                  </a:lnTo>
                  <a:lnTo>
                    <a:pt x="6963" y="2046"/>
                  </a:lnTo>
                  <a:lnTo>
                    <a:pt x="6680" y="1894"/>
                  </a:lnTo>
                  <a:lnTo>
                    <a:pt x="6898" y="2068"/>
                  </a:lnTo>
                  <a:lnTo>
                    <a:pt x="6941" y="2090"/>
                  </a:lnTo>
                  <a:cubicBezTo>
                    <a:pt x="6958" y="2103"/>
                    <a:pt x="6975" y="2117"/>
                    <a:pt x="6992" y="2130"/>
                  </a:cubicBezTo>
                  <a:lnTo>
                    <a:pt x="6992" y="2130"/>
                  </a:lnTo>
                  <a:lnTo>
                    <a:pt x="6659" y="1959"/>
                  </a:lnTo>
                  <a:lnTo>
                    <a:pt x="6637" y="1937"/>
                  </a:lnTo>
                  <a:cubicBezTo>
                    <a:pt x="6158" y="1720"/>
                    <a:pt x="5571" y="1415"/>
                    <a:pt x="5136" y="1197"/>
                  </a:cubicBezTo>
                  <a:close/>
                  <a:moveTo>
                    <a:pt x="5745" y="2307"/>
                  </a:moveTo>
                  <a:lnTo>
                    <a:pt x="5745" y="2351"/>
                  </a:lnTo>
                  <a:lnTo>
                    <a:pt x="6006" y="2677"/>
                  </a:lnTo>
                  <a:lnTo>
                    <a:pt x="6028" y="2699"/>
                  </a:lnTo>
                  <a:lnTo>
                    <a:pt x="6289" y="2960"/>
                  </a:lnTo>
                  <a:lnTo>
                    <a:pt x="5962" y="2786"/>
                  </a:lnTo>
                  <a:lnTo>
                    <a:pt x="5919" y="2742"/>
                  </a:lnTo>
                  <a:lnTo>
                    <a:pt x="5549" y="2525"/>
                  </a:lnTo>
                  <a:lnTo>
                    <a:pt x="5505" y="2525"/>
                  </a:lnTo>
                  <a:lnTo>
                    <a:pt x="5505" y="2568"/>
                  </a:lnTo>
                  <a:lnTo>
                    <a:pt x="5810" y="2895"/>
                  </a:lnTo>
                  <a:lnTo>
                    <a:pt x="5854" y="2916"/>
                  </a:lnTo>
                  <a:lnTo>
                    <a:pt x="6202" y="3286"/>
                  </a:lnTo>
                  <a:lnTo>
                    <a:pt x="6202" y="3286"/>
                  </a:lnTo>
                  <a:lnTo>
                    <a:pt x="5723" y="3047"/>
                  </a:lnTo>
                  <a:lnTo>
                    <a:pt x="5701" y="3025"/>
                  </a:lnTo>
                  <a:lnTo>
                    <a:pt x="5462" y="2916"/>
                  </a:lnTo>
                  <a:lnTo>
                    <a:pt x="5440" y="2916"/>
                  </a:lnTo>
                  <a:lnTo>
                    <a:pt x="5440" y="2938"/>
                  </a:lnTo>
                  <a:lnTo>
                    <a:pt x="5592" y="3134"/>
                  </a:lnTo>
                  <a:lnTo>
                    <a:pt x="5614" y="3156"/>
                  </a:lnTo>
                  <a:lnTo>
                    <a:pt x="5767" y="3330"/>
                  </a:lnTo>
                  <a:lnTo>
                    <a:pt x="5571" y="3221"/>
                  </a:lnTo>
                  <a:lnTo>
                    <a:pt x="5549" y="3177"/>
                  </a:lnTo>
                  <a:lnTo>
                    <a:pt x="4831" y="2786"/>
                  </a:lnTo>
                  <a:lnTo>
                    <a:pt x="4809" y="2786"/>
                  </a:lnTo>
                  <a:lnTo>
                    <a:pt x="4809" y="2808"/>
                  </a:lnTo>
                  <a:lnTo>
                    <a:pt x="5136" y="3286"/>
                  </a:lnTo>
                  <a:cubicBezTo>
                    <a:pt x="4787" y="3069"/>
                    <a:pt x="4287" y="2808"/>
                    <a:pt x="3939" y="2612"/>
                  </a:cubicBezTo>
                  <a:lnTo>
                    <a:pt x="3917" y="2612"/>
                  </a:lnTo>
                  <a:lnTo>
                    <a:pt x="3917" y="2634"/>
                  </a:lnTo>
                  <a:cubicBezTo>
                    <a:pt x="4265" y="2938"/>
                    <a:pt x="4722" y="3352"/>
                    <a:pt x="5070" y="3656"/>
                  </a:cubicBezTo>
                  <a:lnTo>
                    <a:pt x="5114" y="3678"/>
                  </a:lnTo>
                  <a:lnTo>
                    <a:pt x="5462" y="4004"/>
                  </a:lnTo>
                  <a:lnTo>
                    <a:pt x="4940" y="3874"/>
                  </a:lnTo>
                  <a:lnTo>
                    <a:pt x="4896" y="3874"/>
                  </a:lnTo>
                  <a:cubicBezTo>
                    <a:pt x="4526" y="3787"/>
                    <a:pt x="4091" y="3656"/>
                    <a:pt x="3743" y="3547"/>
                  </a:cubicBezTo>
                  <a:lnTo>
                    <a:pt x="3721" y="3547"/>
                  </a:lnTo>
                  <a:lnTo>
                    <a:pt x="3721" y="3569"/>
                  </a:lnTo>
                  <a:cubicBezTo>
                    <a:pt x="3961" y="3765"/>
                    <a:pt x="4287" y="4026"/>
                    <a:pt x="4526" y="4244"/>
                  </a:cubicBezTo>
                  <a:lnTo>
                    <a:pt x="4570" y="4265"/>
                  </a:lnTo>
                  <a:cubicBezTo>
                    <a:pt x="4787" y="4461"/>
                    <a:pt x="5114" y="4701"/>
                    <a:pt x="5331" y="4918"/>
                  </a:cubicBezTo>
                  <a:cubicBezTo>
                    <a:pt x="5027" y="4809"/>
                    <a:pt x="4613" y="4679"/>
                    <a:pt x="4309" y="4548"/>
                  </a:cubicBezTo>
                  <a:lnTo>
                    <a:pt x="4287" y="4526"/>
                  </a:lnTo>
                  <a:cubicBezTo>
                    <a:pt x="3830" y="4352"/>
                    <a:pt x="3199" y="4135"/>
                    <a:pt x="2764" y="3983"/>
                  </a:cubicBezTo>
                  <a:lnTo>
                    <a:pt x="2742" y="3983"/>
                  </a:lnTo>
                  <a:lnTo>
                    <a:pt x="2742" y="4004"/>
                  </a:lnTo>
                  <a:cubicBezTo>
                    <a:pt x="3156" y="4244"/>
                    <a:pt x="3656" y="4548"/>
                    <a:pt x="4069" y="4788"/>
                  </a:cubicBezTo>
                  <a:lnTo>
                    <a:pt x="4091" y="4809"/>
                  </a:lnTo>
                  <a:lnTo>
                    <a:pt x="4156" y="4853"/>
                  </a:lnTo>
                  <a:lnTo>
                    <a:pt x="4026" y="4853"/>
                  </a:lnTo>
                  <a:lnTo>
                    <a:pt x="3547" y="4788"/>
                  </a:lnTo>
                  <a:lnTo>
                    <a:pt x="3525" y="4788"/>
                  </a:lnTo>
                  <a:lnTo>
                    <a:pt x="3525" y="4809"/>
                  </a:lnTo>
                  <a:lnTo>
                    <a:pt x="3700" y="5201"/>
                  </a:lnTo>
                  <a:lnTo>
                    <a:pt x="3721" y="5223"/>
                  </a:lnTo>
                  <a:lnTo>
                    <a:pt x="3765" y="5353"/>
                  </a:lnTo>
                  <a:lnTo>
                    <a:pt x="3612" y="5332"/>
                  </a:lnTo>
                  <a:lnTo>
                    <a:pt x="3547" y="5332"/>
                  </a:lnTo>
                  <a:lnTo>
                    <a:pt x="3177" y="5244"/>
                  </a:lnTo>
                  <a:lnTo>
                    <a:pt x="3156" y="5244"/>
                  </a:lnTo>
                  <a:lnTo>
                    <a:pt x="3156" y="5288"/>
                  </a:lnTo>
                  <a:lnTo>
                    <a:pt x="3330" y="5614"/>
                  </a:lnTo>
                  <a:lnTo>
                    <a:pt x="3373" y="5636"/>
                  </a:lnTo>
                  <a:lnTo>
                    <a:pt x="3482" y="5832"/>
                  </a:lnTo>
                  <a:lnTo>
                    <a:pt x="3482" y="5832"/>
                  </a:lnTo>
                  <a:lnTo>
                    <a:pt x="3221" y="5788"/>
                  </a:lnTo>
                  <a:lnTo>
                    <a:pt x="3177" y="5788"/>
                  </a:lnTo>
                  <a:lnTo>
                    <a:pt x="2894" y="5767"/>
                  </a:lnTo>
                  <a:lnTo>
                    <a:pt x="2873" y="5767"/>
                  </a:lnTo>
                  <a:lnTo>
                    <a:pt x="2873" y="5788"/>
                  </a:lnTo>
                  <a:lnTo>
                    <a:pt x="2981" y="6006"/>
                  </a:lnTo>
                  <a:lnTo>
                    <a:pt x="3003" y="6050"/>
                  </a:lnTo>
                  <a:lnTo>
                    <a:pt x="3112" y="6267"/>
                  </a:lnTo>
                  <a:lnTo>
                    <a:pt x="2851" y="6289"/>
                  </a:lnTo>
                  <a:lnTo>
                    <a:pt x="2786" y="6289"/>
                  </a:lnTo>
                  <a:lnTo>
                    <a:pt x="2503" y="6311"/>
                  </a:lnTo>
                  <a:lnTo>
                    <a:pt x="2459" y="6332"/>
                  </a:lnTo>
                  <a:lnTo>
                    <a:pt x="2459" y="6376"/>
                  </a:lnTo>
                  <a:lnTo>
                    <a:pt x="2633" y="6528"/>
                  </a:lnTo>
                  <a:lnTo>
                    <a:pt x="2655" y="6550"/>
                  </a:lnTo>
                  <a:lnTo>
                    <a:pt x="3090" y="7029"/>
                  </a:lnTo>
                  <a:lnTo>
                    <a:pt x="3090" y="7029"/>
                  </a:lnTo>
                  <a:lnTo>
                    <a:pt x="2503" y="6811"/>
                  </a:lnTo>
                  <a:lnTo>
                    <a:pt x="2459" y="6768"/>
                  </a:lnTo>
                  <a:cubicBezTo>
                    <a:pt x="2024" y="6615"/>
                    <a:pt x="1437" y="6398"/>
                    <a:pt x="1001" y="6202"/>
                  </a:cubicBezTo>
                  <a:lnTo>
                    <a:pt x="980" y="6224"/>
                  </a:lnTo>
                  <a:lnTo>
                    <a:pt x="980" y="6267"/>
                  </a:lnTo>
                  <a:cubicBezTo>
                    <a:pt x="1371" y="6506"/>
                    <a:pt x="1894" y="6811"/>
                    <a:pt x="2307" y="7050"/>
                  </a:cubicBezTo>
                  <a:lnTo>
                    <a:pt x="2329" y="7072"/>
                  </a:lnTo>
                  <a:lnTo>
                    <a:pt x="2873" y="7399"/>
                  </a:lnTo>
                  <a:lnTo>
                    <a:pt x="2285" y="7181"/>
                  </a:lnTo>
                  <a:lnTo>
                    <a:pt x="2242" y="7159"/>
                  </a:lnTo>
                  <a:cubicBezTo>
                    <a:pt x="1872" y="7029"/>
                    <a:pt x="1371" y="6833"/>
                    <a:pt x="1001" y="6702"/>
                  </a:cubicBezTo>
                  <a:lnTo>
                    <a:pt x="980" y="6702"/>
                  </a:lnTo>
                  <a:lnTo>
                    <a:pt x="980" y="6724"/>
                  </a:lnTo>
                  <a:cubicBezTo>
                    <a:pt x="1241" y="7050"/>
                    <a:pt x="1632" y="7486"/>
                    <a:pt x="1915" y="7812"/>
                  </a:cubicBezTo>
                  <a:lnTo>
                    <a:pt x="1632" y="7747"/>
                  </a:lnTo>
                  <a:lnTo>
                    <a:pt x="1589" y="7790"/>
                  </a:lnTo>
                  <a:lnTo>
                    <a:pt x="1589" y="7812"/>
                  </a:lnTo>
                  <a:lnTo>
                    <a:pt x="1807" y="8073"/>
                  </a:lnTo>
                  <a:lnTo>
                    <a:pt x="1850" y="8117"/>
                  </a:lnTo>
                  <a:lnTo>
                    <a:pt x="2002" y="8334"/>
                  </a:lnTo>
                  <a:lnTo>
                    <a:pt x="2002" y="8334"/>
                  </a:lnTo>
                  <a:lnTo>
                    <a:pt x="1763" y="8269"/>
                  </a:lnTo>
                  <a:lnTo>
                    <a:pt x="1741" y="8269"/>
                  </a:lnTo>
                  <a:lnTo>
                    <a:pt x="1545" y="8247"/>
                  </a:lnTo>
                  <a:lnTo>
                    <a:pt x="1524" y="8269"/>
                  </a:lnTo>
                  <a:lnTo>
                    <a:pt x="1524" y="8291"/>
                  </a:lnTo>
                  <a:lnTo>
                    <a:pt x="1654" y="8508"/>
                  </a:lnTo>
                  <a:lnTo>
                    <a:pt x="1676" y="8573"/>
                  </a:lnTo>
                  <a:lnTo>
                    <a:pt x="1698" y="8617"/>
                  </a:lnTo>
                  <a:lnTo>
                    <a:pt x="1589" y="8617"/>
                  </a:lnTo>
                  <a:lnTo>
                    <a:pt x="1371" y="8661"/>
                  </a:lnTo>
                  <a:lnTo>
                    <a:pt x="1350" y="8682"/>
                  </a:lnTo>
                  <a:lnTo>
                    <a:pt x="1350" y="8704"/>
                  </a:lnTo>
                  <a:lnTo>
                    <a:pt x="1480" y="8987"/>
                  </a:lnTo>
                  <a:lnTo>
                    <a:pt x="1524" y="9030"/>
                  </a:lnTo>
                  <a:lnTo>
                    <a:pt x="1589" y="9204"/>
                  </a:lnTo>
                  <a:lnTo>
                    <a:pt x="1589" y="9204"/>
                  </a:lnTo>
                  <a:lnTo>
                    <a:pt x="1480" y="9139"/>
                  </a:lnTo>
                  <a:lnTo>
                    <a:pt x="1458" y="9117"/>
                  </a:lnTo>
                  <a:cubicBezTo>
                    <a:pt x="1110" y="8943"/>
                    <a:pt x="653" y="8726"/>
                    <a:pt x="327" y="8573"/>
                  </a:cubicBezTo>
                  <a:lnTo>
                    <a:pt x="283" y="8573"/>
                  </a:lnTo>
                  <a:lnTo>
                    <a:pt x="283" y="8595"/>
                  </a:lnTo>
                  <a:cubicBezTo>
                    <a:pt x="610" y="8900"/>
                    <a:pt x="1023" y="9270"/>
                    <a:pt x="1350" y="9574"/>
                  </a:cubicBezTo>
                  <a:lnTo>
                    <a:pt x="1371" y="9596"/>
                  </a:lnTo>
                  <a:lnTo>
                    <a:pt x="1915" y="10118"/>
                  </a:lnTo>
                  <a:lnTo>
                    <a:pt x="1915" y="10118"/>
                  </a:lnTo>
                  <a:lnTo>
                    <a:pt x="1328" y="9857"/>
                  </a:lnTo>
                  <a:lnTo>
                    <a:pt x="1306" y="9814"/>
                  </a:lnTo>
                  <a:cubicBezTo>
                    <a:pt x="914" y="9661"/>
                    <a:pt x="392" y="9422"/>
                    <a:pt x="22" y="9248"/>
                  </a:cubicBezTo>
                  <a:lnTo>
                    <a:pt x="1" y="9248"/>
                  </a:lnTo>
                  <a:lnTo>
                    <a:pt x="1" y="9270"/>
                  </a:lnTo>
                  <a:cubicBezTo>
                    <a:pt x="371" y="9574"/>
                    <a:pt x="871" y="9966"/>
                    <a:pt x="1241" y="10227"/>
                  </a:cubicBezTo>
                  <a:lnTo>
                    <a:pt x="1263" y="10249"/>
                  </a:lnTo>
                  <a:lnTo>
                    <a:pt x="1589" y="10510"/>
                  </a:lnTo>
                  <a:lnTo>
                    <a:pt x="1263" y="10423"/>
                  </a:lnTo>
                  <a:lnTo>
                    <a:pt x="1241" y="10423"/>
                  </a:lnTo>
                  <a:cubicBezTo>
                    <a:pt x="1045" y="10358"/>
                    <a:pt x="784" y="10292"/>
                    <a:pt x="588" y="10227"/>
                  </a:cubicBezTo>
                  <a:lnTo>
                    <a:pt x="588" y="10249"/>
                  </a:lnTo>
                  <a:lnTo>
                    <a:pt x="610" y="10292"/>
                  </a:lnTo>
                  <a:cubicBezTo>
                    <a:pt x="806" y="10336"/>
                    <a:pt x="1089" y="10423"/>
                    <a:pt x="1263" y="10466"/>
                  </a:cubicBezTo>
                  <a:lnTo>
                    <a:pt x="1306" y="10466"/>
                  </a:lnTo>
                  <a:lnTo>
                    <a:pt x="1698" y="10575"/>
                  </a:lnTo>
                  <a:lnTo>
                    <a:pt x="1741" y="10575"/>
                  </a:lnTo>
                  <a:lnTo>
                    <a:pt x="1698" y="10553"/>
                  </a:lnTo>
                  <a:lnTo>
                    <a:pt x="1306" y="10249"/>
                  </a:lnTo>
                  <a:lnTo>
                    <a:pt x="1263" y="10227"/>
                  </a:lnTo>
                  <a:cubicBezTo>
                    <a:pt x="936" y="9988"/>
                    <a:pt x="501" y="9640"/>
                    <a:pt x="175" y="9379"/>
                  </a:cubicBezTo>
                  <a:lnTo>
                    <a:pt x="175" y="9379"/>
                  </a:lnTo>
                  <a:cubicBezTo>
                    <a:pt x="545" y="9553"/>
                    <a:pt x="980" y="9748"/>
                    <a:pt x="1328" y="9901"/>
                  </a:cubicBezTo>
                  <a:lnTo>
                    <a:pt x="1350" y="9922"/>
                  </a:lnTo>
                  <a:lnTo>
                    <a:pt x="2068" y="10249"/>
                  </a:lnTo>
                  <a:lnTo>
                    <a:pt x="2089" y="10249"/>
                  </a:lnTo>
                  <a:lnTo>
                    <a:pt x="2089" y="10227"/>
                  </a:lnTo>
                  <a:cubicBezTo>
                    <a:pt x="1894" y="10031"/>
                    <a:pt x="1632" y="9792"/>
                    <a:pt x="1437" y="9640"/>
                  </a:cubicBezTo>
                  <a:lnTo>
                    <a:pt x="1415" y="9596"/>
                  </a:lnTo>
                  <a:cubicBezTo>
                    <a:pt x="1132" y="9335"/>
                    <a:pt x="762" y="9009"/>
                    <a:pt x="479" y="8726"/>
                  </a:cubicBezTo>
                  <a:lnTo>
                    <a:pt x="479" y="8726"/>
                  </a:lnTo>
                  <a:cubicBezTo>
                    <a:pt x="784" y="8878"/>
                    <a:pt x="1197" y="9096"/>
                    <a:pt x="1524" y="9226"/>
                  </a:cubicBezTo>
                  <a:lnTo>
                    <a:pt x="1545" y="9248"/>
                  </a:lnTo>
                  <a:lnTo>
                    <a:pt x="1698" y="9335"/>
                  </a:lnTo>
                  <a:lnTo>
                    <a:pt x="1741" y="9335"/>
                  </a:lnTo>
                  <a:lnTo>
                    <a:pt x="1741" y="9313"/>
                  </a:lnTo>
                  <a:lnTo>
                    <a:pt x="1589" y="9052"/>
                  </a:lnTo>
                  <a:lnTo>
                    <a:pt x="1567" y="9009"/>
                  </a:lnTo>
                  <a:lnTo>
                    <a:pt x="1458" y="8791"/>
                  </a:lnTo>
                  <a:lnTo>
                    <a:pt x="1654" y="8769"/>
                  </a:lnTo>
                  <a:lnTo>
                    <a:pt x="1850" y="8769"/>
                  </a:lnTo>
                  <a:lnTo>
                    <a:pt x="1872" y="8726"/>
                  </a:lnTo>
                  <a:lnTo>
                    <a:pt x="1872" y="8704"/>
                  </a:lnTo>
                  <a:lnTo>
                    <a:pt x="1785" y="8595"/>
                  </a:lnTo>
                  <a:lnTo>
                    <a:pt x="1763" y="8552"/>
                  </a:lnTo>
                  <a:lnTo>
                    <a:pt x="1676" y="8399"/>
                  </a:lnTo>
                  <a:lnTo>
                    <a:pt x="1676" y="8399"/>
                  </a:lnTo>
                  <a:lnTo>
                    <a:pt x="1807" y="8443"/>
                  </a:lnTo>
                  <a:lnTo>
                    <a:pt x="1850" y="8443"/>
                  </a:lnTo>
                  <a:lnTo>
                    <a:pt x="2133" y="8486"/>
                  </a:lnTo>
                  <a:lnTo>
                    <a:pt x="2176" y="8465"/>
                  </a:lnTo>
                  <a:lnTo>
                    <a:pt x="2176" y="8443"/>
                  </a:lnTo>
                  <a:lnTo>
                    <a:pt x="1959" y="8138"/>
                  </a:lnTo>
                  <a:lnTo>
                    <a:pt x="1915" y="8117"/>
                  </a:lnTo>
                  <a:lnTo>
                    <a:pt x="1763" y="7899"/>
                  </a:lnTo>
                  <a:lnTo>
                    <a:pt x="2002" y="7942"/>
                  </a:lnTo>
                  <a:lnTo>
                    <a:pt x="2111" y="7942"/>
                  </a:lnTo>
                  <a:lnTo>
                    <a:pt x="2133" y="7921"/>
                  </a:lnTo>
                  <a:lnTo>
                    <a:pt x="2133" y="7899"/>
                  </a:lnTo>
                  <a:lnTo>
                    <a:pt x="2111" y="7855"/>
                  </a:lnTo>
                  <a:lnTo>
                    <a:pt x="2089" y="7834"/>
                  </a:lnTo>
                  <a:cubicBezTo>
                    <a:pt x="1807" y="7529"/>
                    <a:pt x="1480" y="7137"/>
                    <a:pt x="1219" y="6833"/>
                  </a:cubicBezTo>
                  <a:lnTo>
                    <a:pt x="1219" y="6833"/>
                  </a:lnTo>
                  <a:cubicBezTo>
                    <a:pt x="1567" y="6963"/>
                    <a:pt x="2002" y="7137"/>
                    <a:pt x="2351" y="7246"/>
                  </a:cubicBezTo>
                  <a:lnTo>
                    <a:pt x="2394" y="7268"/>
                  </a:lnTo>
                  <a:cubicBezTo>
                    <a:pt x="2655" y="7377"/>
                    <a:pt x="3003" y="7486"/>
                    <a:pt x="3264" y="7594"/>
                  </a:cubicBezTo>
                  <a:lnTo>
                    <a:pt x="3286" y="7573"/>
                  </a:lnTo>
                  <a:lnTo>
                    <a:pt x="3286" y="7529"/>
                  </a:lnTo>
                  <a:lnTo>
                    <a:pt x="2459" y="7072"/>
                  </a:lnTo>
                  <a:lnTo>
                    <a:pt x="2438" y="7050"/>
                  </a:lnTo>
                  <a:cubicBezTo>
                    <a:pt x="2111" y="6855"/>
                    <a:pt x="1698" y="6615"/>
                    <a:pt x="1371" y="6419"/>
                  </a:cubicBezTo>
                  <a:lnTo>
                    <a:pt x="1371" y="6419"/>
                  </a:lnTo>
                  <a:cubicBezTo>
                    <a:pt x="1741" y="6550"/>
                    <a:pt x="2198" y="6724"/>
                    <a:pt x="2525" y="6855"/>
                  </a:cubicBezTo>
                  <a:lnTo>
                    <a:pt x="2546" y="6876"/>
                  </a:lnTo>
                  <a:lnTo>
                    <a:pt x="3264" y="7159"/>
                  </a:lnTo>
                  <a:lnTo>
                    <a:pt x="3286" y="7159"/>
                  </a:lnTo>
                  <a:lnTo>
                    <a:pt x="3286" y="7137"/>
                  </a:lnTo>
                  <a:lnTo>
                    <a:pt x="2764" y="6550"/>
                  </a:lnTo>
                  <a:lnTo>
                    <a:pt x="2742" y="6528"/>
                  </a:lnTo>
                  <a:lnTo>
                    <a:pt x="2633" y="6398"/>
                  </a:lnTo>
                  <a:lnTo>
                    <a:pt x="2894" y="6398"/>
                  </a:lnTo>
                  <a:lnTo>
                    <a:pt x="3221" y="6376"/>
                  </a:lnTo>
                  <a:lnTo>
                    <a:pt x="3264" y="6332"/>
                  </a:lnTo>
                  <a:lnTo>
                    <a:pt x="3264" y="6311"/>
                  </a:lnTo>
                  <a:lnTo>
                    <a:pt x="3112" y="6050"/>
                  </a:lnTo>
                  <a:lnTo>
                    <a:pt x="3090" y="6006"/>
                  </a:lnTo>
                  <a:lnTo>
                    <a:pt x="3003" y="5854"/>
                  </a:lnTo>
                  <a:lnTo>
                    <a:pt x="3199" y="5875"/>
                  </a:lnTo>
                  <a:lnTo>
                    <a:pt x="3264" y="5875"/>
                  </a:lnTo>
                  <a:lnTo>
                    <a:pt x="3547" y="5897"/>
                  </a:lnTo>
                  <a:lnTo>
                    <a:pt x="3591" y="5897"/>
                  </a:lnTo>
                  <a:lnTo>
                    <a:pt x="3591" y="5875"/>
                  </a:lnTo>
                  <a:lnTo>
                    <a:pt x="3438" y="5636"/>
                  </a:lnTo>
                  <a:lnTo>
                    <a:pt x="3417" y="5614"/>
                  </a:lnTo>
                  <a:lnTo>
                    <a:pt x="3286" y="5332"/>
                  </a:lnTo>
                  <a:lnTo>
                    <a:pt x="3591" y="5419"/>
                  </a:lnTo>
                  <a:lnTo>
                    <a:pt x="3634" y="5419"/>
                  </a:lnTo>
                  <a:lnTo>
                    <a:pt x="3874" y="5462"/>
                  </a:lnTo>
                  <a:lnTo>
                    <a:pt x="3917" y="5462"/>
                  </a:lnTo>
                  <a:lnTo>
                    <a:pt x="3917" y="5440"/>
                  </a:lnTo>
                  <a:lnTo>
                    <a:pt x="3830" y="5223"/>
                  </a:lnTo>
                  <a:lnTo>
                    <a:pt x="3808" y="5201"/>
                  </a:lnTo>
                  <a:lnTo>
                    <a:pt x="3678" y="4875"/>
                  </a:lnTo>
                  <a:lnTo>
                    <a:pt x="4048" y="4918"/>
                  </a:lnTo>
                  <a:lnTo>
                    <a:pt x="4113" y="4918"/>
                  </a:lnTo>
                  <a:lnTo>
                    <a:pt x="4330" y="4962"/>
                  </a:lnTo>
                  <a:lnTo>
                    <a:pt x="4352" y="4918"/>
                  </a:lnTo>
                  <a:lnTo>
                    <a:pt x="4352" y="4896"/>
                  </a:lnTo>
                  <a:lnTo>
                    <a:pt x="4178" y="4809"/>
                  </a:lnTo>
                  <a:lnTo>
                    <a:pt x="4156" y="4788"/>
                  </a:lnTo>
                  <a:cubicBezTo>
                    <a:pt x="3830" y="4592"/>
                    <a:pt x="3395" y="4352"/>
                    <a:pt x="3069" y="4157"/>
                  </a:cubicBezTo>
                  <a:lnTo>
                    <a:pt x="3069" y="4157"/>
                  </a:lnTo>
                  <a:cubicBezTo>
                    <a:pt x="3438" y="4309"/>
                    <a:pt x="3939" y="4483"/>
                    <a:pt x="4330" y="4635"/>
                  </a:cubicBezTo>
                  <a:lnTo>
                    <a:pt x="4352" y="4657"/>
                  </a:lnTo>
                  <a:cubicBezTo>
                    <a:pt x="4700" y="4788"/>
                    <a:pt x="5157" y="4962"/>
                    <a:pt x="5505" y="5092"/>
                  </a:cubicBezTo>
                  <a:lnTo>
                    <a:pt x="5549" y="5092"/>
                  </a:lnTo>
                  <a:lnTo>
                    <a:pt x="5549" y="5070"/>
                  </a:lnTo>
                  <a:cubicBezTo>
                    <a:pt x="5266" y="4853"/>
                    <a:pt x="4918" y="4548"/>
                    <a:pt x="4679" y="4331"/>
                  </a:cubicBezTo>
                  <a:lnTo>
                    <a:pt x="4635" y="4309"/>
                  </a:lnTo>
                  <a:cubicBezTo>
                    <a:pt x="4418" y="4113"/>
                    <a:pt x="4156" y="3895"/>
                    <a:pt x="3939" y="3700"/>
                  </a:cubicBezTo>
                  <a:lnTo>
                    <a:pt x="3939" y="3700"/>
                  </a:lnTo>
                  <a:cubicBezTo>
                    <a:pt x="4243" y="3787"/>
                    <a:pt x="4635" y="3895"/>
                    <a:pt x="4940" y="3983"/>
                  </a:cubicBezTo>
                  <a:lnTo>
                    <a:pt x="5005" y="3983"/>
                  </a:lnTo>
                  <a:lnTo>
                    <a:pt x="5658" y="4157"/>
                  </a:lnTo>
                  <a:lnTo>
                    <a:pt x="5680" y="4157"/>
                  </a:lnTo>
                  <a:lnTo>
                    <a:pt x="5680" y="4135"/>
                  </a:lnTo>
                  <a:lnTo>
                    <a:pt x="5244" y="3765"/>
                  </a:lnTo>
                  <a:lnTo>
                    <a:pt x="5223" y="3721"/>
                  </a:lnTo>
                  <a:cubicBezTo>
                    <a:pt x="4918" y="3482"/>
                    <a:pt x="4526" y="3134"/>
                    <a:pt x="4265" y="2895"/>
                  </a:cubicBezTo>
                  <a:lnTo>
                    <a:pt x="4265" y="2895"/>
                  </a:lnTo>
                  <a:cubicBezTo>
                    <a:pt x="4592" y="3069"/>
                    <a:pt x="5005" y="3330"/>
                    <a:pt x="5331" y="3504"/>
                  </a:cubicBezTo>
                  <a:lnTo>
                    <a:pt x="5353" y="3504"/>
                  </a:lnTo>
                  <a:lnTo>
                    <a:pt x="5353" y="3482"/>
                  </a:lnTo>
                  <a:lnTo>
                    <a:pt x="5027" y="3003"/>
                  </a:lnTo>
                  <a:lnTo>
                    <a:pt x="5027" y="3003"/>
                  </a:lnTo>
                  <a:lnTo>
                    <a:pt x="5614" y="3352"/>
                  </a:lnTo>
                  <a:lnTo>
                    <a:pt x="5658" y="3373"/>
                  </a:lnTo>
                  <a:lnTo>
                    <a:pt x="5984" y="3569"/>
                  </a:lnTo>
                  <a:lnTo>
                    <a:pt x="6006" y="3569"/>
                  </a:lnTo>
                  <a:lnTo>
                    <a:pt x="6006" y="3547"/>
                  </a:lnTo>
                  <a:lnTo>
                    <a:pt x="5767" y="3264"/>
                  </a:lnTo>
                  <a:lnTo>
                    <a:pt x="5745" y="3243"/>
                  </a:lnTo>
                  <a:lnTo>
                    <a:pt x="5658" y="3134"/>
                  </a:lnTo>
                  <a:lnTo>
                    <a:pt x="5788" y="3177"/>
                  </a:lnTo>
                  <a:lnTo>
                    <a:pt x="5810" y="3221"/>
                  </a:lnTo>
                  <a:lnTo>
                    <a:pt x="6419" y="3504"/>
                  </a:lnTo>
                  <a:lnTo>
                    <a:pt x="6441" y="3504"/>
                  </a:lnTo>
                  <a:lnTo>
                    <a:pt x="6441" y="3482"/>
                  </a:lnTo>
                  <a:lnTo>
                    <a:pt x="6006" y="3025"/>
                  </a:lnTo>
                  <a:lnTo>
                    <a:pt x="5984" y="3003"/>
                  </a:lnTo>
                  <a:lnTo>
                    <a:pt x="5788" y="2764"/>
                  </a:lnTo>
                  <a:lnTo>
                    <a:pt x="6028" y="2916"/>
                  </a:lnTo>
                  <a:lnTo>
                    <a:pt x="6071" y="2938"/>
                  </a:lnTo>
                  <a:lnTo>
                    <a:pt x="6528" y="3221"/>
                  </a:lnTo>
                  <a:lnTo>
                    <a:pt x="6550" y="3221"/>
                  </a:lnTo>
                  <a:lnTo>
                    <a:pt x="6550" y="3177"/>
                  </a:lnTo>
                  <a:lnTo>
                    <a:pt x="6223" y="2808"/>
                  </a:lnTo>
                  <a:lnTo>
                    <a:pt x="6202" y="2764"/>
                  </a:lnTo>
                  <a:lnTo>
                    <a:pt x="6006" y="2546"/>
                  </a:lnTo>
                  <a:lnTo>
                    <a:pt x="6245" y="2699"/>
                  </a:lnTo>
                  <a:lnTo>
                    <a:pt x="6289" y="2721"/>
                  </a:lnTo>
                  <a:lnTo>
                    <a:pt x="6659" y="2938"/>
                  </a:lnTo>
                  <a:lnTo>
                    <a:pt x="6680" y="2938"/>
                  </a:lnTo>
                  <a:lnTo>
                    <a:pt x="6680" y="2916"/>
                  </a:lnTo>
                  <a:lnTo>
                    <a:pt x="6398" y="2612"/>
                  </a:lnTo>
                  <a:lnTo>
                    <a:pt x="6354" y="2590"/>
                  </a:lnTo>
                  <a:cubicBezTo>
                    <a:pt x="6347" y="2583"/>
                    <a:pt x="6340" y="2576"/>
                    <a:pt x="6332" y="2568"/>
                  </a:cubicBezTo>
                  <a:lnTo>
                    <a:pt x="6180" y="2568"/>
                  </a:lnTo>
                  <a:lnTo>
                    <a:pt x="6136" y="2525"/>
                  </a:lnTo>
                  <a:lnTo>
                    <a:pt x="5767" y="230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7"/>
            <p:cNvSpPr/>
            <p:nvPr/>
          </p:nvSpPr>
          <p:spPr>
            <a:xfrm>
              <a:off x="6387650" y="3036925"/>
              <a:ext cx="215425" cy="268175"/>
            </a:xfrm>
            <a:custGeom>
              <a:rect b="b" l="l" r="r" t="t"/>
              <a:pathLst>
                <a:path extrusionOk="0" h="10727" w="8617">
                  <a:moveTo>
                    <a:pt x="7376" y="0"/>
                  </a:moveTo>
                  <a:lnTo>
                    <a:pt x="7376" y="22"/>
                  </a:lnTo>
                  <a:cubicBezTo>
                    <a:pt x="7442" y="174"/>
                    <a:pt x="7594" y="348"/>
                    <a:pt x="7659" y="501"/>
                  </a:cubicBezTo>
                  <a:lnTo>
                    <a:pt x="7050" y="327"/>
                  </a:lnTo>
                  <a:lnTo>
                    <a:pt x="7007" y="327"/>
                  </a:lnTo>
                  <a:lnTo>
                    <a:pt x="7007" y="348"/>
                  </a:lnTo>
                  <a:lnTo>
                    <a:pt x="7507" y="631"/>
                  </a:lnTo>
                  <a:lnTo>
                    <a:pt x="7529" y="653"/>
                  </a:lnTo>
                  <a:lnTo>
                    <a:pt x="8290" y="1088"/>
                  </a:lnTo>
                  <a:lnTo>
                    <a:pt x="7442" y="740"/>
                  </a:lnTo>
                  <a:lnTo>
                    <a:pt x="7420" y="718"/>
                  </a:lnTo>
                  <a:cubicBezTo>
                    <a:pt x="6963" y="522"/>
                    <a:pt x="6354" y="283"/>
                    <a:pt x="5919" y="87"/>
                  </a:cubicBezTo>
                  <a:lnTo>
                    <a:pt x="5897" y="87"/>
                  </a:lnTo>
                  <a:lnTo>
                    <a:pt x="5897" y="109"/>
                  </a:lnTo>
                  <a:cubicBezTo>
                    <a:pt x="6245" y="392"/>
                    <a:pt x="6745" y="762"/>
                    <a:pt x="7094" y="1045"/>
                  </a:cubicBezTo>
                  <a:lnTo>
                    <a:pt x="7115" y="1066"/>
                  </a:lnTo>
                  <a:lnTo>
                    <a:pt x="7550" y="1414"/>
                  </a:lnTo>
                  <a:lnTo>
                    <a:pt x="7550" y="1414"/>
                  </a:lnTo>
                  <a:lnTo>
                    <a:pt x="6963" y="1219"/>
                  </a:lnTo>
                  <a:lnTo>
                    <a:pt x="6898" y="1197"/>
                  </a:lnTo>
                  <a:cubicBezTo>
                    <a:pt x="6593" y="1088"/>
                    <a:pt x="6201" y="958"/>
                    <a:pt x="5875" y="849"/>
                  </a:cubicBezTo>
                  <a:lnTo>
                    <a:pt x="5832" y="849"/>
                  </a:lnTo>
                  <a:lnTo>
                    <a:pt x="5832" y="870"/>
                  </a:lnTo>
                  <a:cubicBezTo>
                    <a:pt x="6049" y="1066"/>
                    <a:pt x="6354" y="1306"/>
                    <a:pt x="6571" y="1480"/>
                  </a:cubicBezTo>
                  <a:lnTo>
                    <a:pt x="6615" y="1501"/>
                  </a:lnTo>
                  <a:cubicBezTo>
                    <a:pt x="6811" y="1654"/>
                    <a:pt x="7094" y="1915"/>
                    <a:pt x="7311" y="2067"/>
                  </a:cubicBezTo>
                  <a:lnTo>
                    <a:pt x="6506" y="1610"/>
                  </a:lnTo>
                  <a:lnTo>
                    <a:pt x="6463" y="1589"/>
                  </a:lnTo>
                  <a:lnTo>
                    <a:pt x="6245" y="1436"/>
                  </a:lnTo>
                  <a:lnTo>
                    <a:pt x="6223" y="1436"/>
                  </a:lnTo>
                  <a:lnTo>
                    <a:pt x="6223" y="1480"/>
                  </a:lnTo>
                  <a:lnTo>
                    <a:pt x="6354" y="1654"/>
                  </a:lnTo>
                  <a:lnTo>
                    <a:pt x="6397" y="1697"/>
                  </a:lnTo>
                  <a:lnTo>
                    <a:pt x="6571" y="1937"/>
                  </a:lnTo>
                  <a:lnTo>
                    <a:pt x="6571" y="1937"/>
                  </a:lnTo>
                  <a:lnTo>
                    <a:pt x="6310" y="1763"/>
                  </a:lnTo>
                  <a:lnTo>
                    <a:pt x="6288" y="1741"/>
                  </a:lnTo>
                  <a:lnTo>
                    <a:pt x="5636" y="1371"/>
                  </a:lnTo>
                  <a:lnTo>
                    <a:pt x="5592" y="1371"/>
                  </a:lnTo>
                  <a:lnTo>
                    <a:pt x="5592" y="1393"/>
                  </a:lnTo>
                  <a:lnTo>
                    <a:pt x="5962" y="1763"/>
                  </a:lnTo>
                  <a:lnTo>
                    <a:pt x="5201" y="1393"/>
                  </a:lnTo>
                  <a:lnTo>
                    <a:pt x="5157" y="1393"/>
                  </a:lnTo>
                  <a:lnTo>
                    <a:pt x="5157" y="1414"/>
                  </a:lnTo>
                  <a:cubicBezTo>
                    <a:pt x="5353" y="1632"/>
                    <a:pt x="5636" y="1915"/>
                    <a:pt x="5810" y="2089"/>
                  </a:cubicBezTo>
                  <a:lnTo>
                    <a:pt x="5070" y="1654"/>
                  </a:lnTo>
                  <a:lnTo>
                    <a:pt x="5048" y="1654"/>
                  </a:lnTo>
                  <a:lnTo>
                    <a:pt x="5048" y="1697"/>
                  </a:lnTo>
                  <a:cubicBezTo>
                    <a:pt x="5222" y="1871"/>
                    <a:pt x="5440" y="2132"/>
                    <a:pt x="5592" y="2307"/>
                  </a:cubicBezTo>
                  <a:lnTo>
                    <a:pt x="4939" y="1937"/>
                  </a:lnTo>
                  <a:lnTo>
                    <a:pt x="4918" y="1937"/>
                  </a:lnTo>
                  <a:lnTo>
                    <a:pt x="4918" y="1958"/>
                  </a:lnTo>
                  <a:lnTo>
                    <a:pt x="5483" y="2524"/>
                  </a:lnTo>
                  <a:lnTo>
                    <a:pt x="5527" y="2568"/>
                  </a:lnTo>
                  <a:cubicBezTo>
                    <a:pt x="5723" y="2785"/>
                    <a:pt x="6027" y="3112"/>
                    <a:pt x="6267" y="3329"/>
                  </a:cubicBezTo>
                  <a:cubicBezTo>
                    <a:pt x="5984" y="3177"/>
                    <a:pt x="5570" y="2959"/>
                    <a:pt x="5244" y="2829"/>
                  </a:cubicBezTo>
                  <a:lnTo>
                    <a:pt x="5222" y="2807"/>
                  </a:lnTo>
                  <a:cubicBezTo>
                    <a:pt x="4809" y="2611"/>
                    <a:pt x="4287" y="2350"/>
                    <a:pt x="3895" y="2154"/>
                  </a:cubicBezTo>
                  <a:lnTo>
                    <a:pt x="3852" y="2154"/>
                  </a:lnTo>
                  <a:lnTo>
                    <a:pt x="3852" y="2176"/>
                  </a:lnTo>
                  <a:cubicBezTo>
                    <a:pt x="4178" y="2415"/>
                    <a:pt x="4613" y="2742"/>
                    <a:pt x="4918" y="3025"/>
                  </a:cubicBezTo>
                  <a:cubicBezTo>
                    <a:pt x="4613" y="2894"/>
                    <a:pt x="4243" y="2698"/>
                    <a:pt x="3939" y="2589"/>
                  </a:cubicBezTo>
                  <a:lnTo>
                    <a:pt x="3917" y="2589"/>
                  </a:lnTo>
                  <a:lnTo>
                    <a:pt x="3917" y="2611"/>
                  </a:lnTo>
                  <a:cubicBezTo>
                    <a:pt x="4156" y="2829"/>
                    <a:pt x="4461" y="3133"/>
                    <a:pt x="4700" y="3351"/>
                  </a:cubicBezTo>
                  <a:lnTo>
                    <a:pt x="4722" y="3373"/>
                  </a:lnTo>
                  <a:lnTo>
                    <a:pt x="5266" y="3873"/>
                  </a:lnTo>
                  <a:lnTo>
                    <a:pt x="5179" y="3835"/>
                  </a:lnTo>
                  <a:lnTo>
                    <a:pt x="5179" y="3835"/>
                  </a:lnTo>
                  <a:lnTo>
                    <a:pt x="5505" y="3982"/>
                  </a:lnTo>
                  <a:lnTo>
                    <a:pt x="5549" y="3982"/>
                  </a:lnTo>
                  <a:lnTo>
                    <a:pt x="5549" y="3938"/>
                  </a:lnTo>
                  <a:cubicBezTo>
                    <a:pt x="5353" y="3764"/>
                    <a:pt x="5070" y="3547"/>
                    <a:pt x="4896" y="3351"/>
                  </a:cubicBezTo>
                  <a:lnTo>
                    <a:pt x="4852" y="3329"/>
                  </a:lnTo>
                  <a:cubicBezTo>
                    <a:pt x="4678" y="3133"/>
                    <a:pt x="4396" y="2894"/>
                    <a:pt x="4178" y="2698"/>
                  </a:cubicBezTo>
                  <a:lnTo>
                    <a:pt x="4178" y="2698"/>
                  </a:lnTo>
                  <a:lnTo>
                    <a:pt x="5048" y="3112"/>
                  </a:lnTo>
                  <a:lnTo>
                    <a:pt x="5070" y="3133"/>
                  </a:lnTo>
                  <a:lnTo>
                    <a:pt x="5179" y="3177"/>
                  </a:lnTo>
                  <a:lnTo>
                    <a:pt x="5222" y="3177"/>
                  </a:lnTo>
                  <a:lnTo>
                    <a:pt x="5222" y="3155"/>
                  </a:lnTo>
                  <a:lnTo>
                    <a:pt x="5135" y="3112"/>
                  </a:lnTo>
                  <a:lnTo>
                    <a:pt x="5114" y="3068"/>
                  </a:lnTo>
                  <a:cubicBezTo>
                    <a:pt x="4831" y="2850"/>
                    <a:pt x="4461" y="2568"/>
                    <a:pt x="4178" y="2350"/>
                  </a:cubicBezTo>
                  <a:lnTo>
                    <a:pt x="4178" y="2350"/>
                  </a:lnTo>
                  <a:cubicBezTo>
                    <a:pt x="4504" y="2502"/>
                    <a:pt x="4983" y="2720"/>
                    <a:pt x="5309" y="2894"/>
                  </a:cubicBezTo>
                  <a:lnTo>
                    <a:pt x="5331" y="2916"/>
                  </a:lnTo>
                  <a:cubicBezTo>
                    <a:pt x="5679" y="3068"/>
                    <a:pt x="6136" y="3286"/>
                    <a:pt x="6463" y="3481"/>
                  </a:cubicBezTo>
                  <a:lnTo>
                    <a:pt x="6506" y="3481"/>
                  </a:lnTo>
                  <a:lnTo>
                    <a:pt x="6506" y="3460"/>
                  </a:lnTo>
                  <a:cubicBezTo>
                    <a:pt x="6245" y="3177"/>
                    <a:pt x="5897" y="2850"/>
                    <a:pt x="5657" y="2589"/>
                  </a:cubicBezTo>
                  <a:lnTo>
                    <a:pt x="5636" y="2568"/>
                  </a:lnTo>
                  <a:lnTo>
                    <a:pt x="5201" y="2132"/>
                  </a:lnTo>
                  <a:lnTo>
                    <a:pt x="5745" y="2459"/>
                  </a:lnTo>
                  <a:lnTo>
                    <a:pt x="5766" y="2481"/>
                  </a:lnTo>
                  <a:lnTo>
                    <a:pt x="5810" y="2502"/>
                  </a:lnTo>
                  <a:lnTo>
                    <a:pt x="5853" y="2502"/>
                  </a:lnTo>
                  <a:lnTo>
                    <a:pt x="5853" y="2481"/>
                  </a:lnTo>
                  <a:lnTo>
                    <a:pt x="5788" y="2415"/>
                  </a:lnTo>
                  <a:lnTo>
                    <a:pt x="5766" y="2394"/>
                  </a:lnTo>
                  <a:cubicBezTo>
                    <a:pt x="5636" y="2241"/>
                    <a:pt x="5418" y="2024"/>
                    <a:pt x="5266" y="1850"/>
                  </a:cubicBezTo>
                  <a:lnTo>
                    <a:pt x="5266" y="1850"/>
                  </a:lnTo>
                  <a:lnTo>
                    <a:pt x="5919" y="2241"/>
                  </a:lnTo>
                  <a:lnTo>
                    <a:pt x="5962" y="2263"/>
                  </a:lnTo>
                  <a:lnTo>
                    <a:pt x="6006" y="2285"/>
                  </a:lnTo>
                  <a:lnTo>
                    <a:pt x="6027" y="2285"/>
                  </a:lnTo>
                  <a:lnTo>
                    <a:pt x="6027" y="2263"/>
                  </a:lnTo>
                  <a:lnTo>
                    <a:pt x="5984" y="2198"/>
                  </a:lnTo>
                  <a:lnTo>
                    <a:pt x="5962" y="2176"/>
                  </a:lnTo>
                  <a:cubicBezTo>
                    <a:pt x="5766" y="1980"/>
                    <a:pt x="5549" y="1741"/>
                    <a:pt x="5353" y="1545"/>
                  </a:cubicBezTo>
                  <a:lnTo>
                    <a:pt x="5353" y="1545"/>
                  </a:lnTo>
                  <a:lnTo>
                    <a:pt x="6114" y="1937"/>
                  </a:lnTo>
                  <a:lnTo>
                    <a:pt x="6136" y="1937"/>
                  </a:lnTo>
                  <a:lnTo>
                    <a:pt x="6136" y="1915"/>
                  </a:lnTo>
                  <a:lnTo>
                    <a:pt x="5788" y="1523"/>
                  </a:lnTo>
                  <a:lnTo>
                    <a:pt x="6310" y="1828"/>
                  </a:lnTo>
                  <a:lnTo>
                    <a:pt x="6332" y="1850"/>
                  </a:lnTo>
                  <a:lnTo>
                    <a:pt x="6680" y="2067"/>
                  </a:lnTo>
                  <a:lnTo>
                    <a:pt x="6724" y="2067"/>
                  </a:lnTo>
                  <a:lnTo>
                    <a:pt x="6724" y="2045"/>
                  </a:lnTo>
                  <a:lnTo>
                    <a:pt x="6463" y="1719"/>
                  </a:lnTo>
                  <a:lnTo>
                    <a:pt x="6441" y="1697"/>
                  </a:lnTo>
                  <a:lnTo>
                    <a:pt x="6354" y="1589"/>
                  </a:lnTo>
                  <a:lnTo>
                    <a:pt x="6463" y="1632"/>
                  </a:lnTo>
                  <a:lnTo>
                    <a:pt x="6506" y="1654"/>
                  </a:lnTo>
                  <a:cubicBezTo>
                    <a:pt x="6789" y="1850"/>
                    <a:pt x="7224" y="2089"/>
                    <a:pt x="7529" y="2263"/>
                  </a:cubicBezTo>
                  <a:lnTo>
                    <a:pt x="7550" y="2263"/>
                  </a:lnTo>
                  <a:lnTo>
                    <a:pt x="7550" y="2241"/>
                  </a:lnTo>
                  <a:cubicBezTo>
                    <a:pt x="7289" y="2024"/>
                    <a:pt x="6941" y="1719"/>
                    <a:pt x="6658" y="1501"/>
                  </a:cubicBezTo>
                  <a:lnTo>
                    <a:pt x="6637" y="1480"/>
                  </a:lnTo>
                  <a:lnTo>
                    <a:pt x="5984" y="936"/>
                  </a:lnTo>
                  <a:lnTo>
                    <a:pt x="5984" y="936"/>
                  </a:lnTo>
                  <a:cubicBezTo>
                    <a:pt x="6245" y="1001"/>
                    <a:pt x="6615" y="1153"/>
                    <a:pt x="6876" y="1219"/>
                  </a:cubicBezTo>
                  <a:lnTo>
                    <a:pt x="6941" y="1262"/>
                  </a:lnTo>
                  <a:lnTo>
                    <a:pt x="7637" y="1501"/>
                  </a:lnTo>
                  <a:lnTo>
                    <a:pt x="7659" y="1501"/>
                  </a:lnTo>
                  <a:lnTo>
                    <a:pt x="7659" y="1480"/>
                  </a:lnTo>
                  <a:lnTo>
                    <a:pt x="7159" y="1066"/>
                  </a:lnTo>
                  <a:lnTo>
                    <a:pt x="7115" y="1045"/>
                  </a:lnTo>
                  <a:cubicBezTo>
                    <a:pt x="6789" y="783"/>
                    <a:pt x="6354" y="457"/>
                    <a:pt x="6071" y="218"/>
                  </a:cubicBezTo>
                  <a:lnTo>
                    <a:pt x="6071" y="218"/>
                  </a:lnTo>
                  <a:cubicBezTo>
                    <a:pt x="6463" y="392"/>
                    <a:pt x="7007" y="631"/>
                    <a:pt x="7420" y="783"/>
                  </a:cubicBezTo>
                  <a:lnTo>
                    <a:pt x="7442" y="827"/>
                  </a:lnTo>
                  <a:cubicBezTo>
                    <a:pt x="7768" y="958"/>
                    <a:pt x="8247" y="1153"/>
                    <a:pt x="8595" y="1284"/>
                  </a:cubicBezTo>
                  <a:lnTo>
                    <a:pt x="8617" y="1284"/>
                  </a:lnTo>
                  <a:lnTo>
                    <a:pt x="8617" y="1262"/>
                  </a:lnTo>
                  <a:cubicBezTo>
                    <a:pt x="8312" y="1088"/>
                    <a:pt x="7920" y="849"/>
                    <a:pt x="7616" y="675"/>
                  </a:cubicBezTo>
                  <a:lnTo>
                    <a:pt x="7594" y="653"/>
                  </a:lnTo>
                  <a:lnTo>
                    <a:pt x="7202" y="435"/>
                  </a:lnTo>
                  <a:lnTo>
                    <a:pt x="7703" y="544"/>
                  </a:lnTo>
                  <a:lnTo>
                    <a:pt x="7768" y="544"/>
                  </a:lnTo>
                  <a:lnTo>
                    <a:pt x="7768" y="522"/>
                  </a:lnTo>
                  <a:lnTo>
                    <a:pt x="7746" y="479"/>
                  </a:lnTo>
                  <a:cubicBezTo>
                    <a:pt x="7659" y="348"/>
                    <a:pt x="7594" y="152"/>
                    <a:pt x="7485" y="44"/>
                  </a:cubicBezTo>
                  <a:lnTo>
                    <a:pt x="7485" y="44"/>
                  </a:lnTo>
                  <a:cubicBezTo>
                    <a:pt x="7659" y="109"/>
                    <a:pt x="7877" y="152"/>
                    <a:pt x="8073" y="196"/>
                  </a:cubicBezTo>
                  <a:lnTo>
                    <a:pt x="8073" y="174"/>
                  </a:lnTo>
                  <a:cubicBezTo>
                    <a:pt x="7877" y="109"/>
                    <a:pt x="7616" y="65"/>
                    <a:pt x="7398" y="0"/>
                  </a:cubicBezTo>
                  <a:close/>
                  <a:moveTo>
                    <a:pt x="3525" y="3112"/>
                  </a:moveTo>
                  <a:lnTo>
                    <a:pt x="3525" y="3133"/>
                  </a:lnTo>
                  <a:cubicBezTo>
                    <a:pt x="3721" y="3373"/>
                    <a:pt x="3982" y="3677"/>
                    <a:pt x="4178" y="3917"/>
                  </a:cubicBezTo>
                  <a:lnTo>
                    <a:pt x="4200" y="3938"/>
                  </a:lnTo>
                  <a:lnTo>
                    <a:pt x="4156" y="3938"/>
                  </a:lnTo>
                  <a:cubicBezTo>
                    <a:pt x="4078" y="3920"/>
                    <a:pt x="3993" y="3899"/>
                    <a:pt x="3905" y="3875"/>
                  </a:cubicBezTo>
                  <a:lnTo>
                    <a:pt x="3905" y="3875"/>
                  </a:lnTo>
                  <a:lnTo>
                    <a:pt x="4243" y="3982"/>
                  </a:lnTo>
                  <a:lnTo>
                    <a:pt x="4287" y="3982"/>
                  </a:lnTo>
                  <a:lnTo>
                    <a:pt x="4396" y="4004"/>
                  </a:lnTo>
                  <a:lnTo>
                    <a:pt x="4417" y="4004"/>
                  </a:lnTo>
                  <a:lnTo>
                    <a:pt x="4417" y="3982"/>
                  </a:lnTo>
                  <a:lnTo>
                    <a:pt x="4374" y="3895"/>
                  </a:lnTo>
                  <a:lnTo>
                    <a:pt x="4352" y="3873"/>
                  </a:lnTo>
                  <a:cubicBezTo>
                    <a:pt x="4186" y="3666"/>
                    <a:pt x="3962" y="3400"/>
                    <a:pt x="3772" y="3206"/>
                  </a:cubicBezTo>
                  <a:lnTo>
                    <a:pt x="3772" y="3206"/>
                  </a:lnTo>
                  <a:cubicBezTo>
                    <a:pt x="4028" y="3313"/>
                    <a:pt x="4309" y="3430"/>
                    <a:pt x="4526" y="3547"/>
                  </a:cubicBezTo>
                  <a:lnTo>
                    <a:pt x="4570" y="3568"/>
                  </a:lnTo>
                  <a:lnTo>
                    <a:pt x="5179" y="3835"/>
                  </a:lnTo>
                  <a:lnTo>
                    <a:pt x="5179" y="3835"/>
                  </a:lnTo>
                  <a:lnTo>
                    <a:pt x="4635" y="3590"/>
                  </a:lnTo>
                  <a:lnTo>
                    <a:pt x="4613" y="3568"/>
                  </a:lnTo>
                  <a:lnTo>
                    <a:pt x="3743" y="3177"/>
                  </a:lnTo>
                  <a:lnTo>
                    <a:pt x="3743" y="3177"/>
                  </a:lnTo>
                  <a:cubicBezTo>
                    <a:pt x="3752" y="3186"/>
                    <a:pt x="3762" y="3196"/>
                    <a:pt x="3772" y="3206"/>
                  </a:cubicBezTo>
                  <a:lnTo>
                    <a:pt x="3772" y="3206"/>
                  </a:lnTo>
                  <a:cubicBezTo>
                    <a:pt x="3694" y="3174"/>
                    <a:pt x="3618" y="3142"/>
                    <a:pt x="3547" y="3112"/>
                  </a:cubicBezTo>
                  <a:close/>
                  <a:moveTo>
                    <a:pt x="3373" y="4199"/>
                  </a:moveTo>
                  <a:lnTo>
                    <a:pt x="3376" y="4203"/>
                  </a:lnTo>
                  <a:lnTo>
                    <a:pt x="3376" y="4203"/>
                  </a:lnTo>
                  <a:lnTo>
                    <a:pt x="3808" y="4352"/>
                  </a:lnTo>
                  <a:lnTo>
                    <a:pt x="3811" y="4352"/>
                  </a:lnTo>
                  <a:lnTo>
                    <a:pt x="3373" y="4199"/>
                  </a:lnTo>
                  <a:close/>
                  <a:moveTo>
                    <a:pt x="3199" y="3656"/>
                  </a:moveTo>
                  <a:lnTo>
                    <a:pt x="3199" y="3677"/>
                  </a:lnTo>
                  <a:cubicBezTo>
                    <a:pt x="3395" y="3873"/>
                    <a:pt x="3612" y="4112"/>
                    <a:pt x="3808" y="4330"/>
                  </a:cubicBezTo>
                  <a:lnTo>
                    <a:pt x="3830" y="4352"/>
                  </a:lnTo>
                  <a:lnTo>
                    <a:pt x="3811" y="4352"/>
                  </a:lnTo>
                  <a:lnTo>
                    <a:pt x="3873" y="4374"/>
                  </a:lnTo>
                  <a:lnTo>
                    <a:pt x="3917" y="4417"/>
                  </a:lnTo>
                  <a:lnTo>
                    <a:pt x="4026" y="4439"/>
                  </a:lnTo>
                  <a:lnTo>
                    <a:pt x="4047" y="4439"/>
                  </a:lnTo>
                  <a:lnTo>
                    <a:pt x="4047" y="4417"/>
                  </a:lnTo>
                  <a:lnTo>
                    <a:pt x="3960" y="4330"/>
                  </a:lnTo>
                  <a:lnTo>
                    <a:pt x="3939" y="4308"/>
                  </a:lnTo>
                  <a:lnTo>
                    <a:pt x="3423" y="3729"/>
                  </a:lnTo>
                  <a:lnTo>
                    <a:pt x="3423" y="3729"/>
                  </a:lnTo>
                  <a:cubicBezTo>
                    <a:pt x="3579" y="3782"/>
                    <a:pt x="3747" y="3832"/>
                    <a:pt x="3905" y="3875"/>
                  </a:cubicBezTo>
                  <a:lnTo>
                    <a:pt x="3905" y="3875"/>
                  </a:lnTo>
                  <a:lnTo>
                    <a:pt x="3416" y="3721"/>
                  </a:lnTo>
                  <a:lnTo>
                    <a:pt x="3423" y="3729"/>
                  </a:lnTo>
                  <a:lnTo>
                    <a:pt x="3423" y="3729"/>
                  </a:lnTo>
                  <a:cubicBezTo>
                    <a:pt x="3353" y="3705"/>
                    <a:pt x="3284" y="3680"/>
                    <a:pt x="3221" y="3656"/>
                  </a:cubicBezTo>
                  <a:close/>
                  <a:moveTo>
                    <a:pt x="3286" y="4569"/>
                  </a:moveTo>
                  <a:lnTo>
                    <a:pt x="3525" y="4656"/>
                  </a:lnTo>
                  <a:lnTo>
                    <a:pt x="3518" y="4647"/>
                  </a:lnTo>
                  <a:lnTo>
                    <a:pt x="3518" y="4647"/>
                  </a:lnTo>
                  <a:lnTo>
                    <a:pt x="3286" y="4569"/>
                  </a:lnTo>
                  <a:close/>
                  <a:moveTo>
                    <a:pt x="3155" y="4134"/>
                  </a:moveTo>
                  <a:lnTo>
                    <a:pt x="3155" y="4156"/>
                  </a:lnTo>
                  <a:lnTo>
                    <a:pt x="3518" y="4647"/>
                  </a:lnTo>
                  <a:lnTo>
                    <a:pt x="3518" y="4647"/>
                  </a:lnTo>
                  <a:lnTo>
                    <a:pt x="3612" y="4678"/>
                  </a:lnTo>
                  <a:lnTo>
                    <a:pt x="3656" y="4678"/>
                  </a:lnTo>
                  <a:lnTo>
                    <a:pt x="3721" y="4700"/>
                  </a:lnTo>
                  <a:lnTo>
                    <a:pt x="3743" y="4700"/>
                  </a:lnTo>
                  <a:lnTo>
                    <a:pt x="3743" y="4678"/>
                  </a:lnTo>
                  <a:lnTo>
                    <a:pt x="3721" y="4635"/>
                  </a:lnTo>
                  <a:lnTo>
                    <a:pt x="3699" y="4591"/>
                  </a:lnTo>
                  <a:lnTo>
                    <a:pt x="3376" y="4203"/>
                  </a:lnTo>
                  <a:lnTo>
                    <a:pt x="3376" y="4203"/>
                  </a:lnTo>
                  <a:lnTo>
                    <a:pt x="3177" y="4134"/>
                  </a:lnTo>
                  <a:close/>
                  <a:moveTo>
                    <a:pt x="2742" y="4983"/>
                  </a:moveTo>
                  <a:lnTo>
                    <a:pt x="2799" y="5044"/>
                  </a:lnTo>
                  <a:lnTo>
                    <a:pt x="2799" y="5044"/>
                  </a:lnTo>
                  <a:lnTo>
                    <a:pt x="2981" y="5135"/>
                  </a:lnTo>
                  <a:lnTo>
                    <a:pt x="2918" y="5075"/>
                  </a:lnTo>
                  <a:lnTo>
                    <a:pt x="2742" y="4983"/>
                  </a:lnTo>
                  <a:close/>
                  <a:moveTo>
                    <a:pt x="3003" y="4482"/>
                  </a:moveTo>
                  <a:lnTo>
                    <a:pt x="3003" y="4526"/>
                  </a:lnTo>
                  <a:lnTo>
                    <a:pt x="3155" y="4656"/>
                  </a:lnTo>
                  <a:lnTo>
                    <a:pt x="2938" y="4591"/>
                  </a:lnTo>
                  <a:lnTo>
                    <a:pt x="2894" y="4591"/>
                  </a:lnTo>
                  <a:lnTo>
                    <a:pt x="2894" y="4635"/>
                  </a:lnTo>
                  <a:lnTo>
                    <a:pt x="3112" y="4852"/>
                  </a:lnTo>
                  <a:lnTo>
                    <a:pt x="2633" y="4743"/>
                  </a:lnTo>
                  <a:lnTo>
                    <a:pt x="2611" y="4765"/>
                  </a:lnTo>
                  <a:lnTo>
                    <a:pt x="2611" y="4787"/>
                  </a:lnTo>
                  <a:lnTo>
                    <a:pt x="2918" y="5075"/>
                  </a:lnTo>
                  <a:lnTo>
                    <a:pt x="3155" y="5200"/>
                  </a:lnTo>
                  <a:lnTo>
                    <a:pt x="3177" y="5222"/>
                  </a:lnTo>
                  <a:lnTo>
                    <a:pt x="3221" y="5244"/>
                  </a:lnTo>
                  <a:lnTo>
                    <a:pt x="3264" y="5244"/>
                  </a:lnTo>
                  <a:lnTo>
                    <a:pt x="3264" y="5222"/>
                  </a:lnTo>
                  <a:lnTo>
                    <a:pt x="3199" y="5179"/>
                  </a:lnTo>
                  <a:lnTo>
                    <a:pt x="3177" y="5135"/>
                  </a:lnTo>
                  <a:lnTo>
                    <a:pt x="2785" y="4787"/>
                  </a:lnTo>
                  <a:lnTo>
                    <a:pt x="3264" y="4896"/>
                  </a:lnTo>
                  <a:lnTo>
                    <a:pt x="3286" y="4896"/>
                  </a:lnTo>
                  <a:lnTo>
                    <a:pt x="3286" y="4874"/>
                  </a:lnTo>
                  <a:lnTo>
                    <a:pt x="3090" y="4656"/>
                  </a:lnTo>
                  <a:lnTo>
                    <a:pt x="3090" y="4656"/>
                  </a:lnTo>
                  <a:lnTo>
                    <a:pt x="3308" y="4700"/>
                  </a:lnTo>
                  <a:lnTo>
                    <a:pt x="3329" y="4700"/>
                  </a:lnTo>
                  <a:lnTo>
                    <a:pt x="3329" y="4678"/>
                  </a:lnTo>
                  <a:lnTo>
                    <a:pt x="3221" y="4548"/>
                  </a:lnTo>
                  <a:lnTo>
                    <a:pt x="3286" y="4569"/>
                  </a:lnTo>
                  <a:lnTo>
                    <a:pt x="3286" y="4569"/>
                  </a:lnTo>
                  <a:lnTo>
                    <a:pt x="3047" y="4482"/>
                  </a:lnTo>
                  <a:close/>
                  <a:moveTo>
                    <a:pt x="2459" y="4896"/>
                  </a:moveTo>
                  <a:lnTo>
                    <a:pt x="2459" y="4918"/>
                  </a:lnTo>
                  <a:lnTo>
                    <a:pt x="2872" y="5353"/>
                  </a:lnTo>
                  <a:lnTo>
                    <a:pt x="2894" y="5396"/>
                  </a:lnTo>
                  <a:lnTo>
                    <a:pt x="3323" y="5863"/>
                  </a:lnTo>
                  <a:lnTo>
                    <a:pt x="3323" y="5863"/>
                  </a:lnTo>
                  <a:lnTo>
                    <a:pt x="3634" y="6005"/>
                  </a:lnTo>
                  <a:lnTo>
                    <a:pt x="3656" y="6005"/>
                  </a:lnTo>
                  <a:lnTo>
                    <a:pt x="3656" y="5984"/>
                  </a:lnTo>
                  <a:cubicBezTo>
                    <a:pt x="3482" y="5788"/>
                    <a:pt x="3264" y="5527"/>
                    <a:pt x="3068" y="5331"/>
                  </a:cubicBezTo>
                  <a:lnTo>
                    <a:pt x="3047" y="5309"/>
                  </a:lnTo>
                  <a:lnTo>
                    <a:pt x="2799" y="5044"/>
                  </a:lnTo>
                  <a:lnTo>
                    <a:pt x="2799" y="5044"/>
                  </a:lnTo>
                  <a:lnTo>
                    <a:pt x="2503" y="4896"/>
                  </a:lnTo>
                  <a:close/>
                  <a:moveTo>
                    <a:pt x="1670" y="6146"/>
                  </a:moveTo>
                  <a:lnTo>
                    <a:pt x="1670" y="6146"/>
                  </a:lnTo>
                  <a:cubicBezTo>
                    <a:pt x="1824" y="6188"/>
                    <a:pt x="1976" y="6233"/>
                    <a:pt x="2111" y="6267"/>
                  </a:cubicBezTo>
                  <a:cubicBezTo>
                    <a:pt x="2101" y="6258"/>
                    <a:pt x="2092" y="6249"/>
                    <a:pt x="2082" y="6240"/>
                  </a:cubicBezTo>
                  <a:lnTo>
                    <a:pt x="2082" y="6240"/>
                  </a:lnTo>
                  <a:cubicBezTo>
                    <a:pt x="1946" y="6209"/>
                    <a:pt x="1802" y="6177"/>
                    <a:pt x="1670" y="6146"/>
                  </a:cubicBezTo>
                  <a:close/>
                  <a:moveTo>
                    <a:pt x="1523" y="5026"/>
                  </a:moveTo>
                  <a:lnTo>
                    <a:pt x="1523" y="5070"/>
                  </a:lnTo>
                  <a:cubicBezTo>
                    <a:pt x="1785" y="5309"/>
                    <a:pt x="2176" y="5614"/>
                    <a:pt x="2437" y="5853"/>
                  </a:cubicBezTo>
                  <a:lnTo>
                    <a:pt x="2459" y="5875"/>
                  </a:lnTo>
                  <a:cubicBezTo>
                    <a:pt x="2665" y="6047"/>
                    <a:pt x="2925" y="6259"/>
                    <a:pt x="3144" y="6448"/>
                  </a:cubicBezTo>
                  <a:lnTo>
                    <a:pt x="3144" y="6448"/>
                  </a:lnTo>
                  <a:cubicBezTo>
                    <a:pt x="2917" y="6319"/>
                    <a:pt x="2691" y="6188"/>
                    <a:pt x="2503" y="6071"/>
                  </a:cubicBezTo>
                  <a:lnTo>
                    <a:pt x="2459" y="6049"/>
                  </a:lnTo>
                  <a:cubicBezTo>
                    <a:pt x="2176" y="5853"/>
                    <a:pt x="1763" y="5614"/>
                    <a:pt x="1458" y="5440"/>
                  </a:cubicBezTo>
                  <a:lnTo>
                    <a:pt x="1458" y="5440"/>
                  </a:lnTo>
                  <a:cubicBezTo>
                    <a:pt x="1528" y="5503"/>
                    <a:pt x="1608" y="5574"/>
                    <a:pt x="1694" y="5648"/>
                  </a:cubicBezTo>
                  <a:lnTo>
                    <a:pt x="1694" y="5648"/>
                  </a:lnTo>
                  <a:cubicBezTo>
                    <a:pt x="1485" y="5531"/>
                    <a:pt x="1280" y="5415"/>
                    <a:pt x="1110" y="5309"/>
                  </a:cubicBezTo>
                  <a:lnTo>
                    <a:pt x="1088" y="5309"/>
                  </a:lnTo>
                  <a:lnTo>
                    <a:pt x="1088" y="5331"/>
                  </a:lnTo>
                  <a:cubicBezTo>
                    <a:pt x="1362" y="5605"/>
                    <a:pt x="1779" y="5961"/>
                    <a:pt x="2082" y="6240"/>
                  </a:cubicBezTo>
                  <a:lnTo>
                    <a:pt x="2082" y="6240"/>
                  </a:lnTo>
                  <a:cubicBezTo>
                    <a:pt x="2152" y="6256"/>
                    <a:pt x="2221" y="6272"/>
                    <a:pt x="2285" y="6288"/>
                  </a:cubicBezTo>
                  <a:lnTo>
                    <a:pt x="2394" y="6288"/>
                  </a:lnTo>
                  <a:lnTo>
                    <a:pt x="2394" y="6267"/>
                  </a:lnTo>
                  <a:lnTo>
                    <a:pt x="2350" y="6223"/>
                  </a:lnTo>
                  <a:lnTo>
                    <a:pt x="2328" y="6201"/>
                  </a:lnTo>
                  <a:cubicBezTo>
                    <a:pt x="2143" y="6032"/>
                    <a:pt x="1903" y="5829"/>
                    <a:pt x="1694" y="5648"/>
                  </a:cubicBezTo>
                  <a:lnTo>
                    <a:pt x="1694" y="5648"/>
                  </a:lnTo>
                  <a:cubicBezTo>
                    <a:pt x="1915" y="5771"/>
                    <a:pt x="2139" y="5894"/>
                    <a:pt x="2328" y="6005"/>
                  </a:cubicBezTo>
                  <a:lnTo>
                    <a:pt x="2350" y="6049"/>
                  </a:lnTo>
                  <a:cubicBezTo>
                    <a:pt x="2633" y="6201"/>
                    <a:pt x="3003" y="6419"/>
                    <a:pt x="3308" y="6593"/>
                  </a:cubicBezTo>
                  <a:cubicBezTo>
                    <a:pt x="3257" y="6547"/>
                    <a:pt x="3202" y="6498"/>
                    <a:pt x="3144" y="6448"/>
                  </a:cubicBezTo>
                  <a:lnTo>
                    <a:pt x="3144" y="6448"/>
                  </a:lnTo>
                  <a:cubicBezTo>
                    <a:pt x="3336" y="6558"/>
                    <a:pt x="3529" y="6667"/>
                    <a:pt x="3699" y="6767"/>
                  </a:cubicBezTo>
                  <a:lnTo>
                    <a:pt x="3721" y="6767"/>
                  </a:lnTo>
                  <a:lnTo>
                    <a:pt x="3721" y="6745"/>
                  </a:lnTo>
                  <a:cubicBezTo>
                    <a:pt x="3395" y="6484"/>
                    <a:pt x="2981" y="6114"/>
                    <a:pt x="2655" y="5853"/>
                  </a:cubicBezTo>
                  <a:lnTo>
                    <a:pt x="2633" y="5831"/>
                  </a:lnTo>
                  <a:cubicBezTo>
                    <a:pt x="2425" y="5661"/>
                    <a:pt x="2168" y="5425"/>
                    <a:pt x="1947" y="5223"/>
                  </a:cubicBezTo>
                  <a:lnTo>
                    <a:pt x="1947" y="5223"/>
                  </a:lnTo>
                  <a:cubicBezTo>
                    <a:pt x="2202" y="5347"/>
                    <a:pt x="2466" y="5472"/>
                    <a:pt x="2677" y="5570"/>
                  </a:cubicBezTo>
                  <a:lnTo>
                    <a:pt x="2720" y="5614"/>
                  </a:lnTo>
                  <a:lnTo>
                    <a:pt x="3395" y="5940"/>
                  </a:lnTo>
                  <a:lnTo>
                    <a:pt x="3395" y="5940"/>
                  </a:lnTo>
                  <a:lnTo>
                    <a:pt x="3323" y="5863"/>
                  </a:lnTo>
                  <a:lnTo>
                    <a:pt x="3323" y="5863"/>
                  </a:lnTo>
                  <a:lnTo>
                    <a:pt x="2829" y="5636"/>
                  </a:lnTo>
                  <a:lnTo>
                    <a:pt x="2785" y="5614"/>
                  </a:lnTo>
                  <a:cubicBezTo>
                    <a:pt x="2524" y="5461"/>
                    <a:pt x="2133" y="5287"/>
                    <a:pt x="1850" y="5135"/>
                  </a:cubicBezTo>
                  <a:lnTo>
                    <a:pt x="1850" y="5135"/>
                  </a:lnTo>
                  <a:cubicBezTo>
                    <a:pt x="1881" y="5164"/>
                    <a:pt x="1914" y="5193"/>
                    <a:pt x="1947" y="5223"/>
                  </a:cubicBezTo>
                  <a:lnTo>
                    <a:pt x="1947" y="5223"/>
                  </a:lnTo>
                  <a:cubicBezTo>
                    <a:pt x="1806" y="5155"/>
                    <a:pt x="1669" y="5088"/>
                    <a:pt x="1545" y="5026"/>
                  </a:cubicBezTo>
                  <a:close/>
                  <a:moveTo>
                    <a:pt x="1262" y="6941"/>
                  </a:moveTo>
                  <a:lnTo>
                    <a:pt x="1275" y="6953"/>
                  </a:lnTo>
                  <a:lnTo>
                    <a:pt x="1275" y="6953"/>
                  </a:lnTo>
                  <a:lnTo>
                    <a:pt x="1576" y="7006"/>
                  </a:lnTo>
                  <a:lnTo>
                    <a:pt x="1576" y="7006"/>
                  </a:lnTo>
                  <a:lnTo>
                    <a:pt x="1262" y="6941"/>
                  </a:lnTo>
                  <a:close/>
                  <a:moveTo>
                    <a:pt x="1219" y="6049"/>
                  </a:moveTo>
                  <a:lnTo>
                    <a:pt x="1219" y="6071"/>
                  </a:lnTo>
                  <a:lnTo>
                    <a:pt x="1763" y="6549"/>
                  </a:lnTo>
                  <a:lnTo>
                    <a:pt x="1763" y="6549"/>
                  </a:lnTo>
                  <a:lnTo>
                    <a:pt x="1306" y="6441"/>
                  </a:lnTo>
                  <a:lnTo>
                    <a:pt x="1262" y="6441"/>
                  </a:lnTo>
                  <a:lnTo>
                    <a:pt x="1262" y="6484"/>
                  </a:lnTo>
                  <a:lnTo>
                    <a:pt x="1698" y="6985"/>
                  </a:lnTo>
                  <a:lnTo>
                    <a:pt x="1741" y="7028"/>
                  </a:lnTo>
                  <a:lnTo>
                    <a:pt x="1698" y="7028"/>
                  </a:lnTo>
                  <a:lnTo>
                    <a:pt x="1576" y="7006"/>
                  </a:lnTo>
                  <a:lnTo>
                    <a:pt x="1576" y="7006"/>
                  </a:lnTo>
                  <a:lnTo>
                    <a:pt x="1785" y="7050"/>
                  </a:lnTo>
                  <a:lnTo>
                    <a:pt x="1893" y="7050"/>
                  </a:lnTo>
                  <a:lnTo>
                    <a:pt x="1915" y="7028"/>
                  </a:lnTo>
                  <a:lnTo>
                    <a:pt x="1915" y="6985"/>
                  </a:lnTo>
                  <a:lnTo>
                    <a:pt x="1872" y="6941"/>
                  </a:lnTo>
                  <a:lnTo>
                    <a:pt x="1850" y="6919"/>
                  </a:lnTo>
                  <a:lnTo>
                    <a:pt x="1480" y="6484"/>
                  </a:lnTo>
                  <a:lnTo>
                    <a:pt x="1980" y="6615"/>
                  </a:lnTo>
                  <a:lnTo>
                    <a:pt x="2002" y="6615"/>
                  </a:lnTo>
                  <a:lnTo>
                    <a:pt x="2002" y="6593"/>
                  </a:lnTo>
                  <a:lnTo>
                    <a:pt x="1458" y="6092"/>
                  </a:lnTo>
                  <a:lnTo>
                    <a:pt x="1458" y="6092"/>
                  </a:lnTo>
                  <a:cubicBezTo>
                    <a:pt x="1523" y="6110"/>
                    <a:pt x="1595" y="6128"/>
                    <a:pt x="1670" y="6146"/>
                  </a:cubicBezTo>
                  <a:lnTo>
                    <a:pt x="1670" y="6146"/>
                  </a:lnTo>
                  <a:cubicBezTo>
                    <a:pt x="1525" y="6106"/>
                    <a:pt x="1378" y="6070"/>
                    <a:pt x="1241" y="6049"/>
                  </a:cubicBezTo>
                  <a:close/>
                  <a:moveTo>
                    <a:pt x="1088" y="6919"/>
                  </a:moveTo>
                  <a:lnTo>
                    <a:pt x="1045" y="6941"/>
                  </a:lnTo>
                  <a:lnTo>
                    <a:pt x="1045" y="6963"/>
                  </a:lnTo>
                  <a:lnTo>
                    <a:pt x="1523" y="7398"/>
                  </a:lnTo>
                  <a:lnTo>
                    <a:pt x="1545" y="7420"/>
                  </a:lnTo>
                  <a:lnTo>
                    <a:pt x="1864" y="7753"/>
                  </a:lnTo>
                  <a:lnTo>
                    <a:pt x="1864" y="7753"/>
                  </a:lnTo>
                  <a:lnTo>
                    <a:pt x="2285" y="7964"/>
                  </a:lnTo>
                  <a:lnTo>
                    <a:pt x="2307" y="7964"/>
                  </a:lnTo>
                  <a:lnTo>
                    <a:pt x="2307" y="7942"/>
                  </a:lnTo>
                  <a:cubicBezTo>
                    <a:pt x="2111" y="7746"/>
                    <a:pt x="1872" y="7507"/>
                    <a:pt x="1676" y="7354"/>
                  </a:cubicBezTo>
                  <a:lnTo>
                    <a:pt x="1654" y="7311"/>
                  </a:lnTo>
                  <a:lnTo>
                    <a:pt x="1275" y="6953"/>
                  </a:lnTo>
                  <a:lnTo>
                    <a:pt x="1275" y="6953"/>
                  </a:lnTo>
                  <a:lnTo>
                    <a:pt x="1088" y="6919"/>
                  </a:lnTo>
                  <a:close/>
                  <a:moveTo>
                    <a:pt x="109" y="6919"/>
                  </a:moveTo>
                  <a:lnTo>
                    <a:pt x="109" y="6941"/>
                  </a:lnTo>
                  <a:cubicBezTo>
                    <a:pt x="457" y="7267"/>
                    <a:pt x="914" y="7681"/>
                    <a:pt x="1262" y="7964"/>
                  </a:cubicBezTo>
                  <a:lnTo>
                    <a:pt x="1306" y="8007"/>
                  </a:lnTo>
                  <a:cubicBezTo>
                    <a:pt x="1509" y="8194"/>
                    <a:pt x="1778" y="8448"/>
                    <a:pt x="2035" y="8673"/>
                  </a:cubicBezTo>
                  <a:lnTo>
                    <a:pt x="2035" y="8673"/>
                  </a:lnTo>
                  <a:cubicBezTo>
                    <a:pt x="1769" y="8519"/>
                    <a:pt x="1498" y="8361"/>
                    <a:pt x="1262" y="8225"/>
                  </a:cubicBezTo>
                  <a:lnTo>
                    <a:pt x="1241" y="8181"/>
                  </a:lnTo>
                  <a:cubicBezTo>
                    <a:pt x="979" y="8029"/>
                    <a:pt x="588" y="7811"/>
                    <a:pt x="327" y="7637"/>
                  </a:cubicBezTo>
                  <a:lnTo>
                    <a:pt x="327" y="7637"/>
                  </a:lnTo>
                  <a:cubicBezTo>
                    <a:pt x="413" y="7724"/>
                    <a:pt x="507" y="7813"/>
                    <a:pt x="602" y="7902"/>
                  </a:cubicBezTo>
                  <a:lnTo>
                    <a:pt x="602" y="7902"/>
                  </a:lnTo>
                  <a:cubicBezTo>
                    <a:pt x="421" y="7799"/>
                    <a:pt x="236" y="7694"/>
                    <a:pt x="66" y="7594"/>
                  </a:cubicBezTo>
                  <a:lnTo>
                    <a:pt x="44" y="7594"/>
                  </a:lnTo>
                  <a:lnTo>
                    <a:pt x="44" y="7616"/>
                  </a:lnTo>
                  <a:cubicBezTo>
                    <a:pt x="349" y="7898"/>
                    <a:pt x="762" y="8268"/>
                    <a:pt x="1045" y="8551"/>
                  </a:cubicBezTo>
                  <a:lnTo>
                    <a:pt x="1088" y="8573"/>
                  </a:lnTo>
                  <a:cubicBezTo>
                    <a:pt x="1279" y="8764"/>
                    <a:pt x="1539" y="8996"/>
                    <a:pt x="1758" y="9204"/>
                  </a:cubicBezTo>
                  <a:lnTo>
                    <a:pt x="1758" y="9204"/>
                  </a:lnTo>
                  <a:cubicBezTo>
                    <a:pt x="1514" y="9066"/>
                    <a:pt x="1257" y="8925"/>
                    <a:pt x="1045" y="8812"/>
                  </a:cubicBezTo>
                  <a:lnTo>
                    <a:pt x="1023" y="8790"/>
                  </a:lnTo>
                  <a:lnTo>
                    <a:pt x="566" y="8551"/>
                  </a:lnTo>
                  <a:lnTo>
                    <a:pt x="566" y="8551"/>
                  </a:lnTo>
                  <a:cubicBezTo>
                    <a:pt x="619" y="8602"/>
                    <a:pt x="668" y="8651"/>
                    <a:pt x="715" y="8697"/>
                  </a:cubicBezTo>
                  <a:lnTo>
                    <a:pt x="715" y="8697"/>
                  </a:lnTo>
                  <a:lnTo>
                    <a:pt x="979" y="8834"/>
                  </a:lnTo>
                  <a:lnTo>
                    <a:pt x="1001" y="8877"/>
                  </a:lnTo>
                  <a:cubicBezTo>
                    <a:pt x="1262" y="9008"/>
                    <a:pt x="1654" y="9204"/>
                    <a:pt x="1915" y="9356"/>
                  </a:cubicBezTo>
                  <a:cubicBezTo>
                    <a:pt x="1867" y="9308"/>
                    <a:pt x="1814" y="9257"/>
                    <a:pt x="1758" y="9204"/>
                  </a:cubicBezTo>
                  <a:lnTo>
                    <a:pt x="1758" y="9204"/>
                  </a:lnTo>
                  <a:cubicBezTo>
                    <a:pt x="1890" y="9279"/>
                    <a:pt x="2018" y="9353"/>
                    <a:pt x="2133" y="9421"/>
                  </a:cubicBezTo>
                  <a:lnTo>
                    <a:pt x="2176" y="9421"/>
                  </a:lnTo>
                  <a:lnTo>
                    <a:pt x="2176" y="9378"/>
                  </a:lnTo>
                  <a:cubicBezTo>
                    <a:pt x="1872" y="9117"/>
                    <a:pt x="1480" y="8769"/>
                    <a:pt x="1197" y="8464"/>
                  </a:cubicBezTo>
                  <a:lnTo>
                    <a:pt x="1154" y="8442"/>
                  </a:lnTo>
                  <a:cubicBezTo>
                    <a:pt x="994" y="8268"/>
                    <a:pt x="795" y="8083"/>
                    <a:pt x="602" y="7902"/>
                  </a:cubicBezTo>
                  <a:lnTo>
                    <a:pt x="602" y="7902"/>
                  </a:lnTo>
                  <a:cubicBezTo>
                    <a:pt x="814" y="8023"/>
                    <a:pt x="1021" y="8141"/>
                    <a:pt x="1197" y="8246"/>
                  </a:cubicBezTo>
                  <a:lnTo>
                    <a:pt x="1219" y="8268"/>
                  </a:lnTo>
                  <a:cubicBezTo>
                    <a:pt x="1545" y="8464"/>
                    <a:pt x="2002" y="8725"/>
                    <a:pt x="2328" y="8921"/>
                  </a:cubicBezTo>
                  <a:cubicBezTo>
                    <a:pt x="2236" y="8847"/>
                    <a:pt x="2136" y="8762"/>
                    <a:pt x="2035" y="8673"/>
                  </a:cubicBezTo>
                  <a:lnTo>
                    <a:pt x="2035" y="8673"/>
                  </a:lnTo>
                  <a:cubicBezTo>
                    <a:pt x="2236" y="8790"/>
                    <a:pt x="2434" y="8905"/>
                    <a:pt x="2611" y="9008"/>
                  </a:cubicBezTo>
                  <a:lnTo>
                    <a:pt x="2633" y="9008"/>
                  </a:lnTo>
                  <a:lnTo>
                    <a:pt x="2633" y="8986"/>
                  </a:lnTo>
                  <a:cubicBezTo>
                    <a:pt x="2285" y="8660"/>
                    <a:pt x="1785" y="8225"/>
                    <a:pt x="1415" y="7898"/>
                  </a:cubicBezTo>
                  <a:lnTo>
                    <a:pt x="1371" y="7855"/>
                  </a:lnTo>
                  <a:cubicBezTo>
                    <a:pt x="1142" y="7643"/>
                    <a:pt x="826" y="7374"/>
                    <a:pt x="552" y="7128"/>
                  </a:cubicBezTo>
                  <a:lnTo>
                    <a:pt x="552" y="7128"/>
                  </a:lnTo>
                  <a:cubicBezTo>
                    <a:pt x="844" y="7279"/>
                    <a:pt x="1164" y="7450"/>
                    <a:pt x="1436" y="7594"/>
                  </a:cubicBezTo>
                  <a:lnTo>
                    <a:pt x="1458" y="7616"/>
                  </a:lnTo>
                  <a:lnTo>
                    <a:pt x="2024" y="7920"/>
                  </a:lnTo>
                  <a:lnTo>
                    <a:pt x="1864" y="7753"/>
                  </a:lnTo>
                  <a:lnTo>
                    <a:pt x="1864" y="7753"/>
                  </a:lnTo>
                  <a:lnTo>
                    <a:pt x="1545" y="7594"/>
                  </a:lnTo>
                  <a:lnTo>
                    <a:pt x="1523" y="7572"/>
                  </a:lnTo>
                  <a:cubicBezTo>
                    <a:pt x="1154" y="7376"/>
                    <a:pt x="718" y="7159"/>
                    <a:pt x="370" y="6963"/>
                  </a:cubicBezTo>
                  <a:lnTo>
                    <a:pt x="370" y="6963"/>
                  </a:lnTo>
                  <a:cubicBezTo>
                    <a:pt x="428" y="7016"/>
                    <a:pt x="489" y="7072"/>
                    <a:pt x="552" y="7128"/>
                  </a:cubicBezTo>
                  <a:lnTo>
                    <a:pt x="552" y="7128"/>
                  </a:lnTo>
                  <a:cubicBezTo>
                    <a:pt x="401" y="7051"/>
                    <a:pt x="257" y="6979"/>
                    <a:pt x="131" y="6919"/>
                  </a:cubicBezTo>
                  <a:close/>
                  <a:moveTo>
                    <a:pt x="174" y="9813"/>
                  </a:moveTo>
                  <a:lnTo>
                    <a:pt x="199" y="9836"/>
                  </a:lnTo>
                  <a:lnTo>
                    <a:pt x="199" y="9836"/>
                  </a:lnTo>
                  <a:lnTo>
                    <a:pt x="653" y="9987"/>
                  </a:lnTo>
                  <a:lnTo>
                    <a:pt x="627" y="9958"/>
                  </a:lnTo>
                  <a:lnTo>
                    <a:pt x="627" y="9958"/>
                  </a:lnTo>
                  <a:lnTo>
                    <a:pt x="174" y="9813"/>
                  </a:lnTo>
                  <a:close/>
                  <a:moveTo>
                    <a:pt x="261" y="9530"/>
                  </a:moveTo>
                  <a:lnTo>
                    <a:pt x="261" y="9552"/>
                  </a:lnTo>
                  <a:lnTo>
                    <a:pt x="627" y="9958"/>
                  </a:lnTo>
                  <a:lnTo>
                    <a:pt x="627" y="9958"/>
                  </a:lnTo>
                  <a:lnTo>
                    <a:pt x="718" y="9987"/>
                  </a:lnTo>
                  <a:lnTo>
                    <a:pt x="784" y="9987"/>
                  </a:lnTo>
                  <a:lnTo>
                    <a:pt x="784" y="9965"/>
                  </a:lnTo>
                  <a:lnTo>
                    <a:pt x="762" y="9922"/>
                  </a:lnTo>
                  <a:lnTo>
                    <a:pt x="544" y="9661"/>
                  </a:lnTo>
                  <a:lnTo>
                    <a:pt x="544" y="9661"/>
                  </a:lnTo>
                  <a:lnTo>
                    <a:pt x="283" y="9530"/>
                  </a:lnTo>
                  <a:close/>
                  <a:moveTo>
                    <a:pt x="436" y="9530"/>
                  </a:moveTo>
                  <a:lnTo>
                    <a:pt x="544" y="9661"/>
                  </a:lnTo>
                  <a:lnTo>
                    <a:pt x="544" y="9661"/>
                  </a:lnTo>
                  <a:lnTo>
                    <a:pt x="718" y="9748"/>
                  </a:lnTo>
                  <a:lnTo>
                    <a:pt x="762" y="9770"/>
                  </a:lnTo>
                  <a:lnTo>
                    <a:pt x="1262" y="10031"/>
                  </a:lnTo>
                  <a:lnTo>
                    <a:pt x="1143" y="9922"/>
                  </a:lnTo>
                  <a:lnTo>
                    <a:pt x="1143" y="9922"/>
                  </a:lnTo>
                  <a:lnTo>
                    <a:pt x="805" y="9748"/>
                  </a:lnTo>
                  <a:lnTo>
                    <a:pt x="784" y="9704"/>
                  </a:lnTo>
                  <a:lnTo>
                    <a:pt x="436" y="9530"/>
                  </a:lnTo>
                  <a:close/>
                  <a:moveTo>
                    <a:pt x="327" y="8508"/>
                  </a:moveTo>
                  <a:cubicBezTo>
                    <a:pt x="565" y="8964"/>
                    <a:pt x="1001" y="9203"/>
                    <a:pt x="1340" y="9538"/>
                  </a:cubicBezTo>
                  <a:lnTo>
                    <a:pt x="1340" y="9538"/>
                  </a:lnTo>
                  <a:cubicBezTo>
                    <a:pt x="1148" y="9440"/>
                    <a:pt x="820" y="9271"/>
                    <a:pt x="283" y="8986"/>
                  </a:cubicBezTo>
                  <a:lnTo>
                    <a:pt x="283" y="8986"/>
                  </a:lnTo>
                  <a:cubicBezTo>
                    <a:pt x="333" y="9023"/>
                    <a:pt x="386" y="9068"/>
                    <a:pt x="440" y="9115"/>
                  </a:cubicBezTo>
                  <a:lnTo>
                    <a:pt x="440" y="9115"/>
                  </a:lnTo>
                  <a:cubicBezTo>
                    <a:pt x="267" y="9025"/>
                    <a:pt x="128" y="8952"/>
                    <a:pt x="66" y="8921"/>
                  </a:cubicBezTo>
                  <a:lnTo>
                    <a:pt x="44" y="8921"/>
                  </a:lnTo>
                  <a:lnTo>
                    <a:pt x="44" y="8943"/>
                  </a:lnTo>
                  <a:cubicBezTo>
                    <a:pt x="261" y="9139"/>
                    <a:pt x="544" y="9378"/>
                    <a:pt x="762" y="9574"/>
                  </a:cubicBezTo>
                  <a:lnTo>
                    <a:pt x="784" y="9596"/>
                  </a:lnTo>
                  <a:lnTo>
                    <a:pt x="1143" y="9922"/>
                  </a:lnTo>
                  <a:lnTo>
                    <a:pt x="1143" y="9922"/>
                  </a:lnTo>
                  <a:lnTo>
                    <a:pt x="1480" y="10096"/>
                  </a:lnTo>
                  <a:lnTo>
                    <a:pt x="1523" y="10096"/>
                  </a:lnTo>
                  <a:lnTo>
                    <a:pt x="1523" y="10074"/>
                  </a:lnTo>
                  <a:cubicBezTo>
                    <a:pt x="1328" y="9900"/>
                    <a:pt x="1088" y="9661"/>
                    <a:pt x="871" y="9487"/>
                  </a:cubicBezTo>
                  <a:lnTo>
                    <a:pt x="827" y="9465"/>
                  </a:lnTo>
                  <a:cubicBezTo>
                    <a:pt x="718" y="9372"/>
                    <a:pt x="576" y="9234"/>
                    <a:pt x="440" y="9115"/>
                  </a:cubicBezTo>
                  <a:lnTo>
                    <a:pt x="440" y="9115"/>
                  </a:lnTo>
                  <a:cubicBezTo>
                    <a:pt x="752" y="9278"/>
                    <a:pt x="1171" y="9499"/>
                    <a:pt x="1436" y="9639"/>
                  </a:cubicBezTo>
                  <a:cubicBezTo>
                    <a:pt x="1405" y="9604"/>
                    <a:pt x="1373" y="9571"/>
                    <a:pt x="1340" y="9538"/>
                  </a:cubicBezTo>
                  <a:lnTo>
                    <a:pt x="1340" y="9538"/>
                  </a:lnTo>
                  <a:cubicBezTo>
                    <a:pt x="1530" y="9634"/>
                    <a:pt x="1589" y="9661"/>
                    <a:pt x="1589" y="9661"/>
                  </a:cubicBezTo>
                  <a:lnTo>
                    <a:pt x="1632" y="9639"/>
                  </a:lnTo>
                  <a:cubicBezTo>
                    <a:pt x="1570" y="9557"/>
                    <a:pt x="1567" y="9533"/>
                    <a:pt x="715" y="8697"/>
                  </a:cubicBezTo>
                  <a:lnTo>
                    <a:pt x="715" y="8697"/>
                  </a:lnTo>
                  <a:lnTo>
                    <a:pt x="349" y="8508"/>
                  </a:lnTo>
                  <a:close/>
                  <a:moveTo>
                    <a:pt x="44" y="9791"/>
                  </a:moveTo>
                  <a:lnTo>
                    <a:pt x="66" y="9813"/>
                  </a:lnTo>
                  <a:lnTo>
                    <a:pt x="675" y="10335"/>
                  </a:lnTo>
                  <a:lnTo>
                    <a:pt x="697" y="10357"/>
                  </a:lnTo>
                  <a:lnTo>
                    <a:pt x="675" y="10357"/>
                  </a:lnTo>
                  <a:lnTo>
                    <a:pt x="22" y="10139"/>
                  </a:lnTo>
                  <a:lnTo>
                    <a:pt x="0" y="10139"/>
                  </a:lnTo>
                  <a:lnTo>
                    <a:pt x="22" y="10183"/>
                  </a:lnTo>
                  <a:lnTo>
                    <a:pt x="675" y="10640"/>
                  </a:lnTo>
                  <a:lnTo>
                    <a:pt x="697" y="10662"/>
                  </a:lnTo>
                  <a:lnTo>
                    <a:pt x="784" y="10727"/>
                  </a:lnTo>
                  <a:lnTo>
                    <a:pt x="805" y="10727"/>
                  </a:lnTo>
                  <a:lnTo>
                    <a:pt x="784" y="10683"/>
                  </a:lnTo>
                  <a:lnTo>
                    <a:pt x="697" y="10640"/>
                  </a:lnTo>
                  <a:lnTo>
                    <a:pt x="675" y="10618"/>
                  </a:lnTo>
                  <a:lnTo>
                    <a:pt x="131" y="10205"/>
                  </a:lnTo>
                  <a:lnTo>
                    <a:pt x="675" y="10401"/>
                  </a:lnTo>
                  <a:lnTo>
                    <a:pt x="697" y="10401"/>
                  </a:lnTo>
                  <a:lnTo>
                    <a:pt x="784" y="10422"/>
                  </a:lnTo>
                  <a:lnTo>
                    <a:pt x="805" y="10422"/>
                  </a:lnTo>
                  <a:lnTo>
                    <a:pt x="805" y="10401"/>
                  </a:lnTo>
                  <a:lnTo>
                    <a:pt x="718" y="10314"/>
                  </a:lnTo>
                  <a:lnTo>
                    <a:pt x="697" y="10292"/>
                  </a:lnTo>
                  <a:lnTo>
                    <a:pt x="199" y="9836"/>
                  </a:lnTo>
                  <a:lnTo>
                    <a:pt x="199" y="9836"/>
                  </a:lnTo>
                  <a:lnTo>
                    <a:pt x="66" y="979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7"/>
            <p:cNvSpPr/>
            <p:nvPr/>
          </p:nvSpPr>
          <p:spPr>
            <a:xfrm>
              <a:off x="6480125" y="3103825"/>
              <a:ext cx="230650" cy="270900"/>
            </a:xfrm>
            <a:custGeom>
              <a:rect b="b" l="l" r="r" t="t"/>
              <a:pathLst>
                <a:path extrusionOk="0" h="10836" w="9226">
                  <a:moveTo>
                    <a:pt x="8290" y="0"/>
                  </a:moveTo>
                  <a:lnTo>
                    <a:pt x="8290" y="22"/>
                  </a:lnTo>
                  <a:cubicBezTo>
                    <a:pt x="8369" y="91"/>
                    <a:pt x="8460" y="168"/>
                    <a:pt x="8549" y="249"/>
                  </a:cubicBezTo>
                  <a:lnTo>
                    <a:pt x="8549" y="249"/>
                  </a:lnTo>
                  <a:cubicBezTo>
                    <a:pt x="8480" y="223"/>
                    <a:pt x="8414" y="198"/>
                    <a:pt x="8355" y="174"/>
                  </a:cubicBezTo>
                  <a:lnTo>
                    <a:pt x="8355" y="174"/>
                  </a:lnTo>
                  <a:cubicBezTo>
                    <a:pt x="8454" y="273"/>
                    <a:pt x="8571" y="381"/>
                    <a:pt x="8683" y="493"/>
                  </a:cubicBezTo>
                  <a:lnTo>
                    <a:pt x="8683" y="493"/>
                  </a:lnTo>
                  <a:lnTo>
                    <a:pt x="8073" y="283"/>
                  </a:lnTo>
                  <a:lnTo>
                    <a:pt x="8051" y="283"/>
                  </a:lnTo>
                  <a:lnTo>
                    <a:pt x="8051" y="327"/>
                  </a:lnTo>
                  <a:lnTo>
                    <a:pt x="8253" y="519"/>
                  </a:lnTo>
                  <a:lnTo>
                    <a:pt x="8253" y="519"/>
                  </a:lnTo>
                  <a:lnTo>
                    <a:pt x="8834" y="697"/>
                  </a:lnTo>
                  <a:lnTo>
                    <a:pt x="8856" y="697"/>
                  </a:lnTo>
                  <a:lnTo>
                    <a:pt x="8856" y="675"/>
                  </a:lnTo>
                  <a:cubicBezTo>
                    <a:pt x="8802" y="614"/>
                    <a:pt x="8744" y="553"/>
                    <a:pt x="8683" y="493"/>
                  </a:cubicBezTo>
                  <a:lnTo>
                    <a:pt x="8683" y="493"/>
                  </a:lnTo>
                  <a:lnTo>
                    <a:pt x="8834" y="544"/>
                  </a:lnTo>
                  <a:cubicBezTo>
                    <a:pt x="8762" y="449"/>
                    <a:pt x="8658" y="347"/>
                    <a:pt x="8549" y="249"/>
                  </a:cubicBezTo>
                  <a:lnTo>
                    <a:pt x="8549" y="249"/>
                  </a:lnTo>
                  <a:cubicBezTo>
                    <a:pt x="8740" y="320"/>
                    <a:pt x="8958" y="399"/>
                    <a:pt x="9117" y="479"/>
                  </a:cubicBezTo>
                  <a:lnTo>
                    <a:pt x="9226" y="327"/>
                  </a:lnTo>
                  <a:cubicBezTo>
                    <a:pt x="8943" y="218"/>
                    <a:pt x="8595" y="66"/>
                    <a:pt x="8312" y="0"/>
                  </a:cubicBezTo>
                  <a:close/>
                  <a:moveTo>
                    <a:pt x="8051" y="457"/>
                  </a:moveTo>
                  <a:lnTo>
                    <a:pt x="8335" y="727"/>
                  </a:lnTo>
                  <a:lnTo>
                    <a:pt x="8508" y="762"/>
                  </a:lnTo>
                  <a:lnTo>
                    <a:pt x="8253" y="519"/>
                  </a:lnTo>
                  <a:lnTo>
                    <a:pt x="8253" y="519"/>
                  </a:lnTo>
                  <a:lnTo>
                    <a:pt x="8051" y="457"/>
                  </a:lnTo>
                  <a:close/>
                  <a:moveTo>
                    <a:pt x="7942" y="653"/>
                  </a:moveTo>
                  <a:lnTo>
                    <a:pt x="7942" y="675"/>
                  </a:lnTo>
                  <a:lnTo>
                    <a:pt x="8218" y="851"/>
                  </a:lnTo>
                  <a:lnTo>
                    <a:pt x="8218" y="851"/>
                  </a:lnTo>
                  <a:lnTo>
                    <a:pt x="8464" y="892"/>
                  </a:lnTo>
                  <a:lnTo>
                    <a:pt x="8486" y="892"/>
                  </a:lnTo>
                  <a:lnTo>
                    <a:pt x="8486" y="871"/>
                  </a:lnTo>
                  <a:lnTo>
                    <a:pt x="8335" y="727"/>
                  </a:lnTo>
                  <a:lnTo>
                    <a:pt x="7964" y="653"/>
                  </a:lnTo>
                  <a:close/>
                  <a:moveTo>
                    <a:pt x="7311" y="762"/>
                  </a:moveTo>
                  <a:cubicBezTo>
                    <a:pt x="7397" y="859"/>
                    <a:pt x="7494" y="943"/>
                    <a:pt x="7598" y="1018"/>
                  </a:cubicBezTo>
                  <a:lnTo>
                    <a:pt x="7598" y="1018"/>
                  </a:lnTo>
                  <a:lnTo>
                    <a:pt x="8203" y="1241"/>
                  </a:lnTo>
                  <a:lnTo>
                    <a:pt x="8268" y="1262"/>
                  </a:lnTo>
                  <a:lnTo>
                    <a:pt x="8921" y="1480"/>
                  </a:lnTo>
                  <a:lnTo>
                    <a:pt x="8943" y="1480"/>
                  </a:lnTo>
                  <a:lnTo>
                    <a:pt x="8943" y="1458"/>
                  </a:lnTo>
                  <a:lnTo>
                    <a:pt x="8421" y="1132"/>
                  </a:lnTo>
                  <a:lnTo>
                    <a:pt x="8421" y="1132"/>
                  </a:lnTo>
                  <a:lnTo>
                    <a:pt x="8899" y="1306"/>
                  </a:lnTo>
                  <a:lnTo>
                    <a:pt x="8508" y="1045"/>
                  </a:lnTo>
                  <a:lnTo>
                    <a:pt x="8486" y="1023"/>
                  </a:lnTo>
                  <a:lnTo>
                    <a:pt x="8218" y="851"/>
                  </a:lnTo>
                  <a:lnTo>
                    <a:pt x="8218" y="851"/>
                  </a:lnTo>
                  <a:lnTo>
                    <a:pt x="7942" y="805"/>
                  </a:lnTo>
                  <a:lnTo>
                    <a:pt x="8399" y="1110"/>
                  </a:lnTo>
                  <a:lnTo>
                    <a:pt x="8421" y="1132"/>
                  </a:lnTo>
                  <a:lnTo>
                    <a:pt x="8377" y="1110"/>
                  </a:lnTo>
                  <a:cubicBezTo>
                    <a:pt x="8029" y="1001"/>
                    <a:pt x="7659" y="936"/>
                    <a:pt x="7333" y="762"/>
                  </a:cubicBezTo>
                  <a:close/>
                  <a:moveTo>
                    <a:pt x="7376" y="936"/>
                  </a:moveTo>
                  <a:cubicBezTo>
                    <a:pt x="7717" y="1161"/>
                    <a:pt x="7957" y="1320"/>
                    <a:pt x="8128" y="1433"/>
                  </a:cubicBezTo>
                  <a:lnTo>
                    <a:pt x="8128" y="1433"/>
                  </a:lnTo>
                  <a:cubicBezTo>
                    <a:pt x="8318" y="1494"/>
                    <a:pt x="8492" y="1550"/>
                    <a:pt x="8616" y="1589"/>
                  </a:cubicBezTo>
                  <a:cubicBezTo>
                    <a:pt x="8289" y="1392"/>
                    <a:pt x="7913" y="1245"/>
                    <a:pt x="7598" y="1018"/>
                  </a:cubicBezTo>
                  <a:lnTo>
                    <a:pt x="7598" y="1018"/>
                  </a:lnTo>
                  <a:lnTo>
                    <a:pt x="7376" y="936"/>
                  </a:lnTo>
                  <a:close/>
                  <a:moveTo>
                    <a:pt x="7115" y="1110"/>
                  </a:moveTo>
                  <a:lnTo>
                    <a:pt x="7115" y="1132"/>
                  </a:lnTo>
                  <a:lnTo>
                    <a:pt x="7653" y="1464"/>
                  </a:lnTo>
                  <a:lnTo>
                    <a:pt x="7653" y="1464"/>
                  </a:lnTo>
                  <a:cubicBezTo>
                    <a:pt x="8255" y="1657"/>
                    <a:pt x="8290" y="1670"/>
                    <a:pt x="8486" y="1741"/>
                  </a:cubicBezTo>
                  <a:lnTo>
                    <a:pt x="8529" y="1763"/>
                  </a:lnTo>
                  <a:lnTo>
                    <a:pt x="8595" y="1763"/>
                  </a:lnTo>
                  <a:cubicBezTo>
                    <a:pt x="8549" y="1717"/>
                    <a:pt x="8535" y="1703"/>
                    <a:pt x="8128" y="1433"/>
                  </a:cubicBezTo>
                  <a:lnTo>
                    <a:pt x="8128" y="1433"/>
                  </a:lnTo>
                  <a:cubicBezTo>
                    <a:pt x="7787" y="1323"/>
                    <a:pt x="7396" y="1194"/>
                    <a:pt x="7159" y="1110"/>
                  </a:cubicBezTo>
                  <a:close/>
                  <a:moveTo>
                    <a:pt x="5984" y="2350"/>
                  </a:moveTo>
                  <a:lnTo>
                    <a:pt x="6276" y="2729"/>
                  </a:lnTo>
                  <a:lnTo>
                    <a:pt x="6276" y="2729"/>
                  </a:lnTo>
                  <a:lnTo>
                    <a:pt x="6441" y="2764"/>
                  </a:lnTo>
                  <a:lnTo>
                    <a:pt x="6441" y="2764"/>
                  </a:lnTo>
                  <a:lnTo>
                    <a:pt x="6101" y="2388"/>
                  </a:lnTo>
                  <a:lnTo>
                    <a:pt x="6101" y="2388"/>
                  </a:lnTo>
                  <a:lnTo>
                    <a:pt x="5984" y="2350"/>
                  </a:lnTo>
                  <a:close/>
                  <a:moveTo>
                    <a:pt x="6201" y="1241"/>
                  </a:moveTo>
                  <a:lnTo>
                    <a:pt x="6201" y="1262"/>
                  </a:lnTo>
                  <a:cubicBezTo>
                    <a:pt x="6355" y="1353"/>
                    <a:pt x="6531" y="1454"/>
                    <a:pt x="6709" y="1558"/>
                  </a:cubicBezTo>
                  <a:lnTo>
                    <a:pt x="6709" y="1558"/>
                  </a:lnTo>
                  <a:cubicBezTo>
                    <a:pt x="6561" y="1508"/>
                    <a:pt x="6417" y="1460"/>
                    <a:pt x="6288" y="1415"/>
                  </a:cubicBezTo>
                  <a:lnTo>
                    <a:pt x="6288" y="1415"/>
                  </a:lnTo>
                  <a:cubicBezTo>
                    <a:pt x="6615" y="1567"/>
                    <a:pt x="7006" y="1806"/>
                    <a:pt x="7333" y="2002"/>
                  </a:cubicBezTo>
                  <a:lnTo>
                    <a:pt x="7376" y="2024"/>
                  </a:lnTo>
                  <a:cubicBezTo>
                    <a:pt x="7562" y="2140"/>
                    <a:pt x="7784" y="2274"/>
                    <a:pt x="8008" y="2408"/>
                  </a:cubicBezTo>
                  <a:lnTo>
                    <a:pt x="8008" y="2408"/>
                  </a:lnTo>
                  <a:cubicBezTo>
                    <a:pt x="7760" y="2319"/>
                    <a:pt x="7511" y="2226"/>
                    <a:pt x="7311" y="2133"/>
                  </a:cubicBezTo>
                  <a:lnTo>
                    <a:pt x="7267" y="2111"/>
                  </a:lnTo>
                  <a:cubicBezTo>
                    <a:pt x="6767" y="1915"/>
                    <a:pt x="6114" y="1676"/>
                    <a:pt x="5636" y="1523"/>
                  </a:cubicBezTo>
                  <a:lnTo>
                    <a:pt x="5592" y="1523"/>
                  </a:lnTo>
                  <a:lnTo>
                    <a:pt x="5592" y="1545"/>
                  </a:lnTo>
                  <a:cubicBezTo>
                    <a:pt x="5733" y="1634"/>
                    <a:pt x="5889" y="1731"/>
                    <a:pt x="6050" y="1831"/>
                  </a:cubicBezTo>
                  <a:lnTo>
                    <a:pt x="6050" y="1831"/>
                  </a:lnTo>
                  <a:cubicBezTo>
                    <a:pt x="5913" y="1777"/>
                    <a:pt x="5780" y="1725"/>
                    <a:pt x="5657" y="1676"/>
                  </a:cubicBezTo>
                  <a:lnTo>
                    <a:pt x="5657" y="1676"/>
                  </a:lnTo>
                  <a:cubicBezTo>
                    <a:pt x="6006" y="1893"/>
                    <a:pt x="6506" y="2220"/>
                    <a:pt x="6854" y="2437"/>
                  </a:cubicBezTo>
                  <a:lnTo>
                    <a:pt x="6876" y="2459"/>
                  </a:lnTo>
                  <a:lnTo>
                    <a:pt x="7147" y="2637"/>
                  </a:lnTo>
                  <a:lnTo>
                    <a:pt x="7147" y="2637"/>
                  </a:lnTo>
                  <a:lnTo>
                    <a:pt x="7398" y="2720"/>
                  </a:lnTo>
                  <a:lnTo>
                    <a:pt x="7398" y="2720"/>
                  </a:lnTo>
                  <a:lnTo>
                    <a:pt x="6985" y="2437"/>
                  </a:lnTo>
                  <a:lnTo>
                    <a:pt x="6963" y="2416"/>
                  </a:lnTo>
                  <a:cubicBezTo>
                    <a:pt x="6690" y="2229"/>
                    <a:pt x="6361" y="2024"/>
                    <a:pt x="6050" y="1831"/>
                  </a:cubicBezTo>
                  <a:lnTo>
                    <a:pt x="6050" y="1831"/>
                  </a:lnTo>
                  <a:cubicBezTo>
                    <a:pt x="6401" y="1967"/>
                    <a:pt x="6781" y="2110"/>
                    <a:pt x="7093" y="2220"/>
                  </a:cubicBezTo>
                  <a:lnTo>
                    <a:pt x="7159" y="2242"/>
                  </a:lnTo>
                  <a:cubicBezTo>
                    <a:pt x="7550" y="2416"/>
                    <a:pt x="8138" y="2611"/>
                    <a:pt x="8529" y="2764"/>
                  </a:cubicBezTo>
                  <a:lnTo>
                    <a:pt x="8573" y="2764"/>
                  </a:lnTo>
                  <a:lnTo>
                    <a:pt x="8573" y="2742"/>
                  </a:lnTo>
                  <a:cubicBezTo>
                    <a:pt x="8400" y="2640"/>
                    <a:pt x="8204" y="2524"/>
                    <a:pt x="8008" y="2408"/>
                  </a:cubicBezTo>
                  <a:lnTo>
                    <a:pt x="8008" y="2408"/>
                  </a:lnTo>
                  <a:cubicBezTo>
                    <a:pt x="8165" y="2463"/>
                    <a:pt x="8321" y="2517"/>
                    <a:pt x="8464" y="2568"/>
                  </a:cubicBezTo>
                  <a:cubicBezTo>
                    <a:pt x="8160" y="2416"/>
                    <a:pt x="7746" y="2176"/>
                    <a:pt x="7442" y="2002"/>
                  </a:cubicBezTo>
                  <a:lnTo>
                    <a:pt x="7420" y="1980"/>
                  </a:lnTo>
                  <a:cubicBezTo>
                    <a:pt x="7216" y="1853"/>
                    <a:pt x="6960" y="1703"/>
                    <a:pt x="6709" y="1558"/>
                  </a:cubicBezTo>
                  <a:lnTo>
                    <a:pt x="6709" y="1558"/>
                  </a:lnTo>
                  <a:cubicBezTo>
                    <a:pt x="6987" y="1651"/>
                    <a:pt x="7280" y="1750"/>
                    <a:pt x="7507" y="1850"/>
                  </a:cubicBezTo>
                  <a:lnTo>
                    <a:pt x="7550" y="1872"/>
                  </a:lnTo>
                  <a:cubicBezTo>
                    <a:pt x="7877" y="1980"/>
                    <a:pt x="8355" y="2133"/>
                    <a:pt x="8682" y="2285"/>
                  </a:cubicBezTo>
                  <a:lnTo>
                    <a:pt x="8704" y="2285"/>
                  </a:lnTo>
                  <a:lnTo>
                    <a:pt x="8704" y="2242"/>
                  </a:lnTo>
                  <a:cubicBezTo>
                    <a:pt x="8561" y="2165"/>
                    <a:pt x="8397" y="2066"/>
                    <a:pt x="8233" y="1965"/>
                  </a:cubicBezTo>
                  <a:lnTo>
                    <a:pt x="8233" y="1965"/>
                  </a:lnTo>
                  <a:cubicBezTo>
                    <a:pt x="8378" y="2014"/>
                    <a:pt x="8521" y="2062"/>
                    <a:pt x="8638" y="2111"/>
                  </a:cubicBezTo>
                  <a:lnTo>
                    <a:pt x="7877" y="1632"/>
                  </a:lnTo>
                  <a:lnTo>
                    <a:pt x="7855" y="1589"/>
                  </a:lnTo>
                  <a:lnTo>
                    <a:pt x="7653" y="1464"/>
                  </a:lnTo>
                  <a:lnTo>
                    <a:pt x="7653" y="1464"/>
                  </a:lnTo>
                  <a:cubicBezTo>
                    <a:pt x="7519" y="1421"/>
                    <a:pt x="7357" y="1369"/>
                    <a:pt x="7159" y="1306"/>
                  </a:cubicBezTo>
                  <a:lnTo>
                    <a:pt x="7159" y="1306"/>
                  </a:lnTo>
                  <a:cubicBezTo>
                    <a:pt x="7333" y="1415"/>
                    <a:pt x="7594" y="1545"/>
                    <a:pt x="7746" y="1654"/>
                  </a:cubicBezTo>
                  <a:lnTo>
                    <a:pt x="7768" y="1676"/>
                  </a:lnTo>
                  <a:cubicBezTo>
                    <a:pt x="7908" y="1762"/>
                    <a:pt x="8070" y="1865"/>
                    <a:pt x="8233" y="1965"/>
                  </a:cubicBezTo>
                  <a:lnTo>
                    <a:pt x="8233" y="1965"/>
                  </a:lnTo>
                  <a:cubicBezTo>
                    <a:pt x="8053" y="1905"/>
                    <a:pt x="7869" y="1845"/>
                    <a:pt x="7724" y="1785"/>
                  </a:cubicBezTo>
                  <a:lnTo>
                    <a:pt x="7659" y="1763"/>
                  </a:lnTo>
                  <a:cubicBezTo>
                    <a:pt x="7224" y="1589"/>
                    <a:pt x="6658" y="1415"/>
                    <a:pt x="6223" y="1241"/>
                  </a:cubicBezTo>
                  <a:close/>
                  <a:moveTo>
                    <a:pt x="5701" y="2611"/>
                  </a:moveTo>
                  <a:lnTo>
                    <a:pt x="5701" y="2633"/>
                  </a:lnTo>
                  <a:lnTo>
                    <a:pt x="5775" y="2707"/>
                  </a:lnTo>
                  <a:lnTo>
                    <a:pt x="5775" y="2707"/>
                  </a:lnTo>
                  <a:lnTo>
                    <a:pt x="6332" y="2851"/>
                  </a:lnTo>
                  <a:lnTo>
                    <a:pt x="6354" y="2851"/>
                  </a:lnTo>
                  <a:lnTo>
                    <a:pt x="6354" y="2829"/>
                  </a:lnTo>
                  <a:lnTo>
                    <a:pt x="6276" y="2729"/>
                  </a:lnTo>
                  <a:lnTo>
                    <a:pt x="6276" y="2729"/>
                  </a:lnTo>
                  <a:lnTo>
                    <a:pt x="5723" y="2611"/>
                  </a:lnTo>
                  <a:close/>
                  <a:moveTo>
                    <a:pt x="6027" y="2285"/>
                  </a:moveTo>
                  <a:lnTo>
                    <a:pt x="6027" y="2307"/>
                  </a:lnTo>
                  <a:lnTo>
                    <a:pt x="6101" y="2388"/>
                  </a:lnTo>
                  <a:lnTo>
                    <a:pt x="6101" y="2388"/>
                  </a:lnTo>
                  <a:lnTo>
                    <a:pt x="6658" y="2568"/>
                  </a:lnTo>
                  <a:lnTo>
                    <a:pt x="6724" y="2611"/>
                  </a:lnTo>
                  <a:lnTo>
                    <a:pt x="7420" y="2851"/>
                  </a:lnTo>
                  <a:lnTo>
                    <a:pt x="7442" y="2851"/>
                  </a:lnTo>
                  <a:lnTo>
                    <a:pt x="7442" y="2829"/>
                  </a:lnTo>
                  <a:lnTo>
                    <a:pt x="7147" y="2637"/>
                  </a:lnTo>
                  <a:lnTo>
                    <a:pt x="7147" y="2637"/>
                  </a:lnTo>
                  <a:lnTo>
                    <a:pt x="6876" y="2546"/>
                  </a:lnTo>
                  <a:lnTo>
                    <a:pt x="6811" y="2524"/>
                  </a:lnTo>
                  <a:lnTo>
                    <a:pt x="6071" y="2285"/>
                  </a:lnTo>
                  <a:close/>
                  <a:moveTo>
                    <a:pt x="5657" y="2677"/>
                  </a:moveTo>
                  <a:lnTo>
                    <a:pt x="5865" y="2884"/>
                  </a:lnTo>
                  <a:lnTo>
                    <a:pt x="6006" y="2938"/>
                  </a:lnTo>
                  <a:lnTo>
                    <a:pt x="5775" y="2707"/>
                  </a:lnTo>
                  <a:lnTo>
                    <a:pt x="5775" y="2707"/>
                  </a:lnTo>
                  <a:lnTo>
                    <a:pt x="5657" y="2677"/>
                  </a:lnTo>
                  <a:close/>
                  <a:moveTo>
                    <a:pt x="4395" y="4069"/>
                  </a:moveTo>
                  <a:lnTo>
                    <a:pt x="4547" y="4172"/>
                  </a:lnTo>
                  <a:lnTo>
                    <a:pt x="4547" y="4172"/>
                  </a:lnTo>
                  <a:lnTo>
                    <a:pt x="4744" y="4243"/>
                  </a:lnTo>
                  <a:lnTo>
                    <a:pt x="4574" y="4125"/>
                  </a:lnTo>
                  <a:lnTo>
                    <a:pt x="4395" y="4069"/>
                  </a:lnTo>
                  <a:close/>
                  <a:moveTo>
                    <a:pt x="5244" y="2655"/>
                  </a:moveTo>
                  <a:lnTo>
                    <a:pt x="5244" y="2677"/>
                  </a:lnTo>
                  <a:cubicBezTo>
                    <a:pt x="5280" y="2723"/>
                    <a:pt x="5323" y="2771"/>
                    <a:pt x="5368" y="2820"/>
                  </a:cubicBezTo>
                  <a:lnTo>
                    <a:pt x="5368" y="2820"/>
                  </a:lnTo>
                  <a:lnTo>
                    <a:pt x="5222" y="2764"/>
                  </a:lnTo>
                  <a:lnTo>
                    <a:pt x="5222" y="2764"/>
                  </a:lnTo>
                  <a:cubicBezTo>
                    <a:pt x="5337" y="2911"/>
                    <a:pt x="5513" y="3071"/>
                    <a:pt x="5659" y="3225"/>
                  </a:cubicBezTo>
                  <a:lnTo>
                    <a:pt x="5659" y="3225"/>
                  </a:lnTo>
                  <a:cubicBezTo>
                    <a:pt x="5266" y="3071"/>
                    <a:pt x="4782" y="2917"/>
                    <a:pt x="4417" y="2764"/>
                  </a:cubicBezTo>
                  <a:lnTo>
                    <a:pt x="4395" y="2764"/>
                  </a:lnTo>
                  <a:lnTo>
                    <a:pt x="4395" y="2785"/>
                  </a:lnTo>
                  <a:cubicBezTo>
                    <a:pt x="4523" y="2866"/>
                    <a:pt x="4663" y="2948"/>
                    <a:pt x="4807" y="3032"/>
                  </a:cubicBezTo>
                  <a:lnTo>
                    <a:pt x="4807" y="3032"/>
                  </a:lnTo>
                  <a:cubicBezTo>
                    <a:pt x="4716" y="2998"/>
                    <a:pt x="4629" y="2966"/>
                    <a:pt x="4548" y="2938"/>
                  </a:cubicBezTo>
                  <a:lnTo>
                    <a:pt x="4548" y="2938"/>
                  </a:lnTo>
                  <a:cubicBezTo>
                    <a:pt x="4896" y="3112"/>
                    <a:pt x="5331" y="3395"/>
                    <a:pt x="5679" y="3591"/>
                  </a:cubicBezTo>
                  <a:lnTo>
                    <a:pt x="5701" y="3612"/>
                  </a:lnTo>
                  <a:cubicBezTo>
                    <a:pt x="5882" y="3729"/>
                    <a:pt x="6110" y="3861"/>
                    <a:pt x="6333" y="3990"/>
                  </a:cubicBezTo>
                  <a:lnTo>
                    <a:pt x="6333" y="3990"/>
                  </a:lnTo>
                  <a:cubicBezTo>
                    <a:pt x="6109" y="3907"/>
                    <a:pt x="5856" y="3819"/>
                    <a:pt x="5657" y="3743"/>
                  </a:cubicBezTo>
                  <a:lnTo>
                    <a:pt x="5592" y="3721"/>
                  </a:lnTo>
                  <a:cubicBezTo>
                    <a:pt x="5179" y="3547"/>
                    <a:pt x="4635" y="3373"/>
                    <a:pt x="4243" y="3199"/>
                  </a:cubicBezTo>
                  <a:lnTo>
                    <a:pt x="4200" y="3199"/>
                  </a:lnTo>
                  <a:lnTo>
                    <a:pt x="4200" y="3221"/>
                  </a:lnTo>
                  <a:cubicBezTo>
                    <a:pt x="4267" y="3275"/>
                    <a:pt x="4341" y="3329"/>
                    <a:pt x="4419" y="3385"/>
                  </a:cubicBezTo>
                  <a:lnTo>
                    <a:pt x="4419" y="3385"/>
                  </a:lnTo>
                  <a:cubicBezTo>
                    <a:pt x="4373" y="3366"/>
                    <a:pt x="4329" y="3348"/>
                    <a:pt x="4287" y="3329"/>
                  </a:cubicBezTo>
                  <a:lnTo>
                    <a:pt x="4287" y="3329"/>
                  </a:lnTo>
                  <a:cubicBezTo>
                    <a:pt x="4569" y="3547"/>
                    <a:pt x="4939" y="3830"/>
                    <a:pt x="5244" y="4026"/>
                  </a:cubicBezTo>
                  <a:lnTo>
                    <a:pt x="5266" y="4047"/>
                  </a:lnTo>
                  <a:lnTo>
                    <a:pt x="5694" y="4338"/>
                  </a:lnTo>
                  <a:lnTo>
                    <a:pt x="5694" y="4338"/>
                  </a:lnTo>
                  <a:lnTo>
                    <a:pt x="5810" y="4374"/>
                  </a:lnTo>
                  <a:lnTo>
                    <a:pt x="5353" y="4047"/>
                  </a:lnTo>
                  <a:lnTo>
                    <a:pt x="5331" y="4026"/>
                  </a:lnTo>
                  <a:cubicBezTo>
                    <a:pt x="5072" y="3819"/>
                    <a:pt x="4717" y="3598"/>
                    <a:pt x="4419" y="3385"/>
                  </a:cubicBezTo>
                  <a:lnTo>
                    <a:pt x="4419" y="3385"/>
                  </a:lnTo>
                  <a:cubicBezTo>
                    <a:pt x="4749" y="3518"/>
                    <a:pt x="5156" y="3650"/>
                    <a:pt x="5462" y="3765"/>
                  </a:cubicBezTo>
                  <a:lnTo>
                    <a:pt x="5527" y="3808"/>
                  </a:lnTo>
                  <a:cubicBezTo>
                    <a:pt x="5875" y="3939"/>
                    <a:pt x="6354" y="4134"/>
                    <a:pt x="6745" y="4265"/>
                  </a:cubicBezTo>
                  <a:lnTo>
                    <a:pt x="6767" y="4265"/>
                  </a:lnTo>
                  <a:lnTo>
                    <a:pt x="6767" y="4243"/>
                  </a:lnTo>
                  <a:cubicBezTo>
                    <a:pt x="6635" y="4164"/>
                    <a:pt x="6485" y="4077"/>
                    <a:pt x="6333" y="3990"/>
                  </a:cubicBezTo>
                  <a:lnTo>
                    <a:pt x="6333" y="3990"/>
                  </a:lnTo>
                  <a:cubicBezTo>
                    <a:pt x="6427" y="4025"/>
                    <a:pt x="6516" y="4059"/>
                    <a:pt x="6593" y="4091"/>
                  </a:cubicBezTo>
                  <a:lnTo>
                    <a:pt x="5788" y="3612"/>
                  </a:lnTo>
                  <a:lnTo>
                    <a:pt x="5766" y="3591"/>
                  </a:lnTo>
                  <a:cubicBezTo>
                    <a:pt x="5480" y="3410"/>
                    <a:pt x="5132" y="3219"/>
                    <a:pt x="4807" y="3032"/>
                  </a:cubicBezTo>
                  <a:lnTo>
                    <a:pt x="4807" y="3032"/>
                  </a:lnTo>
                  <a:cubicBezTo>
                    <a:pt x="5130" y="3151"/>
                    <a:pt x="5494" y="3293"/>
                    <a:pt x="5766" y="3395"/>
                  </a:cubicBezTo>
                  <a:lnTo>
                    <a:pt x="5788" y="3395"/>
                  </a:lnTo>
                  <a:lnTo>
                    <a:pt x="5788" y="3373"/>
                  </a:lnTo>
                  <a:cubicBezTo>
                    <a:pt x="5750" y="3325"/>
                    <a:pt x="5706" y="3275"/>
                    <a:pt x="5659" y="3225"/>
                  </a:cubicBezTo>
                  <a:lnTo>
                    <a:pt x="5659" y="3225"/>
                  </a:lnTo>
                  <a:cubicBezTo>
                    <a:pt x="5711" y="3245"/>
                    <a:pt x="5761" y="3266"/>
                    <a:pt x="5810" y="3286"/>
                  </a:cubicBezTo>
                  <a:cubicBezTo>
                    <a:pt x="5694" y="3137"/>
                    <a:pt x="5514" y="2975"/>
                    <a:pt x="5368" y="2820"/>
                  </a:cubicBezTo>
                  <a:lnTo>
                    <a:pt x="5368" y="2820"/>
                  </a:lnTo>
                  <a:lnTo>
                    <a:pt x="5962" y="3047"/>
                  </a:lnTo>
                  <a:lnTo>
                    <a:pt x="5984" y="3047"/>
                  </a:lnTo>
                  <a:lnTo>
                    <a:pt x="5984" y="3003"/>
                  </a:lnTo>
                  <a:lnTo>
                    <a:pt x="5865" y="2884"/>
                  </a:lnTo>
                  <a:lnTo>
                    <a:pt x="5266" y="2655"/>
                  </a:lnTo>
                  <a:close/>
                  <a:moveTo>
                    <a:pt x="4178" y="4200"/>
                  </a:moveTo>
                  <a:lnTo>
                    <a:pt x="4314" y="4356"/>
                  </a:lnTo>
                  <a:lnTo>
                    <a:pt x="4314" y="4356"/>
                  </a:lnTo>
                  <a:lnTo>
                    <a:pt x="4461" y="4396"/>
                  </a:lnTo>
                  <a:lnTo>
                    <a:pt x="4337" y="4253"/>
                  </a:lnTo>
                  <a:lnTo>
                    <a:pt x="4337" y="4253"/>
                  </a:lnTo>
                  <a:lnTo>
                    <a:pt x="4178" y="4200"/>
                  </a:lnTo>
                  <a:close/>
                  <a:moveTo>
                    <a:pt x="4178" y="4047"/>
                  </a:moveTo>
                  <a:lnTo>
                    <a:pt x="4178" y="4069"/>
                  </a:lnTo>
                  <a:lnTo>
                    <a:pt x="4337" y="4253"/>
                  </a:lnTo>
                  <a:lnTo>
                    <a:pt x="4337" y="4253"/>
                  </a:lnTo>
                  <a:lnTo>
                    <a:pt x="4831" y="4417"/>
                  </a:lnTo>
                  <a:lnTo>
                    <a:pt x="4874" y="4417"/>
                  </a:lnTo>
                  <a:lnTo>
                    <a:pt x="4874" y="4396"/>
                  </a:lnTo>
                  <a:lnTo>
                    <a:pt x="4547" y="4172"/>
                  </a:lnTo>
                  <a:lnTo>
                    <a:pt x="4547" y="4172"/>
                  </a:lnTo>
                  <a:lnTo>
                    <a:pt x="4200" y="4047"/>
                  </a:lnTo>
                  <a:close/>
                  <a:moveTo>
                    <a:pt x="4308" y="3917"/>
                  </a:moveTo>
                  <a:lnTo>
                    <a:pt x="4308" y="3939"/>
                  </a:lnTo>
                  <a:lnTo>
                    <a:pt x="4574" y="4125"/>
                  </a:lnTo>
                  <a:lnTo>
                    <a:pt x="5026" y="4265"/>
                  </a:lnTo>
                  <a:lnTo>
                    <a:pt x="5092" y="4265"/>
                  </a:lnTo>
                  <a:lnTo>
                    <a:pt x="5853" y="4483"/>
                  </a:lnTo>
                  <a:lnTo>
                    <a:pt x="5875" y="4483"/>
                  </a:lnTo>
                  <a:lnTo>
                    <a:pt x="5875" y="4461"/>
                  </a:lnTo>
                  <a:lnTo>
                    <a:pt x="5694" y="4338"/>
                  </a:lnTo>
                  <a:lnTo>
                    <a:pt x="5694" y="4338"/>
                  </a:lnTo>
                  <a:lnTo>
                    <a:pt x="5179" y="4178"/>
                  </a:lnTo>
                  <a:lnTo>
                    <a:pt x="5135" y="4156"/>
                  </a:lnTo>
                  <a:lnTo>
                    <a:pt x="4352" y="3917"/>
                  </a:lnTo>
                  <a:close/>
                  <a:moveTo>
                    <a:pt x="4091" y="4309"/>
                  </a:moveTo>
                  <a:lnTo>
                    <a:pt x="4091" y="4352"/>
                  </a:lnTo>
                  <a:lnTo>
                    <a:pt x="4243" y="4483"/>
                  </a:lnTo>
                  <a:lnTo>
                    <a:pt x="4047" y="4417"/>
                  </a:lnTo>
                  <a:lnTo>
                    <a:pt x="4026" y="4461"/>
                  </a:lnTo>
                  <a:lnTo>
                    <a:pt x="4026" y="4483"/>
                  </a:lnTo>
                  <a:lnTo>
                    <a:pt x="4171" y="4619"/>
                  </a:lnTo>
                  <a:lnTo>
                    <a:pt x="4171" y="4619"/>
                  </a:lnTo>
                  <a:lnTo>
                    <a:pt x="4243" y="4635"/>
                  </a:lnTo>
                  <a:lnTo>
                    <a:pt x="4265" y="4635"/>
                  </a:lnTo>
                  <a:lnTo>
                    <a:pt x="4265" y="4613"/>
                  </a:lnTo>
                  <a:lnTo>
                    <a:pt x="4134" y="4483"/>
                  </a:lnTo>
                  <a:lnTo>
                    <a:pt x="4439" y="4570"/>
                  </a:lnTo>
                  <a:lnTo>
                    <a:pt x="4461" y="4570"/>
                  </a:lnTo>
                  <a:lnTo>
                    <a:pt x="4461" y="4526"/>
                  </a:lnTo>
                  <a:lnTo>
                    <a:pt x="4314" y="4356"/>
                  </a:lnTo>
                  <a:lnTo>
                    <a:pt x="4314" y="4356"/>
                  </a:lnTo>
                  <a:lnTo>
                    <a:pt x="4134" y="4309"/>
                  </a:lnTo>
                  <a:close/>
                  <a:moveTo>
                    <a:pt x="4047" y="4591"/>
                  </a:moveTo>
                  <a:lnTo>
                    <a:pt x="4242" y="4786"/>
                  </a:lnTo>
                  <a:lnTo>
                    <a:pt x="4242" y="4786"/>
                  </a:lnTo>
                  <a:lnTo>
                    <a:pt x="4374" y="4809"/>
                  </a:lnTo>
                  <a:lnTo>
                    <a:pt x="4171" y="4619"/>
                  </a:lnTo>
                  <a:lnTo>
                    <a:pt x="4171" y="4619"/>
                  </a:lnTo>
                  <a:lnTo>
                    <a:pt x="4047" y="4591"/>
                  </a:lnTo>
                  <a:close/>
                  <a:moveTo>
                    <a:pt x="3612" y="4678"/>
                  </a:moveTo>
                  <a:lnTo>
                    <a:pt x="3612" y="4700"/>
                  </a:lnTo>
                  <a:lnTo>
                    <a:pt x="3756" y="4831"/>
                  </a:lnTo>
                  <a:lnTo>
                    <a:pt x="4352" y="4940"/>
                  </a:lnTo>
                  <a:lnTo>
                    <a:pt x="4374" y="4940"/>
                  </a:lnTo>
                  <a:lnTo>
                    <a:pt x="4374" y="4918"/>
                  </a:lnTo>
                  <a:lnTo>
                    <a:pt x="4242" y="4786"/>
                  </a:lnTo>
                  <a:lnTo>
                    <a:pt x="4242" y="4786"/>
                  </a:lnTo>
                  <a:lnTo>
                    <a:pt x="3634" y="4678"/>
                  </a:lnTo>
                  <a:close/>
                  <a:moveTo>
                    <a:pt x="3634" y="4809"/>
                  </a:moveTo>
                  <a:lnTo>
                    <a:pt x="3966" y="5098"/>
                  </a:lnTo>
                  <a:lnTo>
                    <a:pt x="3966" y="5098"/>
                  </a:lnTo>
                  <a:cubicBezTo>
                    <a:pt x="3696" y="5019"/>
                    <a:pt x="3352" y="4933"/>
                    <a:pt x="3090" y="4896"/>
                  </a:cubicBezTo>
                  <a:lnTo>
                    <a:pt x="3068" y="4918"/>
                  </a:lnTo>
                  <a:lnTo>
                    <a:pt x="3068" y="4940"/>
                  </a:lnTo>
                  <a:lnTo>
                    <a:pt x="3211" y="5082"/>
                  </a:lnTo>
                  <a:lnTo>
                    <a:pt x="3211" y="5082"/>
                  </a:lnTo>
                  <a:cubicBezTo>
                    <a:pt x="3169" y="5071"/>
                    <a:pt x="3129" y="5059"/>
                    <a:pt x="3090" y="5048"/>
                  </a:cubicBezTo>
                  <a:lnTo>
                    <a:pt x="3090" y="5048"/>
                  </a:lnTo>
                  <a:cubicBezTo>
                    <a:pt x="3241" y="5199"/>
                    <a:pt x="3418" y="5389"/>
                    <a:pt x="3580" y="5558"/>
                  </a:cubicBezTo>
                  <a:lnTo>
                    <a:pt x="3580" y="5558"/>
                  </a:lnTo>
                  <a:cubicBezTo>
                    <a:pt x="3629" y="5569"/>
                    <a:pt x="3676" y="5581"/>
                    <a:pt x="3721" y="5592"/>
                  </a:cubicBezTo>
                  <a:lnTo>
                    <a:pt x="3211" y="5082"/>
                  </a:lnTo>
                  <a:lnTo>
                    <a:pt x="3211" y="5082"/>
                  </a:lnTo>
                  <a:cubicBezTo>
                    <a:pt x="3498" y="5162"/>
                    <a:pt x="3844" y="5250"/>
                    <a:pt x="4091" y="5288"/>
                  </a:cubicBezTo>
                  <a:lnTo>
                    <a:pt x="4134" y="5266"/>
                  </a:lnTo>
                  <a:lnTo>
                    <a:pt x="4134" y="5244"/>
                  </a:lnTo>
                  <a:lnTo>
                    <a:pt x="3966" y="5098"/>
                  </a:lnTo>
                  <a:lnTo>
                    <a:pt x="3966" y="5098"/>
                  </a:lnTo>
                  <a:cubicBezTo>
                    <a:pt x="4010" y="5111"/>
                    <a:pt x="4052" y="5123"/>
                    <a:pt x="4091" y="5135"/>
                  </a:cubicBezTo>
                  <a:lnTo>
                    <a:pt x="3756" y="4831"/>
                  </a:lnTo>
                  <a:lnTo>
                    <a:pt x="3634" y="4809"/>
                  </a:lnTo>
                  <a:close/>
                  <a:moveTo>
                    <a:pt x="2524" y="5331"/>
                  </a:moveTo>
                  <a:lnTo>
                    <a:pt x="2524" y="5353"/>
                  </a:lnTo>
                  <a:cubicBezTo>
                    <a:pt x="2582" y="5401"/>
                    <a:pt x="2646" y="5451"/>
                    <a:pt x="2714" y="5503"/>
                  </a:cubicBezTo>
                  <a:lnTo>
                    <a:pt x="2714" y="5503"/>
                  </a:lnTo>
                  <a:cubicBezTo>
                    <a:pt x="2656" y="5489"/>
                    <a:pt x="2599" y="5475"/>
                    <a:pt x="2546" y="5462"/>
                  </a:cubicBezTo>
                  <a:lnTo>
                    <a:pt x="2546" y="5462"/>
                  </a:lnTo>
                  <a:cubicBezTo>
                    <a:pt x="2785" y="5658"/>
                    <a:pt x="3155" y="5897"/>
                    <a:pt x="3395" y="6093"/>
                  </a:cubicBezTo>
                  <a:lnTo>
                    <a:pt x="3416" y="6114"/>
                  </a:lnTo>
                  <a:lnTo>
                    <a:pt x="3820" y="6403"/>
                  </a:lnTo>
                  <a:lnTo>
                    <a:pt x="3820" y="6403"/>
                  </a:lnTo>
                  <a:lnTo>
                    <a:pt x="3938" y="6441"/>
                  </a:lnTo>
                  <a:lnTo>
                    <a:pt x="3938" y="6441"/>
                  </a:lnTo>
                  <a:lnTo>
                    <a:pt x="3482" y="6093"/>
                  </a:lnTo>
                  <a:lnTo>
                    <a:pt x="3438" y="6049"/>
                  </a:lnTo>
                  <a:cubicBezTo>
                    <a:pt x="3235" y="5880"/>
                    <a:pt x="2952" y="5684"/>
                    <a:pt x="2714" y="5503"/>
                  </a:cubicBezTo>
                  <a:lnTo>
                    <a:pt x="2714" y="5503"/>
                  </a:lnTo>
                  <a:cubicBezTo>
                    <a:pt x="3037" y="5581"/>
                    <a:pt x="3423" y="5668"/>
                    <a:pt x="3699" y="5723"/>
                  </a:cubicBezTo>
                  <a:lnTo>
                    <a:pt x="3721" y="5723"/>
                  </a:lnTo>
                  <a:lnTo>
                    <a:pt x="3721" y="5701"/>
                  </a:lnTo>
                  <a:cubicBezTo>
                    <a:pt x="3676" y="5656"/>
                    <a:pt x="3629" y="5608"/>
                    <a:pt x="3580" y="5558"/>
                  </a:cubicBezTo>
                  <a:lnTo>
                    <a:pt x="3580" y="5558"/>
                  </a:lnTo>
                  <a:cubicBezTo>
                    <a:pt x="3252" y="5478"/>
                    <a:pt x="2849" y="5388"/>
                    <a:pt x="2546" y="5331"/>
                  </a:cubicBezTo>
                  <a:close/>
                  <a:moveTo>
                    <a:pt x="2002" y="5810"/>
                  </a:moveTo>
                  <a:lnTo>
                    <a:pt x="2002" y="5832"/>
                  </a:lnTo>
                  <a:cubicBezTo>
                    <a:pt x="2057" y="5877"/>
                    <a:pt x="2119" y="5924"/>
                    <a:pt x="2184" y="5972"/>
                  </a:cubicBezTo>
                  <a:lnTo>
                    <a:pt x="2184" y="5972"/>
                  </a:lnTo>
                  <a:cubicBezTo>
                    <a:pt x="2152" y="5961"/>
                    <a:pt x="2120" y="5951"/>
                    <a:pt x="2089" y="5940"/>
                  </a:cubicBezTo>
                  <a:lnTo>
                    <a:pt x="2089" y="5940"/>
                  </a:lnTo>
                  <a:cubicBezTo>
                    <a:pt x="2247" y="6070"/>
                    <a:pt x="2453" y="6238"/>
                    <a:pt x="2657" y="6387"/>
                  </a:cubicBezTo>
                  <a:lnTo>
                    <a:pt x="2657" y="6387"/>
                  </a:lnTo>
                  <a:cubicBezTo>
                    <a:pt x="2293" y="6244"/>
                    <a:pt x="1857" y="6069"/>
                    <a:pt x="1545" y="5940"/>
                  </a:cubicBezTo>
                  <a:lnTo>
                    <a:pt x="1523" y="5940"/>
                  </a:lnTo>
                  <a:lnTo>
                    <a:pt x="1523" y="5984"/>
                  </a:lnTo>
                  <a:cubicBezTo>
                    <a:pt x="1602" y="6039"/>
                    <a:pt x="1689" y="6101"/>
                    <a:pt x="1780" y="6166"/>
                  </a:cubicBezTo>
                  <a:lnTo>
                    <a:pt x="1780" y="6166"/>
                  </a:lnTo>
                  <a:cubicBezTo>
                    <a:pt x="1736" y="6148"/>
                    <a:pt x="1694" y="6131"/>
                    <a:pt x="1654" y="6114"/>
                  </a:cubicBezTo>
                  <a:lnTo>
                    <a:pt x="1654" y="6114"/>
                  </a:lnTo>
                  <a:cubicBezTo>
                    <a:pt x="1980" y="6354"/>
                    <a:pt x="2437" y="6658"/>
                    <a:pt x="2764" y="6898"/>
                  </a:cubicBezTo>
                  <a:lnTo>
                    <a:pt x="2785" y="6920"/>
                  </a:lnTo>
                  <a:cubicBezTo>
                    <a:pt x="3019" y="7081"/>
                    <a:pt x="3297" y="7272"/>
                    <a:pt x="3546" y="7444"/>
                  </a:cubicBezTo>
                  <a:lnTo>
                    <a:pt x="3546" y="7444"/>
                  </a:lnTo>
                  <a:cubicBezTo>
                    <a:pt x="3260" y="7382"/>
                    <a:pt x="2930" y="7303"/>
                    <a:pt x="2655" y="7224"/>
                  </a:cubicBezTo>
                  <a:lnTo>
                    <a:pt x="2611" y="7224"/>
                  </a:lnTo>
                  <a:cubicBezTo>
                    <a:pt x="2307" y="7137"/>
                    <a:pt x="1915" y="7072"/>
                    <a:pt x="1632" y="6985"/>
                  </a:cubicBezTo>
                  <a:lnTo>
                    <a:pt x="1589" y="7007"/>
                  </a:lnTo>
                  <a:lnTo>
                    <a:pt x="1589" y="7028"/>
                  </a:lnTo>
                  <a:lnTo>
                    <a:pt x="1825" y="7170"/>
                  </a:lnTo>
                  <a:lnTo>
                    <a:pt x="1825" y="7170"/>
                  </a:lnTo>
                  <a:cubicBezTo>
                    <a:pt x="1782" y="7159"/>
                    <a:pt x="1739" y="7148"/>
                    <a:pt x="1697" y="7137"/>
                  </a:cubicBezTo>
                  <a:lnTo>
                    <a:pt x="1697" y="7137"/>
                  </a:lnTo>
                  <a:lnTo>
                    <a:pt x="2123" y="7393"/>
                  </a:lnTo>
                  <a:lnTo>
                    <a:pt x="2123" y="7393"/>
                  </a:lnTo>
                  <a:cubicBezTo>
                    <a:pt x="2164" y="7401"/>
                    <a:pt x="2203" y="7410"/>
                    <a:pt x="2241" y="7420"/>
                  </a:cubicBezTo>
                  <a:lnTo>
                    <a:pt x="1825" y="7170"/>
                  </a:lnTo>
                  <a:lnTo>
                    <a:pt x="1825" y="7170"/>
                  </a:lnTo>
                  <a:cubicBezTo>
                    <a:pt x="2049" y="7229"/>
                    <a:pt x="2283" y="7296"/>
                    <a:pt x="2502" y="7333"/>
                  </a:cubicBezTo>
                  <a:lnTo>
                    <a:pt x="2546" y="7333"/>
                  </a:lnTo>
                  <a:cubicBezTo>
                    <a:pt x="2872" y="7420"/>
                    <a:pt x="3329" y="7529"/>
                    <a:pt x="3656" y="7616"/>
                  </a:cubicBezTo>
                  <a:lnTo>
                    <a:pt x="3699" y="7572"/>
                  </a:lnTo>
                  <a:lnTo>
                    <a:pt x="3699" y="7550"/>
                  </a:lnTo>
                  <a:cubicBezTo>
                    <a:pt x="3650" y="7516"/>
                    <a:pt x="3598" y="7481"/>
                    <a:pt x="3546" y="7444"/>
                  </a:cubicBezTo>
                  <a:lnTo>
                    <a:pt x="3546" y="7444"/>
                  </a:lnTo>
                  <a:cubicBezTo>
                    <a:pt x="3576" y="7451"/>
                    <a:pt x="3605" y="7457"/>
                    <a:pt x="3634" y="7463"/>
                  </a:cubicBezTo>
                  <a:cubicBezTo>
                    <a:pt x="3395" y="7311"/>
                    <a:pt x="3090" y="7094"/>
                    <a:pt x="2851" y="6920"/>
                  </a:cubicBezTo>
                  <a:lnTo>
                    <a:pt x="2829" y="6898"/>
                  </a:lnTo>
                  <a:cubicBezTo>
                    <a:pt x="2520" y="6692"/>
                    <a:pt x="2118" y="6406"/>
                    <a:pt x="1780" y="6166"/>
                  </a:cubicBezTo>
                  <a:lnTo>
                    <a:pt x="1780" y="6166"/>
                  </a:lnTo>
                  <a:cubicBezTo>
                    <a:pt x="2136" y="6309"/>
                    <a:pt x="2589" y="6482"/>
                    <a:pt x="2938" y="6637"/>
                  </a:cubicBezTo>
                  <a:lnTo>
                    <a:pt x="2959" y="6637"/>
                  </a:lnTo>
                  <a:lnTo>
                    <a:pt x="2959" y="6593"/>
                  </a:lnTo>
                  <a:cubicBezTo>
                    <a:pt x="2864" y="6534"/>
                    <a:pt x="2761" y="6463"/>
                    <a:pt x="2657" y="6387"/>
                  </a:cubicBezTo>
                  <a:lnTo>
                    <a:pt x="2657" y="6387"/>
                  </a:lnTo>
                  <a:cubicBezTo>
                    <a:pt x="2724" y="6413"/>
                    <a:pt x="2789" y="6439"/>
                    <a:pt x="2851" y="6463"/>
                  </a:cubicBezTo>
                  <a:cubicBezTo>
                    <a:pt x="2666" y="6312"/>
                    <a:pt x="2404" y="6135"/>
                    <a:pt x="2184" y="5972"/>
                  </a:cubicBezTo>
                  <a:lnTo>
                    <a:pt x="2184" y="5972"/>
                  </a:lnTo>
                  <a:cubicBezTo>
                    <a:pt x="2497" y="6078"/>
                    <a:pt x="2881" y="6212"/>
                    <a:pt x="3177" y="6310"/>
                  </a:cubicBezTo>
                  <a:lnTo>
                    <a:pt x="3220" y="6332"/>
                  </a:lnTo>
                  <a:lnTo>
                    <a:pt x="3982" y="6571"/>
                  </a:lnTo>
                  <a:lnTo>
                    <a:pt x="4026" y="6571"/>
                  </a:lnTo>
                  <a:lnTo>
                    <a:pt x="4026" y="6550"/>
                  </a:lnTo>
                  <a:lnTo>
                    <a:pt x="3820" y="6403"/>
                  </a:lnTo>
                  <a:lnTo>
                    <a:pt x="3820" y="6403"/>
                  </a:lnTo>
                  <a:lnTo>
                    <a:pt x="3329" y="6245"/>
                  </a:lnTo>
                  <a:lnTo>
                    <a:pt x="3286" y="6223"/>
                  </a:lnTo>
                  <a:cubicBezTo>
                    <a:pt x="2894" y="6114"/>
                    <a:pt x="2415" y="5940"/>
                    <a:pt x="2024" y="5810"/>
                  </a:cubicBezTo>
                  <a:close/>
                  <a:moveTo>
                    <a:pt x="1371" y="7246"/>
                  </a:moveTo>
                  <a:lnTo>
                    <a:pt x="1349" y="7289"/>
                  </a:lnTo>
                  <a:lnTo>
                    <a:pt x="1349" y="7311"/>
                  </a:lnTo>
                  <a:lnTo>
                    <a:pt x="1562" y="7436"/>
                  </a:lnTo>
                  <a:lnTo>
                    <a:pt x="1562" y="7436"/>
                  </a:lnTo>
                  <a:cubicBezTo>
                    <a:pt x="1527" y="7431"/>
                    <a:pt x="1492" y="7425"/>
                    <a:pt x="1458" y="7420"/>
                  </a:cubicBezTo>
                  <a:lnTo>
                    <a:pt x="1458" y="7420"/>
                  </a:lnTo>
                  <a:lnTo>
                    <a:pt x="1994" y="7726"/>
                  </a:lnTo>
                  <a:lnTo>
                    <a:pt x="1994" y="7726"/>
                  </a:lnTo>
                  <a:cubicBezTo>
                    <a:pt x="1710" y="7668"/>
                    <a:pt x="1384" y="7607"/>
                    <a:pt x="1110" y="7529"/>
                  </a:cubicBezTo>
                  <a:lnTo>
                    <a:pt x="1088" y="7550"/>
                  </a:lnTo>
                  <a:lnTo>
                    <a:pt x="1088" y="7572"/>
                  </a:lnTo>
                  <a:lnTo>
                    <a:pt x="1271" y="7698"/>
                  </a:lnTo>
                  <a:lnTo>
                    <a:pt x="1271" y="7698"/>
                  </a:lnTo>
                  <a:cubicBezTo>
                    <a:pt x="1246" y="7692"/>
                    <a:pt x="1221" y="7687"/>
                    <a:pt x="1197" y="7681"/>
                  </a:cubicBezTo>
                  <a:lnTo>
                    <a:pt x="1197" y="7681"/>
                  </a:lnTo>
                  <a:lnTo>
                    <a:pt x="1692" y="8032"/>
                  </a:lnTo>
                  <a:lnTo>
                    <a:pt x="1692" y="8032"/>
                  </a:lnTo>
                  <a:lnTo>
                    <a:pt x="1784" y="8051"/>
                  </a:lnTo>
                  <a:lnTo>
                    <a:pt x="1271" y="7698"/>
                  </a:lnTo>
                  <a:lnTo>
                    <a:pt x="1271" y="7698"/>
                  </a:lnTo>
                  <a:cubicBezTo>
                    <a:pt x="1549" y="7761"/>
                    <a:pt x="1919" y="7839"/>
                    <a:pt x="2198" y="7899"/>
                  </a:cubicBezTo>
                  <a:lnTo>
                    <a:pt x="2220" y="7877"/>
                  </a:lnTo>
                  <a:lnTo>
                    <a:pt x="2220" y="7855"/>
                  </a:lnTo>
                  <a:lnTo>
                    <a:pt x="1994" y="7726"/>
                  </a:lnTo>
                  <a:lnTo>
                    <a:pt x="1994" y="7726"/>
                  </a:lnTo>
                  <a:cubicBezTo>
                    <a:pt x="2027" y="7733"/>
                    <a:pt x="2058" y="7740"/>
                    <a:pt x="2089" y="7746"/>
                  </a:cubicBezTo>
                  <a:lnTo>
                    <a:pt x="1562" y="7436"/>
                  </a:lnTo>
                  <a:lnTo>
                    <a:pt x="1562" y="7436"/>
                  </a:lnTo>
                  <a:cubicBezTo>
                    <a:pt x="1823" y="7479"/>
                    <a:pt x="2118" y="7534"/>
                    <a:pt x="2328" y="7572"/>
                  </a:cubicBezTo>
                  <a:lnTo>
                    <a:pt x="2350" y="7550"/>
                  </a:lnTo>
                  <a:lnTo>
                    <a:pt x="2350" y="7529"/>
                  </a:lnTo>
                  <a:lnTo>
                    <a:pt x="2123" y="7393"/>
                  </a:lnTo>
                  <a:lnTo>
                    <a:pt x="2123" y="7393"/>
                  </a:lnTo>
                  <a:cubicBezTo>
                    <a:pt x="1886" y="7342"/>
                    <a:pt x="1613" y="7302"/>
                    <a:pt x="1371" y="7246"/>
                  </a:cubicBezTo>
                  <a:close/>
                  <a:moveTo>
                    <a:pt x="1240" y="7942"/>
                  </a:moveTo>
                  <a:lnTo>
                    <a:pt x="1219" y="7964"/>
                  </a:lnTo>
                  <a:lnTo>
                    <a:pt x="1219" y="7986"/>
                  </a:lnTo>
                  <a:lnTo>
                    <a:pt x="1456" y="8121"/>
                  </a:lnTo>
                  <a:lnTo>
                    <a:pt x="1456" y="8121"/>
                  </a:lnTo>
                  <a:lnTo>
                    <a:pt x="1850" y="8203"/>
                  </a:lnTo>
                  <a:lnTo>
                    <a:pt x="1871" y="8181"/>
                  </a:lnTo>
                  <a:lnTo>
                    <a:pt x="1871" y="8160"/>
                  </a:lnTo>
                  <a:lnTo>
                    <a:pt x="1692" y="8032"/>
                  </a:lnTo>
                  <a:lnTo>
                    <a:pt x="1692" y="8032"/>
                  </a:lnTo>
                  <a:lnTo>
                    <a:pt x="1240" y="7942"/>
                  </a:lnTo>
                  <a:close/>
                  <a:moveTo>
                    <a:pt x="1328" y="8094"/>
                  </a:moveTo>
                  <a:lnTo>
                    <a:pt x="1980" y="8486"/>
                  </a:lnTo>
                  <a:lnTo>
                    <a:pt x="2002" y="8508"/>
                  </a:lnTo>
                  <a:lnTo>
                    <a:pt x="2042" y="8530"/>
                  </a:lnTo>
                  <a:lnTo>
                    <a:pt x="2133" y="8530"/>
                  </a:lnTo>
                  <a:lnTo>
                    <a:pt x="2002" y="8443"/>
                  </a:lnTo>
                  <a:lnTo>
                    <a:pt x="1980" y="8421"/>
                  </a:lnTo>
                  <a:lnTo>
                    <a:pt x="1456" y="8121"/>
                  </a:lnTo>
                  <a:lnTo>
                    <a:pt x="1456" y="8121"/>
                  </a:lnTo>
                  <a:lnTo>
                    <a:pt x="1328" y="8094"/>
                  </a:lnTo>
                  <a:close/>
                  <a:moveTo>
                    <a:pt x="1523" y="8508"/>
                  </a:moveTo>
                  <a:lnTo>
                    <a:pt x="1480" y="8530"/>
                  </a:lnTo>
                  <a:lnTo>
                    <a:pt x="1480" y="8551"/>
                  </a:lnTo>
                  <a:lnTo>
                    <a:pt x="1654" y="8643"/>
                  </a:lnTo>
                  <a:lnTo>
                    <a:pt x="1654" y="8643"/>
                  </a:lnTo>
                  <a:lnTo>
                    <a:pt x="1871" y="8660"/>
                  </a:lnTo>
                  <a:lnTo>
                    <a:pt x="1915" y="8660"/>
                  </a:lnTo>
                  <a:lnTo>
                    <a:pt x="2220" y="8704"/>
                  </a:lnTo>
                  <a:lnTo>
                    <a:pt x="2241" y="8660"/>
                  </a:lnTo>
                  <a:lnTo>
                    <a:pt x="2241" y="8638"/>
                  </a:lnTo>
                  <a:lnTo>
                    <a:pt x="2042" y="8530"/>
                  </a:lnTo>
                  <a:lnTo>
                    <a:pt x="1915" y="8530"/>
                  </a:lnTo>
                  <a:lnTo>
                    <a:pt x="1523" y="8508"/>
                  </a:lnTo>
                  <a:close/>
                  <a:moveTo>
                    <a:pt x="697" y="8508"/>
                  </a:moveTo>
                  <a:lnTo>
                    <a:pt x="697" y="8530"/>
                  </a:lnTo>
                  <a:cubicBezTo>
                    <a:pt x="759" y="8583"/>
                    <a:pt x="825" y="8642"/>
                    <a:pt x="892" y="8705"/>
                  </a:cubicBezTo>
                  <a:lnTo>
                    <a:pt x="892" y="8705"/>
                  </a:lnTo>
                  <a:cubicBezTo>
                    <a:pt x="854" y="8689"/>
                    <a:pt x="818" y="8674"/>
                    <a:pt x="784" y="8660"/>
                  </a:cubicBezTo>
                  <a:lnTo>
                    <a:pt x="784" y="8660"/>
                  </a:lnTo>
                  <a:cubicBezTo>
                    <a:pt x="1023" y="8878"/>
                    <a:pt x="1349" y="9204"/>
                    <a:pt x="1589" y="9422"/>
                  </a:cubicBezTo>
                  <a:lnTo>
                    <a:pt x="1632" y="9465"/>
                  </a:lnTo>
                  <a:lnTo>
                    <a:pt x="1901" y="9707"/>
                  </a:lnTo>
                  <a:lnTo>
                    <a:pt x="1901" y="9707"/>
                  </a:lnTo>
                  <a:lnTo>
                    <a:pt x="1958" y="9726"/>
                  </a:lnTo>
                  <a:lnTo>
                    <a:pt x="1632" y="9400"/>
                  </a:lnTo>
                  <a:lnTo>
                    <a:pt x="1589" y="9378"/>
                  </a:lnTo>
                  <a:cubicBezTo>
                    <a:pt x="1385" y="9192"/>
                    <a:pt x="1129" y="8926"/>
                    <a:pt x="892" y="8705"/>
                  </a:cubicBezTo>
                  <a:lnTo>
                    <a:pt x="892" y="8705"/>
                  </a:lnTo>
                  <a:cubicBezTo>
                    <a:pt x="1145" y="8807"/>
                    <a:pt x="1470" y="8930"/>
                    <a:pt x="1697" y="8987"/>
                  </a:cubicBezTo>
                  <a:lnTo>
                    <a:pt x="1763" y="9030"/>
                  </a:lnTo>
                  <a:cubicBezTo>
                    <a:pt x="2067" y="9139"/>
                    <a:pt x="2437" y="9269"/>
                    <a:pt x="2742" y="9378"/>
                  </a:cubicBezTo>
                  <a:lnTo>
                    <a:pt x="2764" y="9356"/>
                  </a:lnTo>
                  <a:lnTo>
                    <a:pt x="2764" y="9313"/>
                  </a:lnTo>
                  <a:cubicBezTo>
                    <a:pt x="2669" y="9258"/>
                    <a:pt x="2559" y="9194"/>
                    <a:pt x="2446" y="9128"/>
                  </a:cubicBezTo>
                  <a:lnTo>
                    <a:pt x="2446" y="9128"/>
                  </a:lnTo>
                  <a:lnTo>
                    <a:pt x="2546" y="9161"/>
                  </a:lnTo>
                  <a:lnTo>
                    <a:pt x="2546" y="9161"/>
                  </a:lnTo>
                  <a:lnTo>
                    <a:pt x="1871" y="8769"/>
                  </a:lnTo>
                  <a:lnTo>
                    <a:pt x="1850" y="8747"/>
                  </a:lnTo>
                  <a:lnTo>
                    <a:pt x="1654" y="8643"/>
                  </a:lnTo>
                  <a:lnTo>
                    <a:pt x="1654" y="8643"/>
                  </a:lnTo>
                  <a:lnTo>
                    <a:pt x="1589" y="8638"/>
                  </a:lnTo>
                  <a:lnTo>
                    <a:pt x="1850" y="8769"/>
                  </a:lnTo>
                  <a:lnTo>
                    <a:pt x="1871" y="8812"/>
                  </a:lnTo>
                  <a:cubicBezTo>
                    <a:pt x="2038" y="8896"/>
                    <a:pt x="2248" y="9014"/>
                    <a:pt x="2446" y="9128"/>
                  </a:cubicBezTo>
                  <a:lnTo>
                    <a:pt x="2446" y="9128"/>
                  </a:lnTo>
                  <a:lnTo>
                    <a:pt x="1806" y="8921"/>
                  </a:lnTo>
                  <a:lnTo>
                    <a:pt x="1763" y="8878"/>
                  </a:lnTo>
                  <a:cubicBezTo>
                    <a:pt x="1436" y="8769"/>
                    <a:pt x="1023" y="8617"/>
                    <a:pt x="718" y="8508"/>
                  </a:cubicBezTo>
                  <a:close/>
                  <a:moveTo>
                    <a:pt x="22" y="8965"/>
                  </a:moveTo>
                  <a:lnTo>
                    <a:pt x="0" y="8987"/>
                  </a:lnTo>
                  <a:lnTo>
                    <a:pt x="0" y="9030"/>
                  </a:lnTo>
                  <a:cubicBezTo>
                    <a:pt x="51" y="9068"/>
                    <a:pt x="103" y="9107"/>
                    <a:pt x="156" y="9148"/>
                  </a:cubicBezTo>
                  <a:lnTo>
                    <a:pt x="156" y="9148"/>
                  </a:lnTo>
                  <a:cubicBezTo>
                    <a:pt x="148" y="9145"/>
                    <a:pt x="139" y="9142"/>
                    <a:pt x="131" y="9139"/>
                  </a:cubicBezTo>
                  <a:lnTo>
                    <a:pt x="131" y="9139"/>
                  </a:lnTo>
                  <a:cubicBezTo>
                    <a:pt x="181" y="9173"/>
                    <a:pt x="232" y="9209"/>
                    <a:pt x="284" y="9246"/>
                  </a:cubicBezTo>
                  <a:lnTo>
                    <a:pt x="284" y="9246"/>
                  </a:lnTo>
                  <a:cubicBezTo>
                    <a:pt x="240" y="9213"/>
                    <a:pt x="198" y="9180"/>
                    <a:pt x="156" y="9148"/>
                  </a:cubicBezTo>
                  <a:lnTo>
                    <a:pt x="156" y="9148"/>
                  </a:lnTo>
                  <a:cubicBezTo>
                    <a:pt x="567" y="9300"/>
                    <a:pt x="1118" y="9512"/>
                    <a:pt x="1523" y="9683"/>
                  </a:cubicBezTo>
                  <a:lnTo>
                    <a:pt x="1545" y="9705"/>
                  </a:lnTo>
                  <a:lnTo>
                    <a:pt x="2024" y="9900"/>
                  </a:lnTo>
                  <a:lnTo>
                    <a:pt x="2067" y="9900"/>
                  </a:lnTo>
                  <a:lnTo>
                    <a:pt x="2067" y="9857"/>
                  </a:lnTo>
                  <a:lnTo>
                    <a:pt x="1901" y="9707"/>
                  </a:lnTo>
                  <a:lnTo>
                    <a:pt x="1901" y="9707"/>
                  </a:lnTo>
                  <a:lnTo>
                    <a:pt x="1567" y="9596"/>
                  </a:lnTo>
                  <a:lnTo>
                    <a:pt x="1545" y="9574"/>
                  </a:lnTo>
                  <a:cubicBezTo>
                    <a:pt x="1088" y="9378"/>
                    <a:pt x="479" y="9139"/>
                    <a:pt x="22" y="8965"/>
                  </a:cubicBezTo>
                  <a:close/>
                  <a:moveTo>
                    <a:pt x="284" y="9246"/>
                  </a:moveTo>
                  <a:cubicBezTo>
                    <a:pt x="662" y="9539"/>
                    <a:pt x="1086" y="9881"/>
                    <a:pt x="1415" y="10140"/>
                  </a:cubicBezTo>
                  <a:lnTo>
                    <a:pt x="1436" y="10161"/>
                  </a:lnTo>
                  <a:lnTo>
                    <a:pt x="2024" y="10618"/>
                  </a:lnTo>
                  <a:lnTo>
                    <a:pt x="1415" y="10270"/>
                  </a:lnTo>
                  <a:lnTo>
                    <a:pt x="1371" y="10248"/>
                  </a:lnTo>
                  <a:lnTo>
                    <a:pt x="762" y="9900"/>
                  </a:lnTo>
                  <a:lnTo>
                    <a:pt x="718" y="9900"/>
                  </a:lnTo>
                  <a:lnTo>
                    <a:pt x="718" y="9922"/>
                  </a:lnTo>
                  <a:lnTo>
                    <a:pt x="1197" y="10379"/>
                  </a:lnTo>
                  <a:cubicBezTo>
                    <a:pt x="1023" y="10379"/>
                    <a:pt x="827" y="10357"/>
                    <a:pt x="675" y="10357"/>
                  </a:cubicBezTo>
                  <a:lnTo>
                    <a:pt x="675" y="10379"/>
                  </a:lnTo>
                  <a:lnTo>
                    <a:pt x="697" y="10401"/>
                  </a:lnTo>
                  <a:cubicBezTo>
                    <a:pt x="871" y="10401"/>
                    <a:pt x="1088" y="10444"/>
                    <a:pt x="1262" y="10444"/>
                  </a:cubicBezTo>
                  <a:lnTo>
                    <a:pt x="1262" y="10401"/>
                  </a:lnTo>
                  <a:lnTo>
                    <a:pt x="871" y="10009"/>
                  </a:lnTo>
                  <a:lnTo>
                    <a:pt x="871" y="10009"/>
                  </a:lnTo>
                  <a:lnTo>
                    <a:pt x="1371" y="10292"/>
                  </a:lnTo>
                  <a:lnTo>
                    <a:pt x="1415" y="10336"/>
                  </a:lnTo>
                  <a:cubicBezTo>
                    <a:pt x="1676" y="10488"/>
                    <a:pt x="2002" y="10684"/>
                    <a:pt x="2285" y="10836"/>
                  </a:cubicBezTo>
                  <a:lnTo>
                    <a:pt x="2307" y="10836"/>
                  </a:lnTo>
                  <a:lnTo>
                    <a:pt x="2307" y="10814"/>
                  </a:lnTo>
                  <a:cubicBezTo>
                    <a:pt x="2067" y="10618"/>
                    <a:pt x="1697" y="10357"/>
                    <a:pt x="1458" y="10161"/>
                  </a:cubicBezTo>
                  <a:lnTo>
                    <a:pt x="1436" y="10140"/>
                  </a:lnTo>
                  <a:cubicBezTo>
                    <a:pt x="1092" y="9872"/>
                    <a:pt x="663" y="9520"/>
                    <a:pt x="284" y="924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7"/>
            <p:cNvSpPr/>
            <p:nvPr/>
          </p:nvSpPr>
          <p:spPr>
            <a:xfrm>
              <a:off x="6921800" y="3064125"/>
              <a:ext cx="50075" cy="63125"/>
            </a:xfrm>
            <a:custGeom>
              <a:rect b="b" l="l" r="r" t="t"/>
              <a:pathLst>
                <a:path extrusionOk="0" h="2525" w="2003">
                  <a:moveTo>
                    <a:pt x="1" y="0"/>
                  </a:moveTo>
                  <a:lnTo>
                    <a:pt x="1" y="1371"/>
                  </a:lnTo>
                  <a:lnTo>
                    <a:pt x="2003" y="2524"/>
                  </a:lnTo>
                  <a:lnTo>
                    <a:pt x="2003" y="1153"/>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7"/>
            <p:cNvSpPr/>
            <p:nvPr/>
          </p:nvSpPr>
          <p:spPr>
            <a:xfrm>
              <a:off x="6741750" y="3226750"/>
              <a:ext cx="156700" cy="124600"/>
            </a:xfrm>
            <a:custGeom>
              <a:rect b="b" l="l" r="r" t="t"/>
              <a:pathLst>
                <a:path extrusionOk="0" h="4984" w="6268">
                  <a:moveTo>
                    <a:pt x="1" y="1"/>
                  </a:moveTo>
                  <a:lnTo>
                    <a:pt x="1" y="1350"/>
                  </a:lnTo>
                  <a:lnTo>
                    <a:pt x="6267" y="4983"/>
                  </a:lnTo>
                  <a:lnTo>
                    <a:pt x="6267" y="361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7"/>
            <p:cNvSpPr/>
            <p:nvPr/>
          </p:nvSpPr>
          <p:spPr>
            <a:xfrm>
              <a:off x="6898425" y="3102725"/>
              <a:ext cx="368275" cy="248625"/>
            </a:xfrm>
            <a:custGeom>
              <a:rect b="b" l="l" r="r" t="t"/>
              <a:pathLst>
                <a:path extrusionOk="0" h="9945" w="14731">
                  <a:moveTo>
                    <a:pt x="14731" y="1"/>
                  </a:moveTo>
                  <a:lnTo>
                    <a:pt x="0" y="8574"/>
                  </a:lnTo>
                  <a:lnTo>
                    <a:pt x="0" y="9944"/>
                  </a:lnTo>
                  <a:lnTo>
                    <a:pt x="14731" y="1372"/>
                  </a:lnTo>
                  <a:lnTo>
                    <a:pt x="147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7"/>
            <p:cNvSpPr/>
            <p:nvPr/>
          </p:nvSpPr>
          <p:spPr>
            <a:xfrm>
              <a:off x="6741750" y="2983075"/>
              <a:ext cx="524950" cy="334000"/>
            </a:xfrm>
            <a:custGeom>
              <a:rect b="b" l="l" r="r" t="t"/>
              <a:pathLst>
                <a:path extrusionOk="0" h="13360" w="20998">
                  <a:moveTo>
                    <a:pt x="12751" y="0"/>
                  </a:moveTo>
                  <a:lnTo>
                    <a:pt x="7203" y="3242"/>
                  </a:lnTo>
                  <a:lnTo>
                    <a:pt x="9205" y="4395"/>
                  </a:lnTo>
                  <a:lnTo>
                    <a:pt x="1" y="9748"/>
                  </a:lnTo>
                  <a:lnTo>
                    <a:pt x="6267" y="13360"/>
                  </a:lnTo>
                  <a:lnTo>
                    <a:pt x="20998" y="4787"/>
                  </a:lnTo>
                  <a:lnTo>
                    <a:pt x="14753" y="1175"/>
                  </a:lnTo>
                  <a:lnTo>
                    <a:pt x="127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7"/>
            <p:cNvSpPr/>
            <p:nvPr/>
          </p:nvSpPr>
          <p:spPr>
            <a:xfrm>
              <a:off x="6667250" y="2855225"/>
              <a:ext cx="85950" cy="34450"/>
            </a:xfrm>
            <a:custGeom>
              <a:rect b="b" l="l" r="r" t="t"/>
              <a:pathLst>
                <a:path extrusionOk="0" h="1378" w="3438">
                  <a:moveTo>
                    <a:pt x="0" y="1"/>
                  </a:moveTo>
                  <a:lnTo>
                    <a:pt x="0" y="197"/>
                  </a:lnTo>
                  <a:cubicBezTo>
                    <a:pt x="0" y="501"/>
                    <a:pt x="174" y="806"/>
                    <a:pt x="566" y="1024"/>
                  </a:cubicBezTo>
                  <a:cubicBezTo>
                    <a:pt x="967" y="1257"/>
                    <a:pt x="1499" y="1377"/>
                    <a:pt x="2031" y="1377"/>
                  </a:cubicBezTo>
                  <a:cubicBezTo>
                    <a:pt x="2538" y="1377"/>
                    <a:pt x="3045" y="1268"/>
                    <a:pt x="3438" y="1045"/>
                  </a:cubicBezTo>
                  <a:lnTo>
                    <a:pt x="3438" y="850"/>
                  </a:lnTo>
                  <a:cubicBezTo>
                    <a:pt x="3045" y="1073"/>
                    <a:pt x="2538" y="1182"/>
                    <a:pt x="2031" y="1182"/>
                  </a:cubicBezTo>
                  <a:cubicBezTo>
                    <a:pt x="1499" y="1182"/>
                    <a:pt x="967" y="1062"/>
                    <a:pt x="566" y="828"/>
                  </a:cubicBezTo>
                  <a:cubicBezTo>
                    <a:pt x="174" y="610"/>
                    <a:pt x="0" y="306"/>
                    <a:pt x="0" y="1"/>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7"/>
            <p:cNvSpPr/>
            <p:nvPr/>
          </p:nvSpPr>
          <p:spPr>
            <a:xfrm>
              <a:off x="6753175" y="2856325"/>
              <a:ext cx="15800" cy="25600"/>
            </a:xfrm>
            <a:custGeom>
              <a:rect b="b" l="l" r="r" t="t"/>
              <a:pathLst>
                <a:path extrusionOk="0" h="1024" w="632">
                  <a:moveTo>
                    <a:pt x="632" y="0"/>
                  </a:moveTo>
                  <a:cubicBezTo>
                    <a:pt x="632" y="283"/>
                    <a:pt x="436" y="610"/>
                    <a:pt x="1" y="827"/>
                  </a:cubicBezTo>
                  <a:lnTo>
                    <a:pt x="1" y="1023"/>
                  </a:lnTo>
                  <a:cubicBezTo>
                    <a:pt x="414" y="806"/>
                    <a:pt x="632" y="479"/>
                    <a:pt x="632" y="175"/>
                  </a:cubicBezTo>
                  <a:lnTo>
                    <a:pt x="632" y="0"/>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7"/>
            <p:cNvSpPr/>
            <p:nvPr/>
          </p:nvSpPr>
          <p:spPr>
            <a:xfrm>
              <a:off x="6661800" y="2826600"/>
              <a:ext cx="112625" cy="58925"/>
            </a:xfrm>
            <a:custGeom>
              <a:rect b="b" l="l" r="r" t="t"/>
              <a:pathLst>
                <a:path extrusionOk="0" h="2357" w="4505">
                  <a:moveTo>
                    <a:pt x="2234" y="324"/>
                  </a:moveTo>
                  <a:cubicBezTo>
                    <a:pt x="2619" y="324"/>
                    <a:pt x="3005" y="412"/>
                    <a:pt x="3286" y="580"/>
                  </a:cubicBezTo>
                  <a:cubicBezTo>
                    <a:pt x="3852" y="928"/>
                    <a:pt x="3830" y="1451"/>
                    <a:pt x="3264" y="1777"/>
                  </a:cubicBezTo>
                  <a:cubicBezTo>
                    <a:pt x="2975" y="1937"/>
                    <a:pt x="2613" y="2019"/>
                    <a:pt x="2251" y="2019"/>
                  </a:cubicBezTo>
                  <a:cubicBezTo>
                    <a:pt x="1878" y="2019"/>
                    <a:pt x="1506" y="1932"/>
                    <a:pt x="1219" y="1755"/>
                  </a:cubicBezTo>
                  <a:cubicBezTo>
                    <a:pt x="653" y="1407"/>
                    <a:pt x="675" y="885"/>
                    <a:pt x="1241" y="558"/>
                  </a:cubicBezTo>
                  <a:cubicBezTo>
                    <a:pt x="1514" y="401"/>
                    <a:pt x="1874" y="324"/>
                    <a:pt x="2234" y="324"/>
                  </a:cubicBezTo>
                  <a:close/>
                  <a:moveTo>
                    <a:pt x="2236" y="0"/>
                  </a:moveTo>
                  <a:cubicBezTo>
                    <a:pt x="1732" y="0"/>
                    <a:pt x="1226" y="110"/>
                    <a:pt x="827" y="341"/>
                  </a:cubicBezTo>
                  <a:cubicBezTo>
                    <a:pt x="22" y="776"/>
                    <a:pt x="0" y="1538"/>
                    <a:pt x="784" y="1995"/>
                  </a:cubicBezTo>
                  <a:cubicBezTo>
                    <a:pt x="1189" y="2231"/>
                    <a:pt x="1728" y="2357"/>
                    <a:pt x="2266" y="2357"/>
                  </a:cubicBezTo>
                  <a:cubicBezTo>
                    <a:pt x="2767" y="2357"/>
                    <a:pt x="3267" y="2247"/>
                    <a:pt x="3656" y="2016"/>
                  </a:cubicBezTo>
                  <a:cubicBezTo>
                    <a:pt x="4483" y="1559"/>
                    <a:pt x="4504" y="820"/>
                    <a:pt x="3721" y="363"/>
                  </a:cubicBezTo>
                  <a:cubicBezTo>
                    <a:pt x="3316" y="126"/>
                    <a:pt x="2777" y="0"/>
                    <a:pt x="22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7"/>
            <p:cNvSpPr/>
            <p:nvPr/>
          </p:nvSpPr>
          <p:spPr>
            <a:xfrm>
              <a:off x="6743400" y="2800300"/>
              <a:ext cx="10900" cy="70725"/>
            </a:xfrm>
            <a:custGeom>
              <a:rect b="b" l="l" r="r" t="t"/>
              <a:pathLst>
                <a:path extrusionOk="0" h="2829" w="436">
                  <a:moveTo>
                    <a:pt x="435" y="0"/>
                  </a:moveTo>
                  <a:cubicBezTo>
                    <a:pt x="435" y="218"/>
                    <a:pt x="283" y="436"/>
                    <a:pt x="0" y="610"/>
                  </a:cubicBezTo>
                  <a:lnTo>
                    <a:pt x="0" y="2829"/>
                  </a:lnTo>
                  <a:cubicBezTo>
                    <a:pt x="283" y="2677"/>
                    <a:pt x="435" y="2459"/>
                    <a:pt x="435" y="2241"/>
                  </a:cubicBezTo>
                  <a:lnTo>
                    <a:pt x="435" y="0"/>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7"/>
            <p:cNvSpPr/>
            <p:nvPr/>
          </p:nvSpPr>
          <p:spPr>
            <a:xfrm>
              <a:off x="6681925" y="2800300"/>
              <a:ext cx="61500" cy="77125"/>
            </a:xfrm>
            <a:custGeom>
              <a:rect b="b" l="l" r="r" t="t"/>
              <a:pathLst>
                <a:path extrusionOk="0" h="3085" w="2460">
                  <a:moveTo>
                    <a:pt x="1" y="0"/>
                  </a:moveTo>
                  <a:lnTo>
                    <a:pt x="1" y="2241"/>
                  </a:lnTo>
                  <a:cubicBezTo>
                    <a:pt x="1" y="2416"/>
                    <a:pt x="131" y="2633"/>
                    <a:pt x="414" y="2829"/>
                  </a:cubicBezTo>
                  <a:cubicBezTo>
                    <a:pt x="695" y="2998"/>
                    <a:pt x="1075" y="3085"/>
                    <a:pt x="1457" y="3085"/>
                  </a:cubicBezTo>
                  <a:cubicBezTo>
                    <a:pt x="1815" y="3085"/>
                    <a:pt x="2175" y="3008"/>
                    <a:pt x="2459" y="2851"/>
                  </a:cubicBezTo>
                  <a:lnTo>
                    <a:pt x="2459" y="631"/>
                  </a:lnTo>
                  <a:cubicBezTo>
                    <a:pt x="2175" y="789"/>
                    <a:pt x="1815" y="866"/>
                    <a:pt x="1457" y="866"/>
                  </a:cubicBezTo>
                  <a:cubicBezTo>
                    <a:pt x="1075" y="866"/>
                    <a:pt x="695" y="778"/>
                    <a:pt x="414" y="610"/>
                  </a:cubicBezTo>
                  <a:cubicBezTo>
                    <a:pt x="131" y="436"/>
                    <a:pt x="1" y="218"/>
                    <a:pt x="1" y="0"/>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7"/>
            <p:cNvSpPr/>
            <p:nvPr/>
          </p:nvSpPr>
          <p:spPr>
            <a:xfrm>
              <a:off x="6678650" y="2778925"/>
              <a:ext cx="79450" cy="42225"/>
            </a:xfrm>
            <a:custGeom>
              <a:rect b="b" l="l" r="r" t="t"/>
              <a:pathLst>
                <a:path extrusionOk="0" h="1689" w="3178">
                  <a:moveTo>
                    <a:pt x="1581" y="267"/>
                  </a:moveTo>
                  <a:cubicBezTo>
                    <a:pt x="1847" y="267"/>
                    <a:pt x="2113" y="328"/>
                    <a:pt x="2307" y="442"/>
                  </a:cubicBezTo>
                  <a:cubicBezTo>
                    <a:pt x="2699" y="703"/>
                    <a:pt x="2655" y="1051"/>
                    <a:pt x="2286" y="1269"/>
                  </a:cubicBezTo>
                  <a:cubicBezTo>
                    <a:pt x="2084" y="1375"/>
                    <a:pt x="1841" y="1429"/>
                    <a:pt x="1599" y="1429"/>
                  </a:cubicBezTo>
                  <a:cubicBezTo>
                    <a:pt x="1345" y="1429"/>
                    <a:pt x="1094" y="1370"/>
                    <a:pt x="893" y="1247"/>
                  </a:cubicBezTo>
                  <a:cubicBezTo>
                    <a:pt x="523" y="986"/>
                    <a:pt x="545" y="638"/>
                    <a:pt x="915" y="420"/>
                  </a:cubicBezTo>
                  <a:cubicBezTo>
                    <a:pt x="1101" y="317"/>
                    <a:pt x="1341" y="267"/>
                    <a:pt x="1581" y="267"/>
                  </a:cubicBezTo>
                  <a:close/>
                  <a:moveTo>
                    <a:pt x="1523" y="0"/>
                  </a:moveTo>
                  <a:cubicBezTo>
                    <a:pt x="1175" y="0"/>
                    <a:pt x="831" y="72"/>
                    <a:pt x="567" y="224"/>
                  </a:cubicBezTo>
                  <a:cubicBezTo>
                    <a:pt x="1" y="551"/>
                    <a:pt x="1" y="1095"/>
                    <a:pt x="545" y="1421"/>
                  </a:cubicBezTo>
                  <a:cubicBezTo>
                    <a:pt x="835" y="1595"/>
                    <a:pt x="1230" y="1689"/>
                    <a:pt x="1625" y="1689"/>
                  </a:cubicBezTo>
                  <a:cubicBezTo>
                    <a:pt x="1971" y="1689"/>
                    <a:pt x="2316" y="1617"/>
                    <a:pt x="2590" y="1465"/>
                  </a:cubicBezTo>
                  <a:cubicBezTo>
                    <a:pt x="3156" y="1138"/>
                    <a:pt x="3178" y="594"/>
                    <a:pt x="2612" y="268"/>
                  </a:cubicBezTo>
                  <a:cubicBezTo>
                    <a:pt x="2322" y="94"/>
                    <a:pt x="1921" y="0"/>
                    <a:pt x="1523"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7"/>
            <p:cNvSpPr/>
            <p:nvPr/>
          </p:nvSpPr>
          <p:spPr>
            <a:xfrm>
              <a:off x="6735775" y="2792675"/>
              <a:ext cx="7650" cy="17450"/>
            </a:xfrm>
            <a:custGeom>
              <a:rect b="b" l="l" r="r" t="t"/>
              <a:pathLst>
                <a:path extrusionOk="0" h="698" w="306">
                  <a:moveTo>
                    <a:pt x="305" y="1"/>
                  </a:moveTo>
                  <a:cubicBezTo>
                    <a:pt x="305" y="175"/>
                    <a:pt x="196" y="305"/>
                    <a:pt x="1" y="414"/>
                  </a:cubicBezTo>
                  <a:lnTo>
                    <a:pt x="1" y="697"/>
                  </a:lnTo>
                  <a:cubicBezTo>
                    <a:pt x="196" y="588"/>
                    <a:pt x="305" y="414"/>
                    <a:pt x="305" y="284"/>
                  </a:cubicBezTo>
                  <a:lnTo>
                    <a:pt x="305" y="1"/>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7"/>
            <p:cNvSpPr/>
            <p:nvPr/>
          </p:nvSpPr>
          <p:spPr>
            <a:xfrm>
              <a:off x="6693350" y="2792675"/>
              <a:ext cx="41900" cy="22000"/>
            </a:xfrm>
            <a:custGeom>
              <a:rect b="b" l="l" r="r" t="t"/>
              <a:pathLst>
                <a:path extrusionOk="0" h="880" w="1676">
                  <a:moveTo>
                    <a:pt x="0" y="1"/>
                  </a:moveTo>
                  <a:lnTo>
                    <a:pt x="0" y="284"/>
                  </a:lnTo>
                  <a:cubicBezTo>
                    <a:pt x="0" y="436"/>
                    <a:pt x="87" y="588"/>
                    <a:pt x="283" y="697"/>
                  </a:cubicBezTo>
                  <a:cubicBezTo>
                    <a:pt x="473" y="820"/>
                    <a:pt x="730" y="879"/>
                    <a:pt x="990" y="879"/>
                  </a:cubicBezTo>
                  <a:cubicBezTo>
                    <a:pt x="1237" y="879"/>
                    <a:pt x="1485" y="825"/>
                    <a:pt x="1676" y="719"/>
                  </a:cubicBezTo>
                  <a:lnTo>
                    <a:pt x="1676" y="436"/>
                  </a:lnTo>
                  <a:cubicBezTo>
                    <a:pt x="1490" y="539"/>
                    <a:pt x="1250" y="589"/>
                    <a:pt x="1009" y="589"/>
                  </a:cubicBezTo>
                  <a:cubicBezTo>
                    <a:pt x="744" y="589"/>
                    <a:pt x="477" y="528"/>
                    <a:pt x="283" y="414"/>
                  </a:cubicBezTo>
                  <a:cubicBezTo>
                    <a:pt x="87" y="305"/>
                    <a:pt x="0" y="153"/>
                    <a:pt x="0" y="1"/>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7"/>
            <p:cNvSpPr/>
            <p:nvPr/>
          </p:nvSpPr>
          <p:spPr>
            <a:xfrm>
              <a:off x="6691725" y="2777850"/>
              <a:ext cx="53325" cy="29200"/>
            </a:xfrm>
            <a:custGeom>
              <a:rect b="b" l="l" r="r" t="t"/>
              <a:pathLst>
                <a:path extrusionOk="0" h="1168" w="2133">
                  <a:moveTo>
                    <a:pt x="1062" y="0"/>
                  </a:moveTo>
                  <a:cubicBezTo>
                    <a:pt x="820" y="0"/>
                    <a:pt x="579" y="55"/>
                    <a:pt x="392" y="159"/>
                  </a:cubicBezTo>
                  <a:cubicBezTo>
                    <a:pt x="0" y="376"/>
                    <a:pt x="0" y="768"/>
                    <a:pt x="370" y="985"/>
                  </a:cubicBezTo>
                  <a:cubicBezTo>
                    <a:pt x="571" y="1108"/>
                    <a:pt x="828" y="1168"/>
                    <a:pt x="1084" y="1168"/>
                  </a:cubicBezTo>
                  <a:cubicBezTo>
                    <a:pt x="1328" y="1168"/>
                    <a:pt x="1571" y="1113"/>
                    <a:pt x="1763" y="1007"/>
                  </a:cubicBezTo>
                  <a:cubicBezTo>
                    <a:pt x="2132" y="790"/>
                    <a:pt x="2132" y="441"/>
                    <a:pt x="1784" y="202"/>
                  </a:cubicBezTo>
                  <a:cubicBezTo>
                    <a:pt x="1591" y="66"/>
                    <a:pt x="1326" y="0"/>
                    <a:pt x="10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7"/>
            <p:cNvSpPr/>
            <p:nvPr/>
          </p:nvSpPr>
          <p:spPr>
            <a:xfrm>
              <a:off x="6469250" y="2958050"/>
              <a:ext cx="6000" cy="24500"/>
            </a:xfrm>
            <a:custGeom>
              <a:rect b="b" l="l" r="r" t="t"/>
              <a:pathLst>
                <a:path extrusionOk="0" h="980" w="240">
                  <a:moveTo>
                    <a:pt x="22" y="0"/>
                  </a:moveTo>
                  <a:lnTo>
                    <a:pt x="0" y="979"/>
                  </a:lnTo>
                  <a:lnTo>
                    <a:pt x="239" y="131"/>
                  </a:ln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7"/>
            <p:cNvSpPr/>
            <p:nvPr/>
          </p:nvSpPr>
          <p:spPr>
            <a:xfrm>
              <a:off x="6467600" y="2808450"/>
              <a:ext cx="275825" cy="154525"/>
            </a:xfrm>
            <a:custGeom>
              <a:rect b="b" l="l" r="r" t="t"/>
              <a:pathLst>
                <a:path extrusionOk="0" h="6181" w="11033">
                  <a:moveTo>
                    <a:pt x="8574" y="1"/>
                  </a:moveTo>
                  <a:lnTo>
                    <a:pt x="88" y="5984"/>
                  </a:lnTo>
                  <a:lnTo>
                    <a:pt x="1" y="6180"/>
                  </a:lnTo>
                  <a:lnTo>
                    <a:pt x="305" y="6115"/>
                  </a:lnTo>
                  <a:lnTo>
                    <a:pt x="11032" y="632"/>
                  </a:lnTo>
                  <a:lnTo>
                    <a:pt x="11032" y="632"/>
                  </a:lnTo>
                  <a:cubicBezTo>
                    <a:pt x="10639" y="806"/>
                    <a:pt x="10276" y="876"/>
                    <a:pt x="9960" y="876"/>
                  </a:cubicBezTo>
                  <a:cubicBezTo>
                    <a:pt x="9525" y="876"/>
                    <a:pt x="9179" y="743"/>
                    <a:pt x="8965" y="566"/>
                  </a:cubicBezTo>
                  <a:cubicBezTo>
                    <a:pt x="8595" y="327"/>
                    <a:pt x="8574" y="1"/>
                    <a:pt x="857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7"/>
            <p:cNvSpPr/>
            <p:nvPr/>
          </p:nvSpPr>
          <p:spPr>
            <a:xfrm>
              <a:off x="6468700" y="2824225"/>
              <a:ext cx="274725" cy="139275"/>
            </a:xfrm>
            <a:custGeom>
              <a:rect b="b" l="l" r="r" t="t"/>
              <a:pathLst>
                <a:path extrusionOk="0" h="5571" w="10989">
                  <a:moveTo>
                    <a:pt x="10988" y="1"/>
                  </a:moveTo>
                  <a:lnTo>
                    <a:pt x="261" y="5484"/>
                  </a:lnTo>
                  <a:lnTo>
                    <a:pt x="0" y="5549"/>
                  </a:lnTo>
                  <a:lnTo>
                    <a:pt x="261" y="5571"/>
                  </a:lnTo>
                  <a:lnTo>
                    <a:pt x="10988" y="327"/>
                  </a:lnTo>
                  <a:lnTo>
                    <a:pt x="10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7"/>
            <p:cNvSpPr/>
            <p:nvPr/>
          </p:nvSpPr>
          <p:spPr>
            <a:xfrm>
              <a:off x="6771675" y="2912350"/>
              <a:ext cx="86525" cy="34425"/>
            </a:xfrm>
            <a:custGeom>
              <a:rect b="b" l="l" r="r" t="t"/>
              <a:pathLst>
                <a:path extrusionOk="0" h="1377" w="3461">
                  <a:moveTo>
                    <a:pt x="1" y="1"/>
                  </a:moveTo>
                  <a:lnTo>
                    <a:pt x="1" y="196"/>
                  </a:lnTo>
                  <a:cubicBezTo>
                    <a:pt x="1" y="501"/>
                    <a:pt x="196" y="806"/>
                    <a:pt x="566" y="1023"/>
                  </a:cubicBezTo>
                  <a:cubicBezTo>
                    <a:pt x="978" y="1257"/>
                    <a:pt x="1510" y="1377"/>
                    <a:pt x="2042" y="1377"/>
                  </a:cubicBezTo>
                  <a:cubicBezTo>
                    <a:pt x="2549" y="1377"/>
                    <a:pt x="3057" y="1268"/>
                    <a:pt x="3460" y="1045"/>
                  </a:cubicBezTo>
                  <a:lnTo>
                    <a:pt x="3460" y="849"/>
                  </a:lnTo>
                  <a:cubicBezTo>
                    <a:pt x="3057" y="1072"/>
                    <a:pt x="2549" y="1181"/>
                    <a:pt x="2042" y="1181"/>
                  </a:cubicBezTo>
                  <a:cubicBezTo>
                    <a:pt x="1510" y="1181"/>
                    <a:pt x="978" y="1061"/>
                    <a:pt x="566" y="827"/>
                  </a:cubicBezTo>
                  <a:cubicBezTo>
                    <a:pt x="196" y="610"/>
                    <a:pt x="1" y="305"/>
                    <a:pt x="1" y="1"/>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7"/>
            <p:cNvSpPr/>
            <p:nvPr/>
          </p:nvSpPr>
          <p:spPr>
            <a:xfrm>
              <a:off x="6858175" y="2912350"/>
              <a:ext cx="15800" cy="26125"/>
            </a:xfrm>
            <a:custGeom>
              <a:rect b="b" l="l" r="r" t="t"/>
              <a:pathLst>
                <a:path extrusionOk="0" h="1045" w="632">
                  <a:moveTo>
                    <a:pt x="631" y="1"/>
                  </a:moveTo>
                  <a:cubicBezTo>
                    <a:pt x="631" y="327"/>
                    <a:pt x="414" y="632"/>
                    <a:pt x="0" y="849"/>
                  </a:cubicBezTo>
                  <a:lnTo>
                    <a:pt x="0" y="1045"/>
                  </a:lnTo>
                  <a:cubicBezTo>
                    <a:pt x="414" y="827"/>
                    <a:pt x="631" y="501"/>
                    <a:pt x="631" y="196"/>
                  </a:cubicBezTo>
                  <a:lnTo>
                    <a:pt x="631" y="1"/>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7"/>
            <p:cNvSpPr/>
            <p:nvPr/>
          </p:nvSpPr>
          <p:spPr>
            <a:xfrm>
              <a:off x="6766250" y="2882900"/>
              <a:ext cx="113150" cy="59000"/>
            </a:xfrm>
            <a:custGeom>
              <a:rect b="b" l="l" r="r" t="t"/>
              <a:pathLst>
                <a:path extrusionOk="0" h="2360" w="4526">
                  <a:moveTo>
                    <a:pt x="2245" y="335"/>
                  </a:moveTo>
                  <a:cubicBezTo>
                    <a:pt x="2625" y="335"/>
                    <a:pt x="3005" y="422"/>
                    <a:pt x="3286" y="591"/>
                  </a:cubicBezTo>
                  <a:cubicBezTo>
                    <a:pt x="3873" y="939"/>
                    <a:pt x="3829" y="1461"/>
                    <a:pt x="3264" y="1788"/>
                  </a:cubicBezTo>
                  <a:cubicBezTo>
                    <a:pt x="2985" y="1948"/>
                    <a:pt x="2618" y="2030"/>
                    <a:pt x="2251" y="2030"/>
                  </a:cubicBezTo>
                  <a:cubicBezTo>
                    <a:pt x="1872" y="2030"/>
                    <a:pt x="1495" y="1943"/>
                    <a:pt x="1219" y="1766"/>
                  </a:cubicBezTo>
                  <a:cubicBezTo>
                    <a:pt x="653" y="1396"/>
                    <a:pt x="675" y="896"/>
                    <a:pt x="1262" y="569"/>
                  </a:cubicBezTo>
                  <a:cubicBezTo>
                    <a:pt x="1535" y="412"/>
                    <a:pt x="1890" y="335"/>
                    <a:pt x="2245" y="335"/>
                  </a:cubicBezTo>
                  <a:close/>
                  <a:moveTo>
                    <a:pt x="2238" y="0"/>
                  </a:moveTo>
                  <a:cubicBezTo>
                    <a:pt x="1737" y="0"/>
                    <a:pt x="1237" y="109"/>
                    <a:pt x="849" y="330"/>
                  </a:cubicBezTo>
                  <a:cubicBezTo>
                    <a:pt x="22" y="787"/>
                    <a:pt x="0" y="1548"/>
                    <a:pt x="783" y="2005"/>
                  </a:cubicBezTo>
                  <a:cubicBezTo>
                    <a:pt x="1195" y="2239"/>
                    <a:pt x="1727" y="2359"/>
                    <a:pt x="2259" y="2359"/>
                  </a:cubicBezTo>
                  <a:cubicBezTo>
                    <a:pt x="2766" y="2359"/>
                    <a:pt x="3274" y="2250"/>
                    <a:pt x="3677" y="2027"/>
                  </a:cubicBezTo>
                  <a:cubicBezTo>
                    <a:pt x="4482" y="1592"/>
                    <a:pt x="4526" y="830"/>
                    <a:pt x="3721" y="373"/>
                  </a:cubicBezTo>
                  <a:cubicBezTo>
                    <a:pt x="3315" y="126"/>
                    <a:pt x="2776" y="0"/>
                    <a:pt x="22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7"/>
            <p:cNvSpPr/>
            <p:nvPr/>
          </p:nvSpPr>
          <p:spPr>
            <a:xfrm>
              <a:off x="6847825" y="2856875"/>
              <a:ext cx="10900" cy="70725"/>
            </a:xfrm>
            <a:custGeom>
              <a:rect b="b" l="l" r="r" t="t"/>
              <a:pathLst>
                <a:path extrusionOk="0" h="2829" w="436">
                  <a:moveTo>
                    <a:pt x="436" y="0"/>
                  </a:moveTo>
                  <a:cubicBezTo>
                    <a:pt x="436" y="218"/>
                    <a:pt x="305" y="435"/>
                    <a:pt x="1" y="588"/>
                  </a:cubicBezTo>
                  <a:lnTo>
                    <a:pt x="1" y="2829"/>
                  </a:lnTo>
                  <a:cubicBezTo>
                    <a:pt x="305" y="2655"/>
                    <a:pt x="436" y="2437"/>
                    <a:pt x="436" y="2220"/>
                  </a:cubicBezTo>
                  <a:lnTo>
                    <a:pt x="436" y="0"/>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7"/>
            <p:cNvSpPr/>
            <p:nvPr/>
          </p:nvSpPr>
          <p:spPr>
            <a:xfrm>
              <a:off x="6786900" y="2856875"/>
              <a:ext cx="60950" cy="77125"/>
            </a:xfrm>
            <a:custGeom>
              <a:rect b="b" l="l" r="r" t="t"/>
              <a:pathLst>
                <a:path extrusionOk="0" h="3085" w="2438">
                  <a:moveTo>
                    <a:pt x="1" y="0"/>
                  </a:moveTo>
                  <a:lnTo>
                    <a:pt x="1" y="2220"/>
                  </a:lnTo>
                  <a:cubicBezTo>
                    <a:pt x="1" y="2437"/>
                    <a:pt x="131" y="2633"/>
                    <a:pt x="393" y="2829"/>
                  </a:cubicBezTo>
                  <a:cubicBezTo>
                    <a:pt x="674" y="2997"/>
                    <a:pt x="1059" y="3085"/>
                    <a:pt x="1444" y="3085"/>
                  </a:cubicBezTo>
                  <a:cubicBezTo>
                    <a:pt x="1804" y="3085"/>
                    <a:pt x="2164" y="3008"/>
                    <a:pt x="2438" y="2851"/>
                  </a:cubicBezTo>
                  <a:lnTo>
                    <a:pt x="2438" y="631"/>
                  </a:lnTo>
                  <a:cubicBezTo>
                    <a:pt x="2174" y="784"/>
                    <a:pt x="1829" y="855"/>
                    <a:pt x="1481" y="855"/>
                  </a:cubicBezTo>
                  <a:cubicBezTo>
                    <a:pt x="1084" y="855"/>
                    <a:pt x="683" y="762"/>
                    <a:pt x="393" y="588"/>
                  </a:cubicBezTo>
                  <a:cubicBezTo>
                    <a:pt x="131" y="435"/>
                    <a:pt x="1" y="218"/>
                    <a:pt x="1" y="0"/>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7"/>
            <p:cNvSpPr/>
            <p:nvPr/>
          </p:nvSpPr>
          <p:spPr>
            <a:xfrm>
              <a:off x="6783100" y="2835250"/>
              <a:ext cx="79975" cy="42175"/>
            </a:xfrm>
            <a:custGeom>
              <a:rect b="b" l="l" r="r" t="t"/>
              <a:pathLst>
                <a:path extrusionOk="0" h="1687" w="3199">
                  <a:moveTo>
                    <a:pt x="1562" y="277"/>
                  </a:moveTo>
                  <a:cubicBezTo>
                    <a:pt x="1825" y="277"/>
                    <a:pt x="2091" y="338"/>
                    <a:pt x="2285" y="452"/>
                  </a:cubicBezTo>
                  <a:cubicBezTo>
                    <a:pt x="2677" y="691"/>
                    <a:pt x="2655" y="1061"/>
                    <a:pt x="2263" y="1279"/>
                  </a:cubicBezTo>
                  <a:cubicBezTo>
                    <a:pt x="2087" y="1382"/>
                    <a:pt x="1851" y="1437"/>
                    <a:pt x="1610" y="1437"/>
                  </a:cubicBezTo>
                  <a:cubicBezTo>
                    <a:pt x="1346" y="1437"/>
                    <a:pt x="1076" y="1372"/>
                    <a:pt x="871" y="1235"/>
                  </a:cubicBezTo>
                  <a:cubicBezTo>
                    <a:pt x="501" y="996"/>
                    <a:pt x="523" y="648"/>
                    <a:pt x="914" y="430"/>
                  </a:cubicBezTo>
                  <a:cubicBezTo>
                    <a:pt x="1090" y="327"/>
                    <a:pt x="1325" y="277"/>
                    <a:pt x="1562" y="277"/>
                  </a:cubicBezTo>
                  <a:close/>
                  <a:moveTo>
                    <a:pt x="1571" y="0"/>
                  </a:moveTo>
                  <a:cubicBezTo>
                    <a:pt x="1216" y="0"/>
                    <a:pt x="861" y="76"/>
                    <a:pt x="588" y="234"/>
                  </a:cubicBezTo>
                  <a:cubicBezTo>
                    <a:pt x="1" y="561"/>
                    <a:pt x="1" y="1105"/>
                    <a:pt x="545" y="1431"/>
                  </a:cubicBezTo>
                  <a:cubicBezTo>
                    <a:pt x="826" y="1600"/>
                    <a:pt x="1211" y="1687"/>
                    <a:pt x="1596" y="1687"/>
                  </a:cubicBezTo>
                  <a:cubicBezTo>
                    <a:pt x="1956" y="1687"/>
                    <a:pt x="2316" y="1610"/>
                    <a:pt x="2590" y="1453"/>
                  </a:cubicBezTo>
                  <a:cubicBezTo>
                    <a:pt x="3155" y="1126"/>
                    <a:pt x="3199" y="626"/>
                    <a:pt x="2612" y="256"/>
                  </a:cubicBezTo>
                  <a:cubicBezTo>
                    <a:pt x="2331" y="87"/>
                    <a:pt x="1951" y="0"/>
                    <a:pt x="157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7"/>
            <p:cNvSpPr/>
            <p:nvPr/>
          </p:nvSpPr>
          <p:spPr>
            <a:xfrm>
              <a:off x="6839675" y="2849800"/>
              <a:ext cx="7650" cy="17425"/>
            </a:xfrm>
            <a:custGeom>
              <a:rect b="b" l="l" r="r" t="t"/>
              <a:pathLst>
                <a:path extrusionOk="0" h="697" w="306">
                  <a:moveTo>
                    <a:pt x="305" y="0"/>
                  </a:moveTo>
                  <a:cubicBezTo>
                    <a:pt x="305" y="153"/>
                    <a:pt x="218" y="305"/>
                    <a:pt x="0" y="414"/>
                  </a:cubicBezTo>
                  <a:lnTo>
                    <a:pt x="0" y="697"/>
                  </a:lnTo>
                  <a:cubicBezTo>
                    <a:pt x="196" y="588"/>
                    <a:pt x="305" y="414"/>
                    <a:pt x="305" y="283"/>
                  </a:cubicBezTo>
                  <a:lnTo>
                    <a:pt x="305" y="0"/>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7"/>
            <p:cNvSpPr/>
            <p:nvPr/>
          </p:nvSpPr>
          <p:spPr>
            <a:xfrm>
              <a:off x="6798325" y="2849800"/>
              <a:ext cx="41375" cy="21975"/>
            </a:xfrm>
            <a:custGeom>
              <a:rect b="b" l="l" r="r" t="t"/>
              <a:pathLst>
                <a:path extrusionOk="0" h="879" w="1655">
                  <a:moveTo>
                    <a:pt x="1" y="0"/>
                  </a:moveTo>
                  <a:lnTo>
                    <a:pt x="1" y="283"/>
                  </a:lnTo>
                  <a:cubicBezTo>
                    <a:pt x="1" y="414"/>
                    <a:pt x="88" y="544"/>
                    <a:pt x="262" y="697"/>
                  </a:cubicBezTo>
                  <a:cubicBezTo>
                    <a:pt x="462" y="819"/>
                    <a:pt x="726" y="879"/>
                    <a:pt x="984" y="879"/>
                  </a:cubicBezTo>
                  <a:cubicBezTo>
                    <a:pt x="1231" y="879"/>
                    <a:pt x="1474" y="825"/>
                    <a:pt x="1654" y="718"/>
                  </a:cubicBezTo>
                  <a:lnTo>
                    <a:pt x="1654" y="436"/>
                  </a:lnTo>
                  <a:cubicBezTo>
                    <a:pt x="1479" y="539"/>
                    <a:pt x="1244" y="588"/>
                    <a:pt x="1004" y="588"/>
                  </a:cubicBezTo>
                  <a:cubicBezTo>
                    <a:pt x="739" y="588"/>
                    <a:pt x="467" y="528"/>
                    <a:pt x="262" y="414"/>
                  </a:cubicBezTo>
                  <a:cubicBezTo>
                    <a:pt x="66" y="305"/>
                    <a:pt x="1" y="153"/>
                    <a:pt x="1" y="0"/>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7"/>
            <p:cNvSpPr/>
            <p:nvPr/>
          </p:nvSpPr>
          <p:spPr>
            <a:xfrm>
              <a:off x="6795600" y="2834975"/>
              <a:ext cx="54425" cy="29200"/>
            </a:xfrm>
            <a:custGeom>
              <a:rect b="b" l="l" r="r" t="t"/>
              <a:pathLst>
                <a:path extrusionOk="0" h="1168" w="2177">
                  <a:moveTo>
                    <a:pt x="1074" y="0"/>
                  </a:moveTo>
                  <a:cubicBezTo>
                    <a:pt x="838" y="0"/>
                    <a:pt x="601" y="54"/>
                    <a:pt x="414" y="158"/>
                  </a:cubicBezTo>
                  <a:cubicBezTo>
                    <a:pt x="1" y="376"/>
                    <a:pt x="1" y="767"/>
                    <a:pt x="371" y="985"/>
                  </a:cubicBezTo>
                  <a:cubicBezTo>
                    <a:pt x="571" y="1108"/>
                    <a:pt x="835" y="1167"/>
                    <a:pt x="1093" y="1167"/>
                  </a:cubicBezTo>
                  <a:cubicBezTo>
                    <a:pt x="1340" y="1167"/>
                    <a:pt x="1583" y="1113"/>
                    <a:pt x="1763" y="1007"/>
                  </a:cubicBezTo>
                  <a:cubicBezTo>
                    <a:pt x="2177" y="789"/>
                    <a:pt x="2177" y="419"/>
                    <a:pt x="1785" y="202"/>
                  </a:cubicBezTo>
                  <a:cubicBezTo>
                    <a:pt x="1592" y="65"/>
                    <a:pt x="1333" y="0"/>
                    <a:pt x="10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7"/>
            <p:cNvSpPr/>
            <p:nvPr/>
          </p:nvSpPr>
          <p:spPr>
            <a:xfrm>
              <a:off x="6573125" y="3015150"/>
              <a:ext cx="7100" cy="24500"/>
            </a:xfrm>
            <a:custGeom>
              <a:rect b="b" l="l" r="r" t="t"/>
              <a:pathLst>
                <a:path extrusionOk="0" h="980" w="284">
                  <a:moveTo>
                    <a:pt x="66" y="1"/>
                  </a:moveTo>
                  <a:lnTo>
                    <a:pt x="1" y="980"/>
                  </a:lnTo>
                  <a:lnTo>
                    <a:pt x="284" y="110"/>
                  </a:lnTo>
                  <a:lnTo>
                    <a:pt x="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7"/>
            <p:cNvSpPr/>
            <p:nvPr/>
          </p:nvSpPr>
          <p:spPr>
            <a:xfrm>
              <a:off x="6572050" y="2865575"/>
              <a:ext cx="275275" cy="153425"/>
            </a:xfrm>
            <a:custGeom>
              <a:rect b="b" l="l" r="r" t="t"/>
              <a:pathLst>
                <a:path extrusionOk="0" h="6137" w="11011">
                  <a:moveTo>
                    <a:pt x="8551" y="0"/>
                  </a:moveTo>
                  <a:lnTo>
                    <a:pt x="66" y="5962"/>
                  </a:lnTo>
                  <a:lnTo>
                    <a:pt x="0" y="6136"/>
                  </a:lnTo>
                  <a:lnTo>
                    <a:pt x="283" y="6093"/>
                  </a:lnTo>
                  <a:lnTo>
                    <a:pt x="11010" y="610"/>
                  </a:lnTo>
                  <a:lnTo>
                    <a:pt x="11010" y="610"/>
                  </a:lnTo>
                  <a:cubicBezTo>
                    <a:pt x="10607" y="778"/>
                    <a:pt x="10245" y="846"/>
                    <a:pt x="9930" y="846"/>
                  </a:cubicBezTo>
                  <a:cubicBezTo>
                    <a:pt x="9513" y="846"/>
                    <a:pt x="9178" y="727"/>
                    <a:pt x="8943" y="566"/>
                  </a:cubicBezTo>
                  <a:cubicBezTo>
                    <a:pt x="8595" y="327"/>
                    <a:pt x="8551" y="0"/>
                    <a:pt x="85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7"/>
            <p:cNvSpPr/>
            <p:nvPr/>
          </p:nvSpPr>
          <p:spPr>
            <a:xfrm>
              <a:off x="6572600" y="2880800"/>
              <a:ext cx="275250" cy="139275"/>
            </a:xfrm>
            <a:custGeom>
              <a:rect b="b" l="l" r="r" t="t"/>
              <a:pathLst>
                <a:path extrusionOk="0" h="5571" w="11010">
                  <a:moveTo>
                    <a:pt x="11010" y="1"/>
                  </a:moveTo>
                  <a:lnTo>
                    <a:pt x="305" y="5484"/>
                  </a:lnTo>
                  <a:lnTo>
                    <a:pt x="0" y="5549"/>
                  </a:lnTo>
                  <a:lnTo>
                    <a:pt x="305" y="5571"/>
                  </a:lnTo>
                  <a:lnTo>
                    <a:pt x="11010" y="349"/>
                  </a:lnTo>
                  <a:lnTo>
                    <a:pt x="110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7"/>
            <p:cNvSpPr/>
            <p:nvPr/>
          </p:nvSpPr>
          <p:spPr>
            <a:xfrm>
              <a:off x="6891900" y="2983075"/>
              <a:ext cx="86500" cy="34425"/>
            </a:xfrm>
            <a:custGeom>
              <a:rect b="b" l="l" r="r" t="t"/>
              <a:pathLst>
                <a:path extrusionOk="0" h="1377" w="3460">
                  <a:moveTo>
                    <a:pt x="0" y="0"/>
                  </a:moveTo>
                  <a:lnTo>
                    <a:pt x="0" y="196"/>
                  </a:lnTo>
                  <a:cubicBezTo>
                    <a:pt x="0" y="501"/>
                    <a:pt x="196" y="805"/>
                    <a:pt x="588" y="1023"/>
                  </a:cubicBezTo>
                  <a:cubicBezTo>
                    <a:pt x="989" y="1257"/>
                    <a:pt x="1521" y="1377"/>
                    <a:pt x="2053" y="1377"/>
                  </a:cubicBezTo>
                  <a:cubicBezTo>
                    <a:pt x="2560" y="1377"/>
                    <a:pt x="3067" y="1268"/>
                    <a:pt x="3460" y="1044"/>
                  </a:cubicBezTo>
                  <a:lnTo>
                    <a:pt x="3460" y="849"/>
                  </a:lnTo>
                  <a:cubicBezTo>
                    <a:pt x="3067" y="1072"/>
                    <a:pt x="2560" y="1181"/>
                    <a:pt x="2053" y="1181"/>
                  </a:cubicBezTo>
                  <a:cubicBezTo>
                    <a:pt x="1521" y="1181"/>
                    <a:pt x="989" y="1061"/>
                    <a:pt x="588" y="827"/>
                  </a:cubicBezTo>
                  <a:cubicBezTo>
                    <a:pt x="196" y="609"/>
                    <a:pt x="0" y="305"/>
                    <a:pt x="0" y="0"/>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7"/>
            <p:cNvSpPr/>
            <p:nvPr/>
          </p:nvSpPr>
          <p:spPr>
            <a:xfrm>
              <a:off x="6978375" y="2984150"/>
              <a:ext cx="15800" cy="25600"/>
            </a:xfrm>
            <a:custGeom>
              <a:rect b="b" l="l" r="r" t="t"/>
              <a:pathLst>
                <a:path extrusionOk="0" h="1024" w="632">
                  <a:moveTo>
                    <a:pt x="632" y="1"/>
                  </a:moveTo>
                  <a:cubicBezTo>
                    <a:pt x="632" y="283"/>
                    <a:pt x="436" y="610"/>
                    <a:pt x="1" y="827"/>
                  </a:cubicBezTo>
                  <a:lnTo>
                    <a:pt x="1" y="1023"/>
                  </a:lnTo>
                  <a:cubicBezTo>
                    <a:pt x="414" y="806"/>
                    <a:pt x="632" y="479"/>
                    <a:pt x="632" y="175"/>
                  </a:cubicBezTo>
                  <a:lnTo>
                    <a:pt x="632" y="1"/>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7"/>
            <p:cNvSpPr/>
            <p:nvPr/>
          </p:nvSpPr>
          <p:spPr>
            <a:xfrm>
              <a:off x="6887550" y="2954425"/>
              <a:ext cx="112075" cy="58925"/>
            </a:xfrm>
            <a:custGeom>
              <a:rect b="b" l="l" r="r" t="t"/>
              <a:pathLst>
                <a:path extrusionOk="0" h="2357" w="4483">
                  <a:moveTo>
                    <a:pt x="2215" y="317"/>
                  </a:moveTo>
                  <a:cubicBezTo>
                    <a:pt x="2588" y="317"/>
                    <a:pt x="2965" y="404"/>
                    <a:pt x="3264" y="580"/>
                  </a:cubicBezTo>
                  <a:cubicBezTo>
                    <a:pt x="3830" y="929"/>
                    <a:pt x="3808" y="1451"/>
                    <a:pt x="3220" y="1777"/>
                  </a:cubicBezTo>
                  <a:cubicBezTo>
                    <a:pt x="2947" y="1935"/>
                    <a:pt x="2597" y="2011"/>
                    <a:pt x="2245" y="2011"/>
                  </a:cubicBezTo>
                  <a:cubicBezTo>
                    <a:pt x="1868" y="2011"/>
                    <a:pt x="1489" y="1924"/>
                    <a:pt x="1197" y="1755"/>
                  </a:cubicBezTo>
                  <a:cubicBezTo>
                    <a:pt x="609" y="1407"/>
                    <a:pt x="653" y="885"/>
                    <a:pt x="1219" y="559"/>
                  </a:cubicBezTo>
                  <a:cubicBezTo>
                    <a:pt x="1497" y="398"/>
                    <a:pt x="1854" y="317"/>
                    <a:pt x="2215" y="317"/>
                  </a:cubicBezTo>
                  <a:close/>
                  <a:moveTo>
                    <a:pt x="2236" y="1"/>
                  </a:moveTo>
                  <a:cubicBezTo>
                    <a:pt x="1731" y="1"/>
                    <a:pt x="1226" y="110"/>
                    <a:pt x="827" y="341"/>
                  </a:cubicBezTo>
                  <a:cubicBezTo>
                    <a:pt x="22" y="776"/>
                    <a:pt x="0" y="1538"/>
                    <a:pt x="783" y="1995"/>
                  </a:cubicBezTo>
                  <a:cubicBezTo>
                    <a:pt x="1189" y="2231"/>
                    <a:pt x="1728" y="2357"/>
                    <a:pt x="2266" y="2357"/>
                  </a:cubicBezTo>
                  <a:cubicBezTo>
                    <a:pt x="2767" y="2357"/>
                    <a:pt x="3267" y="2247"/>
                    <a:pt x="3655" y="2016"/>
                  </a:cubicBezTo>
                  <a:cubicBezTo>
                    <a:pt x="4461" y="1560"/>
                    <a:pt x="4482" y="820"/>
                    <a:pt x="3721" y="363"/>
                  </a:cubicBezTo>
                  <a:cubicBezTo>
                    <a:pt x="3315" y="126"/>
                    <a:pt x="2776" y="1"/>
                    <a:pt x="2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7"/>
            <p:cNvSpPr/>
            <p:nvPr/>
          </p:nvSpPr>
          <p:spPr>
            <a:xfrm>
              <a:off x="6969125" y="2928125"/>
              <a:ext cx="10925" cy="70750"/>
            </a:xfrm>
            <a:custGeom>
              <a:rect b="b" l="l" r="r" t="t"/>
              <a:pathLst>
                <a:path extrusionOk="0" h="2830" w="437">
                  <a:moveTo>
                    <a:pt x="436" y="1"/>
                  </a:moveTo>
                  <a:cubicBezTo>
                    <a:pt x="436" y="218"/>
                    <a:pt x="262" y="436"/>
                    <a:pt x="1" y="610"/>
                  </a:cubicBezTo>
                  <a:lnTo>
                    <a:pt x="1" y="2829"/>
                  </a:lnTo>
                  <a:cubicBezTo>
                    <a:pt x="284" y="2677"/>
                    <a:pt x="436" y="2459"/>
                    <a:pt x="436" y="2242"/>
                  </a:cubicBezTo>
                  <a:lnTo>
                    <a:pt x="436" y="1"/>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7"/>
            <p:cNvSpPr/>
            <p:nvPr/>
          </p:nvSpPr>
          <p:spPr>
            <a:xfrm>
              <a:off x="6907125" y="2928125"/>
              <a:ext cx="60950" cy="77150"/>
            </a:xfrm>
            <a:custGeom>
              <a:rect b="b" l="l" r="r" t="t"/>
              <a:pathLst>
                <a:path extrusionOk="0" h="3086" w="2438">
                  <a:moveTo>
                    <a:pt x="0" y="1"/>
                  </a:moveTo>
                  <a:lnTo>
                    <a:pt x="0" y="2242"/>
                  </a:lnTo>
                  <a:cubicBezTo>
                    <a:pt x="0" y="2416"/>
                    <a:pt x="131" y="2633"/>
                    <a:pt x="414" y="2829"/>
                  </a:cubicBezTo>
                  <a:cubicBezTo>
                    <a:pt x="695" y="2998"/>
                    <a:pt x="1075" y="3085"/>
                    <a:pt x="1454" y="3085"/>
                  </a:cubicBezTo>
                  <a:cubicBezTo>
                    <a:pt x="1809" y="3085"/>
                    <a:pt x="2164" y="3009"/>
                    <a:pt x="2437" y="2851"/>
                  </a:cubicBezTo>
                  <a:lnTo>
                    <a:pt x="2437" y="632"/>
                  </a:lnTo>
                  <a:cubicBezTo>
                    <a:pt x="2164" y="789"/>
                    <a:pt x="1809" y="866"/>
                    <a:pt x="1454" y="866"/>
                  </a:cubicBezTo>
                  <a:cubicBezTo>
                    <a:pt x="1075" y="866"/>
                    <a:pt x="695" y="778"/>
                    <a:pt x="414" y="610"/>
                  </a:cubicBezTo>
                  <a:cubicBezTo>
                    <a:pt x="131" y="436"/>
                    <a:pt x="0" y="218"/>
                    <a:pt x="0" y="1"/>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7"/>
            <p:cNvSpPr/>
            <p:nvPr/>
          </p:nvSpPr>
          <p:spPr>
            <a:xfrm>
              <a:off x="6903850" y="2906750"/>
              <a:ext cx="79450" cy="42225"/>
            </a:xfrm>
            <a:custGeom>
              <a:rect b="b" l="l" r="r" t="t"/>
              <a:pathLst>
                <a:path extrusionOk="0" h="1689" w="3178">
                  <a:moveTo>
                    <a:pt x="1574" y="268"/>
                  </a:moveTo>
                  <a:cubicBezTo>
                    <a:pt x="1836" y="268"/>
                    <a:pt x="2102" y="328"/>
                    <a:pt x="2307" y="442"/>
                  </a:cubicBezTo>
                  <a:cubicBezTo>
                    <a:pt x="2677" y="681"/>
                    <a:pt x="2655" y="1051"/>
                    <a:pt x="2285" y="1269"/>
                  </a:cubicBezTo>
                  <a:cubicBezTo>
                    <a:pt x="2088" y="1373"/>
                    <a:pt x="1841" y="1427"/>
                    <a:pt x="1599" y="1427"/>
                  </a:cubicBezTo>
                  <a:cubicBezTo>
                    <a:pt x="1334" y="1427"/>
                    <a:pt x="1075" y="1362"/>
                    <a:pt x="893" y="1225"/>
                  </a:cubicBezTo>
                  <a:cubicBezTo>
                    <a:pt x="501" y="986"/>
                    <a:pt x="545" y="638"/>
                    <a:pt x="915" y="420"/>
                  </a:cubicBezTo>
                  <a:cubicBezTo>
                    <a:pt x="1101" y="317"/>
                    <a:pt x="1336" y="268"/>
                    <a:pt x="1574" y="268"/>
                  </a:cubicBezTo>
                  <a:close/>
                  <a:moveTo>
                    <a:pt x="1523" y="0"/>
                  </a:moveTo>
                  <a:cubicBezTo>
                    <a:pt x="1175" y="0"/>
                    <a:pt x="831" y="72"/>
                    <a:pt x="567" y="225"/>
                  </a:cubicBezTo>
                  <a:cubicBezTo>
                    <a:pt x="1" y="551"/>
                    <a:pt x="1" y="1095"/>
                    <a:pt x="545" y="1421"/>
                  </a:cubicBezTo>
                  <a:cubicBezTo>
                    <a:pt x="835" y="1595"/>
                    <a:pt x="1230" y="1689"/>
                    <a:pt x="1622" y="1689"/>
                  </a:cubicBezTo>
                  <a:cubicBezTo>
                    <a:pt x="1964" y="1689"/>
                    <a:pt x="2304" y="1617"/>
                    <a:pt x="2568" y="1465"/>
                  </a:cubicBezTo>
                  <a:cubicBezTo>
                    <a:pt x="3156" y="1138"/>
                    <a:pt x="3178" y="594"/>
                    <a:pt x="2612" y="268"/>
                  </a:cubicBezTo>
                  <a:cubicBezTo>
                    <a:pt x="2322" y="94"/>
                    <a:pt x="1920" y="0"/>
                    <a:pt x="1523"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7"/>
            <p:cNvSpPr/>
            <p:nvPr/>
          </p:nvSpPr>
          <p:spPr>
            <a:xfrm>
              <a:off x="6960975" y="2920500"/>
              <a:ext cx="7100" cy="17450"/>
            </a:xfrm>
            <a:custGeom>
              <a:rect b="b" l="l" r="r" t="t"/>
              <a:pathLst>
                <a:path extrusionOk="0" h="698" w="284">
                  <a:moveTo>
                    <a:pt x="283" y="1"/>
                  </a:moveTo>
                  <a:cubicBezTo>
                    <a:pt x="283" y="175"/>
                    <a:pt x="175" y="306"/>
                    <a:pt x="0" y="414"/>
                  </a:cubicBezTo>
                  <a:lnTo>
                    <a:pt x="0" y="697"/>
                  </a:lnTo>
                  <a:cubicBezTo>
                    <a:pt x="175" y="588"/>
                    <a:pt x="283" y="414"/>
                    <a:pt x="283" y="284"/>
                  </a:cubicBezTo>
                  <a:lnTo>
                    <a:pt x="283" y="1"/>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7"/>
            <p:cNvSpPr/>
            <p:nvPr/>
          </p:nvSpPr>
          <p:spPr>
            <a:xfrm>
              <a:off x="6918550" y="2921600"/>
              <a:ext cx="41350" cy="21450"/>
            </a:xfrm>
            <a:custGeom>
              <a:rect b="b" l="l" r="r" t="t"/>
              <a:pathLst>
                <a:path extrusionOk="0" h="858" w="1654">
                  <a:moveTo>
                    <a:pt x="0" y="0"/>
                  </a:moveTo>
                  <a:lnTo>
                    <a:pt x="0" y="262"/>
                  </a:lnTo>
                  <a:cubicBezTo>
                    <a:pt x="0" y="392"/>
                    <a:pt x="87" y="544"/>
                    <a:pt x="283" y="675"/>
                  </a:cubicBezTo>
                  <a:cubicBezTo>
                    <a:pt x="473" y="797"/>
                    <a:pt x="730" y="857"/>
                    <a:pt x="986" y="857"/>
                  </a:cubicBezTo>
                  <a:cubicBezTo>
                    <a:pt x="1231" y="857"/>
                    <a:pt x="1473" y="803"/>
                    <a:pt x="1654" y="697"/>
                  </a:cubicBezTo>
                  <a:lnTo>
                    <a:pt x="1654" y="436"/>
                  </a:lnTo>
                  <a:cubicBezTo>
                    <a:pt x="1484" y="526"/>
                    <a:pt x="1258" y="570"/>
                    <a:pt x="1028" y="570"/>
                  </a:cubicBezTo>
                  <a:cubicBezTo>
                    <a:pt x="758" y="570"/>
                    <a:pt x="483" y="509"/>
                    <a:pt x="283" y="392"/>
                  </a:cubicBezTo>
                  <a:cubicBezTo>
                    <a:pt x="87" y="283"/>
                    <a:pt x="0" y="131"/>
                    <a:pt x="0" y="0"/>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7"/>
            <p:cNvSpPr/>
            <p:nvPr/>
          </p:nvSpPr>
          <p:spPr>
            <a:xfrm>
              <a:off x="6916375" y="2906225"/>
              <a:ext cx="53875" cy="29200"/>
            </a:xfrm>
            <a:custGeom>
              <a:rect b="b" l="l" r="r" t="t"/>
              <a:pathLst>
                <a:path extrusionOk="0" h="1168" w="2155">
                  <a:moveTo>
                    <a:pt x="1076" y="0"/>
                  </a:moveTo>
                  <a:cubicBezTo>
                    <a:pt x="837" y="0"/>
                    <a:pt x="601" y="55"/>
                    <a:pt x="414" y="159"/>
                  </a:cubicBezTo>
                  <a:cubicBezTo>
                    <a:pt x="0" y="398"/>
                    <a:pt x="0" y="768"/>
                    <a:pt x="392" y="985"/>
                  </a:cubicBezTo>
                  <a:cubicBezTo>
                    <a:pt x="581" y="1108"/>
                    <a:pt x="839" y="1168"/>
                    <a:pt x="1098" y="1168"/>
                  </a:cubicBezTo>
                  <a:cubicBezTo>
                    <a:pt x="1345" y="1168"/>
                    <a:pt x="1593" y="1113"/>
                    <a:pt x="1784" y="1007"/>
                  </a:cubicBezTo>
                  <a:cubicBezTo>
                    <a:pt x="2154" y="768"/>
                    <a:pt x="2154" y="420"/>
                    <a:pt x="1806" y="202"/>
                  </a:cubicBezTo>
                  <a:cubicBezTo>
                    <a:pt x="1601" y="66"/>
                    <a:pt x="1337" y="0"/>
                    <a:pt x="107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7"/>
            <p:cNvSpPr/>
            <p:nvPr/>
          </p:nvSpPr>
          <p:spPr>
            <a:xfrm>
              <a:off x="6694425" y="3085875"/>
              <a:ext cx="6025" cy="24500"/>
            </a:xfrm>
            <a:custGeom>
              <a:rect b="b" l="l" r="r" t="t"/>
              <a:pathLst>
                <a:path extrusionOk="0" h="980" w="241">
                  <a:moveTo>
                    <a:pt x="44" y="0"/>
                  </a:moveTo>
                  <a:lnTo>
                    <a:pt x="1" y="980"/>
                  </a:lnTo>
                  <a:lnTo>
                    <a:pt x="240" y="131"/>
                  </a:lnTo>
                  <a:lnTo>
                    <a:pt x="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7"/>
            <p:cNvSpPr/>
            <p:nvPr/>
          </p:nvSpPr>
          <p:spPr>
            <a:xfrm>
              <a:off x="6692800" y="2936275"/>
              <a:ext cx="275275" cy="153425"/>
            </a:xfrm>
            <a:custGeom>
              <a:rect b="b" l="l" r="r" t="t"/>
              <a:pathLst>
                <a:path extrusionOk="0" h="6137" w="11011">
                  <a:moveTo>
                    <a:pt x="8573" y="1"/>
                  </a:moveTo>
                  <a:lnTo>
                    <a:pt x="88" y="5963"/>
                  </a:lnTo>
                  <a:lnTo>
                    <a:pt x="1" y="6137"/>
                  </a:lnTo>
                  <a:lnTo>
                    <a:pt x="305" y="6093"/>
                  </a:lnTo>
                  <a:lnTo>
                    <a:pt x="11010" y="588"/>
                  </a:lnTo>
                  <a:lnTo>
                    <a:pt x="11010" y="588"/>
                  </a:lnTo>
                  <a:cubicBezTo>
                    <a:pt x="10610" y="789"/>
                    <a:pt x="10239" y="868"/>
                    <a:pt x="9915" y="868"/>
                  </a:cubicBezTo>
                  <a:cubicBezTo>
                    <a:pt x="9500" y="868"/>
                    <a:pt x="9163" y="738"/>
                    <a:pt x="8943" y="567"/>
                  </a:cubicBezTo>
                  <a:cubicBezTo>
                    <a:pt x="8595" y="327"/>
                    <a:pt x="8573" y="1"/>
                    <a:pt x="85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7"/>
            <p:cNvSpPr/>
            <p:nvPr/>
          </p:nvSpPr>
          <p:spPr>
            <a:xfrm>
              <a:off x="6693350" y="2952050"/>
              <a:ext cx="274725" cy="139275"/>
            </a:xfrm>
            <a:custGeom>
              <a:rect b="b" l="l" r="r" t="t"/>
              <a:pathLst>
                <a:path extrusionOk="0" h="5571" w="10989">
                  <a:moveTo>
                    <a:pt x="10988" y="1"/>
                  </a:moveTo>
                  <a:lnTo>
                    <a:pt x="283" y="5484"/>
                  </a:lnTo>
                  <a:lnTo>
                    <a:pt x="0" y="5549"/>
                  </a:lnTo>
                  <a:lnTo>
                    <a:pt x="283" y="5571"/>
                  </a:lnTo>
                  <a:lnTo>
                    <a:pt x="10988" y="349"/>
                  </a:lnTo>
                  <a:lnTo>
                    <a:pt x="10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7"/>
            <p:cNvSpPr/>
            <p:nvPr/>
          </p:nvSpPr>
          <p:spPr>
            <a:xfrm>
              <a:off x="6960975" y="3094025"/>
              <a:ext cx="76725" cy="44100"/>
            </a:xfrm>
            <a:custGeom>
              <a:rect b="b" l="l" r="r" t="t"/>
              <a:pathLst>
                <a:path extrusionOk="0" h="1764" w="3069">
                  <a:moveTo>
                    <a:pt x="1524" y="1"/>
                  </a:moveTo>
                  <a:lnTo>
                    <a:pt x="0" y="871"/>
                  </a:lnTo>
                  <a:lnTo>
                    <a:pt x="1545" y="1763"/>
                  </a:lnTo>
                  <a:lnTo>
                    <a:pt x="3068" y="871"/>
                  </a:lnTo>
                  <a:lnTo>
                    <a:pt x="15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7"/>
            <p:cNvSpPr/>
            <p:nvPr/>
          </p:nvSpPr>
          <p:spPr>
            <a:xfrm>
              <a:off x="6999600" y="3102725"/>
              <a:ext cx="32650" cy="32125"/>
            </a:xfrm>
            <a:custGeom>
              <a:rect b="b" l="l" r="r" t="t"/>
              <a:pathLst>
                <a:path extrusionOk="0" h="1285" w="1306">
                  <a:moveTo>
                    <a:pt x="1306" y="1"/>
                  </a:moveTo>
                  <a:lnTo>
                    <a:pt x="0" y="762"/>
                  </a:lnTo>
                  <a:lnTo>
                    <a:pt x="0" y="1285"/>
                  </a:lnTo>
                  <a:lnTo>
                    <a:pt x="1306" y="523"/>
                  </a:lnTo>
                  <a:lnTo>
                    <a:pt x="13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7"/>
            <p:cNvSpPr/>
            <p:nvPr/>
          </p:nvSpPr>
          <p:spPr>
            <a:xfrm>
              <a:off x="6966425" y="3102725"/>
              <a:ext cx="33200" cy="32125"/>
            </a:xfrm>
            <a:custGeom>
              <a:rect b="b" l="l" r="r" t="t"/>
              <a:pathLst>
                <a:path extrusionOk="0" h="1285" w="1328">
                  <a:moveTo>
                    <a:pt x="0" y="1"/>
                  </a:moveTo>
                  <a:lnTo>
                    <a:pt x="0" y="523"/>
                  </a:lnTo>
                  <a:lnTo>
                    <a:pt x="1327" y="1285"/>
                  </a:lnTo>
                  <a:lnTo>
                    <a:pt x="1327" y="762"/>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7"/>
            <p:cNvSpPr/>
            <p:nvPr/>
          </p:nvSpPr>
          <p:spPr>
            <a:xfrm>
              <a:off x="6966425" y="3083150"/>
              <a:ext cx="65825" cy="38650"/>
            </a:xfrm>
            <a:custGeom>
              <a:rect b="b" l="l" r="r" t="t"/>
              <a:pathLst>
                <a:path extrusionOk="0" h="1546" w="2633">
                  <a:moveTo>
                    <a:pt x="1306" y="1"/>
                  </a:moveTo>
                  <a:lnTo>
                    <a:pt x="0" y="784"/>
                  </a:lnTo>
                  <a:lnTo>
                    <a:pt x="1327" y="1545"/>
                  </a:lnTo>
                  <a:lnTo>
                    <a:pt x="2633" y="784"/>
                  </a:lnTo>
                  <a:lnTo>
                    <a:pt x="130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7"/>
            <p:cNvSpPr/>
            <p:nvPr/>
          </p:nvSpPr>
          <p:spPr>
            <a:xfrm>
              <a:off x="6966425" y="3033650"/>
              <a:ext cx="76175" cy="44100"/>
            </a:xfrm>
            <a:custGeom>
              <a:rect b="b" l="l" r="r" t="t"/>
              <a:pathLst>
                <a:path extrusionOk="0" h="1764" w="3047">
                  <a:moveTo>
                    <a:pt x="1523" y="1"/>
                  </a:moveTo>
                  <a:lnTo>
                    <a:pt x="0" y="893"/>
                  </a:lnTo>
                  <a:lnTo>
                    <a:pt x="1523" y="1763"/>
                  </a:lnTo>
                  <a:lnTo>
                    <a:pt x="3046" y="893"/>
                  </a:lnTo>
                  <a:lnTo>
                    <a:pt x="15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7"/>
            <p:cNvSpPr/>
            <p:nvPr/>
          </p:nvSpPr>
          <p:spPr>
            <a:xfrm>
              <a:off x="7004500" y="3042350"/>
              <a:ext cx="33200" cy="32125"/>
            </a:xfrm>
            <a:custGeom>
              <a:rect b="b" l="l" r="r" t="t"/>
              <a:pathLst>
                <a:path extrusionOk="0" h="1285" w="1328">
                  <a:moveTo>
                    <a:pt x="1327" y="1"/>
                  </a:moveTo>
                  <a:lnTo>
                    <a:pt x="0" y="762"/>
                  </a:lnTo>
                  <a:lnTo>
                    <a:pt x="0" y="1284"/>
                  </a:lnTo>
                  <a:lnTo>
                    <a:pt x="1327" y="523"/>
                  </a:lnTo>
                  <a:lnTo>
                    <a:pt x="13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7"/>
            <p:cNvSpPr/>
            <p:nvPr/>
          </p:nvSpPr>
          <p:spPr>
            <a:xfrm>
              <a:off x="6970775" y="3042350"/>
              <a:ext cx="33750" cy="32125"/>
            </a:xfrm>
            <a:custGeom>
              <a:rect b="b" l="l" r="r" t="t"/>
              <a:pathLst>
                <a:path extrusionOk="0" h="1285" w="1350">
                  <a:moveTo>
                    <a:pt x="0" y="1"/>
                  </a:moveTo>
                  <a:lnTo>
                    <a:pt x="0" y="523"/>
                  </a:lnTo>
                  <a:lnTo>
                    <a:pt x="1349" y="1284"/>
                  </a:lnTo>
                  <a:lnTo>
                    <a:pt x="1349" y="762"/>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7"/>
            <p:cNvSpPr/>
            <p:nvPr/>
          </p:nvSpPr>
          <p:spPr>
            <a:xfrm>
              <a:off x="6970775" y="3022775"/>
              <a:ext cx="66925" cy="38650"/>
            </a:xfrm>
            <a:custGeom>
              <a:rect b="b" l="l" r="r" t="t"/>
              <a:pathLst>
                <a:path extrusionOk="0" h="1546" w="2677">
                  <a:moveTo>
                    <a:pt x="1349" y="0"/>
                  </a:moveTo>
                  <a:lnTo>
                    <a:pt x="0" y="784"/>
                  </a:lnTo>
                  <a:lnTo>
                    <a:pt x="1349" y="1545"/>
                  </a:lnTo>
                  <a:lnTo>
                    <a:pt x="2676" y="784"/>
                  </a:lnTo>
                  <a:lnTo>
                    <a:pt x="134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7"/>
            <p:cNvSpPr/>
            <p:nvPr/>
          </p:nvSpPr>
          <p:spPr>
            <a:xfrm>
              <a:off x="6918550" y="3118500"/>
              <a:ext cx="76725" cy="44100"/>
            </a:xfrm>
            <a:custGeom>
              <a:rect b="b" l="l" r="r" t="t"/>
              <a:pathLst>
                <a:path extrusionOk="0" h="1764" w="3069">
                  <a:moveTo>
                    <a:pt x="1545" y="1"/>
                  </a:moveTo>
                  <a:lnTo>
                    <a:pt x="0" y="871"/>
                  </a:lnTo>
                  <a:lnTo>
                    <a:pt x="1545" y="1763"/>
                  </a:lnTo>
                  <a:lnTo>
                    <a:pt x="3068" y="871"/>
                  </a:lnTo>
                  <a:lnTo>
                    <a:pt x="15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7"/>
            <p:cNvSpPr/>
            <p:nvPr/>
          </p:nvSpPr>
          <p:spPr>
            <a:xfrm>
              <a:off x="6957175" y="3126675"/>
              <a:ext cx="32650" cy="32650"/>
            </a:xfrm>
            <a:custGeom>
              <a:rect b="b" l="l" r="r" t="t"/>
              <a:pathLst>
                <a:path extrusionOk="0" h="1306" w="1306">
                  <a:moveTo>
                    <a:pt x="1306" y="0"/>
                  </a:moveTo>
                  <a:lnTo>
                    <a:pt x="0" y="784"/>
                  </a:lnTo>
                  <a:lnTo>
                    <a:pt x="0" y="1306"/>
                  </a:lnTo>
                  <a:lnTo>
                    <a:pt x="1306" y="522"/>
                  </a:lnTo>
                  <a:lnTo>
                    <a:pt x="13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7"/>
            <p:cNvSpPr/>
            <p:nvPr/>
          </p:nvSpPr>
          <p:spPr>
            <a:xfrm>
              <a:off x="6923975" y="3126675"/>
              <a:ext cx="33225" cy="32650"/>
            </a:xfrm>
            <a:custGeom>
              <a:rect b="b" l="l" r="r" t="t"/>
              <a:pathLst>
                <a:path extrusionOk="0" h="1306" w="1329">
                  <a:moveTo>
                    <a:pt x="1" y="0"/>
                  </a:moveTo>
                  <a:lnTo>
                    <a:pt x="1" y="522"/>
                  </a:lnTo>
                  <a:lnTo>
                    <a:pt x="1328" y="1306"/>
                  </a:lnTo>
                  <a:lnTo>
                    <a:pt x="1328" y="784"/>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7"/>
            <p:cNvSpPr/>
            <p:nvPr/>
          </p:nvSpPr>
          <p:spPr>
            <a:xfrm>
              <a:off x="6923975" y="3107625"/>
              <a:ext cx="65850" cy="38650"/>
            </a:xfrm>
            <a:custGeom>
              <a:rect b="b" l="l" r="r" t="t"/>
              <a:pathLst>
                <a:path extrusionOk="0" h="1546" w="2634">
                  <a:moveTo>
                    <a:pt x="1328" y="1"/>
                  </a:moveTo>
                  <a:lnTo>
                    <a:pt x="1" y="762"/>
                  </a:lnTo>
                  <a:lnTo>
                    <a:pt x="1328" y="1546"/>
                  </a:lnTo>
                  <a:lnTo>
                    <a:pt x="2634" y="762"/>
                  </a:lnTo>
                  <a:lnTo>
                    <a:pt x="13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27"/>
            <p:cNvSpPr/>
            <p:nvPr/>
          </p:nvSpPr>
          <p:spPr>
            <a:xfrm>
              <a:off x="6876650" y="3142450"/>
              <a:ext cx="76725" cy="44625"/>
            </a:xfrm>
            <a:custGeom>
              <a:rect b="b" l="l" r="r" t="t"/>
              <a:pathLst>
                <a:path extrusionOk="0" h="1785" w="3069">
                  <a:moveTo>
                    <a:pt x="1546" y="0"/>
                  </a:moveTo>
                  <a:lnTo>
                    <a:pt x="1" y="892"/>
                  </a:lnTo>
                  <a:lnTo>
                    <a:pt x="1546" y="1784"/>
                  </a:lnTo>
                  <a:lnTo>
                    <a:pt x="3069" y="892"/>
                  </a:lnTo>
                  <a:lnTo>
                    <a:pt x="15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27"/>
            <p:cNvSpPr/>
            <p:nvPr/>
          </p:nvSpPr>
          <p:spPr>
            <a:xfrm>
              <a:off x="6915275" y="3151150"/>
              <a:ext cx="32675" cy="32125"/>
            </a:xfrm>
            <a:custGeom>
              <a:rect b="b" l="l" r="r" t="t"/>
              <a:pathLst>
                <a:path extrusionOk="0" h="1285" w="1307">
                  <a:moveTo>
                    <a:pt x="1306" y="0"/>
                  </a:moveTo>
                  <a:lnTo>
                    <a:pt x="1" y="762"/>
                  </a:lnTo>
                  <a:lnTo>
                    <a:pt x="1" y="1284"/>
                  </a:lnTo>
                  <a:lnTo>
                    <a:pt x="1306" y="523"/>
                  </a:lnTo>
                  <a:lnTo>
                    <a:pt x="13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7"/>
            <p:cNvSpPr/>
            <p:nvPr/>
          </p:nvSpPr>
          <p:spPr>
            <a:xfrm>
              <a:off x="6882100" y="3151150"/>
              <a:ext cx="33200" cy="32125"/>
            </a:xfrm>
            <a:custGeom>
              <a:rect b="b" l="l" r="r" t="t"/>
              <a:pathLst>
                <a:path extrusionOk="0" h="1285" w="1328">
                  <a:moveTo>
                    <a:pt x="1" y="0"/>
                  </a:moveTo>
                  <a:lnTo>
                    <a:pt x="1" y="523"/>
                  </a:lnTo>
                  <a:lnTo>
                    <a:pt x="1328" y="1284"/>
                  </a:lnTo>
                  <a:lnTo>
                    <a:pt x="1328" y="76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27"/>
            <p:cNvSpPr/>
            <p:nvPr/>
          </p:nvSpPr>
          <p:spPr>
            <a:xfrm>
              <a:off x="6882100" y="3132100"/>
              <a:ext cx="65850" cy="38100"/>
            </a:xfrm>
            <a:custGeom>
              <a:rect b="b" l="l" r="r" t="t"/>
              <a:pathLst>
                <a:path extrusionOk="0" h="1524" w="2634">
                  <a:moveTo>
                    <a:pt x="1328" y="1"/>
                  </a:moveTo>
                  <a:lnTo>
                    <a:pt x="1" y="762"/>
                  </a:lnTo>
                  <a:lnTo>
                    <a:pt x="1328" y="1524"/>
                  </a:lnTo>
                  <a:lnTo>
                    <a:pt x="2633" y="762"/>
                  </a:lnTo>
                  <a:lnTo>
                    <a:pt x="13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7"/>
            <p:cNvSpPr/>
            <p:nvPr/>
          </p:nvSpPr>
          <p:spPr>
            <a:xfrm>
              <a:off x="6834775" y="3166925"/>
              <a:ext cx="76175" cy="44075"/>
            </a:xfrm>
            <a:custGeom>
              <a:rect b="b" l="l" r="r" t="t"/>
              <a:pathLst>
                <a:path extrusionOk="0" h="1763" w="3047">
                  <a:moveTo>
                    <a:pt x="1524" y="0"/>
                  </a:moveTo>
                  <a:lnTo>
                    <a:pt x="1" y="892"/>
                  </a:lnTo>
                  <a:lnTo>
                    <a:pt x="1524" y="1763"/>
                  </a:lnTo>
                  <a:lnTo>
                    <a:pt x="3047" y="892"/>
                  </a:lnTo>
                  <a:lnTo>
                    <a:pt x="15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7"/>
            <p:cNvSpPr/>
            <p:nvPr/>
          </p:nvSpPr>
          <p:spPr>
            <a:xfrm>
              <a:off x="6872850" y="3175625"/>
              <a:ext cx="33750" cy="32125"/>
            </a:xfrm>
            <a:custGeom>
              <a:rect b="b" l="l" r="r" t="t"/>
              <a:pathLst>
                <a:path extrusionOk="0" h="1285" w="1350">
                  <a:moveTo>
                    <a:pt x="1350" y="0"/>
                  </a:moveTo>
                  <a:lnTo>
                    <a:pt x="1" y="762"/>
                  </a:lnTo>
                  <a:lnTo>
                    <a:pt x="1" y="1284"/>
                  </a:lnTo>
                  <a:lnTo>
                    <a:pt x="1350" y="523"/>
                  </a:lnTo>
                  <a:lnTo>
                    <a:pt x="13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7"/>
            <p:cNvSpPr/>
            <p:nvPr/>
          </p:nvSpPr>
          <p:spPr>
            <a:xfrm>
              <a:off x="6839675" y="3175625"/>
              <a:ext cx="33200" cy="32125"/>
            </a:xfrm>
            <a:custGeom>
              <a:rect b="b" l="l" r="r" t="t"/>
              <a:pathLst>
                <a:path extrusionOk="0" h="1285" w="1328">
                  <a:moveTo>
                    <a:pt x="0" y="0"/>
                  </a:moveTo>
                  <a:lnTo>
                    <a:pt x="0" y="523"/>
                  </a:lnTo>
                  <a:lnTo>
                    <a:pt x="1328" y="1284"/>
                  </a:lnTo>
                  <a:lnTo>
                    <a:pt x="1328" y="762"/>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7"/>
            <p:cNvSpPr/>
            <p:nvPr/>
          </p:nvSpPr>
          <p:spPr>
            <a:xfrm>
              <a:off x="6839675" y="3156575"/>
              <a:ext cx="66925" cy="38125"/>
            </a:xfrm>
            <a:custGeom>
              <a:rect b="b" l="l" r="r" t="t"/>
              <a:pathLst>
                <a:path extrusionOk="0" h="1525" w="2677">
                  <a:moveTo>
                    <a:pt x="1328" y="1"/>
                  </a:moveTo>
                  <a:lnTo>
                    <a:pt x="0" y="762"/>
                  </a:lnTo>
                  <a:lnTo>
                    <a:pt x="1328" y="1524"/>
                  </a:lnTo>
                  <a:lnTo>
                    <a:pt x="2677" y="762"/>
                  </a:lnTo>
                  <a:lnTo>
                    <a:pt x="13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7"/>
            <p:cNvSpPr/>
            <p:nvPr/>
          </p:nvSpPr>
          <p:spPr>
            <a:xfrm>
              <a:off x="6792900" y="3191400"/>
              <a:ext cx="76175" cy="44075"/>
            </a:xfrm>
            <a:custGeom>
              <a:rect b="b" l="l" r="r" t="t"/>
              <a:pathLst>
                <a:path extrusionOk="0" h="1763" w="3047">
                  <a:moveTo>
                    <a:pt x="1523" y="0"/>
                  </a:moveTo>
                  <a:lnTo>
                    <a:pt x="0" y="871"/>
                  </a:lnTo>
                  <a:lnTo>
                    <a:pt x="1523" y="1763"/>
                  </a:lnTo>
                  <a:lnTo>
                    <a:pt x="3046" y="871"/>
                  </a:lnTo>
                  <a:lnTo>
                    <a:pt x="15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7"/>
            <p:cNvSpPr/>
            <p:nvPr/>
          </p:nvSpPr>
          <p:spPr>
            <a:xfrm>
              <a:off x="6830975" y="3200100"/>
              <a:ext cx="33200" cy="32125"/>
            </a:xfrm>
            <a:custGeom>
              <a:rect b="b" l="l" r="r" t="t"/>
              <a:pathLst>
                <a:path extrusionOk="0" h="1285" w="1328">
                  <a:moveTo>
                    <a:pt x="1328" y="1"/>
                  </a:moveTo>
                  <a:lnTo>
                    <a:pt x="0" y="762"/>
                  </a:lnTo>
                  <a:lnTo>
                    <a:pt x="0" y="1284"/>
                  </a:lnTo>
                  <a:lnTo>
                    <a:pt x="1328" y="523"/>
                  </a:lnTo>
                  <a:lnTo>
                    <a:pt x="13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7"/>
            <p:cNvSpPr/>
            <p:nvPr/>
          </p:nvSpPr>
          <p:spPr>
            <a:xfrm>
              <a:off x="6797800" y="3200100"/>
              <a:ext cx="33200" cy="32125"/>
            </a:xfrm>
            <a:custGeom>
              <a:rect b="b" l="l" r="r" t="t"/>
              <a:pathLst>
                <a:path extrusionOk="0" h="1285" w="1328">
                  <a:moveTo>
                    <a:pt x="0" y="1"/>
                  </a:moveTo>
                  <a:lnTo>
                    <a:pt x="0" y="523"/>
                  </a:lnTo>
                  <a:lnTo>
                    <a:pt x="1327" y="1284"/>
                  </a:lnTo>
                  <a:lnTo>
                    <a:pt x="1327" y="762"/>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7"/>
            <p:cNvSpPr/>
            <p:nvPr/>
          </p:nvSpPr>
          <p:spPr>
            <a:xfrm>
              <a:off x="6797800" y="3180525"/>
              <a:ext cx="66375" cy="38650"/>
            </a:xfrm>
            <a:custGeom>
              <a:rect b="b" l="l" r="r" t="t"/>
              <a:pathLst>
                <a:path extrusionOk="0" h="1546" w="2655">
                  <a:moveTo>
                    <a:pt x="1327" y="0"/>
                  </a:moveTo>
                  <a:lnTo>
                    <a:pt x="0" y="784"/>
                  </a:lnTo>
                  <a:lnTo>
                    <a:pt x="1327" y="1545"/>
                  </a:lnTo>
                  <a:lnTo>
                    <a:pt x="2655" y="784"/>
                  </a:lnTo>
                  <a:lnTo>
                    <a:pt x="132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7"/>
            <p:cNvSpPr/>
            <p:nvPr/>
          </p:nvSpPr>
          <p:spPr>
            <a:xfrm>
              <a:off x="7025150" y="3131425"/>
              <a:ext cx="83250" cy="47075"/>
            </a:xfrm>
            <a:custGeom>
              <a:rect b="b" l="l" r="r" t="t"/>
              <a:pathLst>
                <a:path extrusionOk="0" h="1883" w="3330">
                  <a:moveTo>
                    <a:pt x="382" y="1"/>
                  </a:moveTo>
                  <a:cubicBezTo>
                    <a:pt x="300" y="1"/>
                    <a:pt x="219" y="17"/>
                    <a:pt x="153" y="50"/>
                  </a:cubicBezTo>
                  <a:cubicBezTo>
                    <a:pt x="1" y="137"/>
                    <a:pt x="1" y="245"/>
                    <a:pt x="153" y="332"/>
                  </a:cubicBezTo>
                  <a:lnTo>
                    <a:pt x="2721" y="1834"/>
                  </a:lnTo>
                  <a:cubicBezTo>
                    <a:pt x="2797" y="1866"/>
                    <a:pt x="2878" y="1883"/>
                    <a:pt x="2960" y="1883"/>
                  </a:cubicBezTo>
                  <a:cubicBezTo>
                    <a:pt x="3042" y="1883"/>
                    <a:pt x="3123" y="1866"/>
                    <a:pt x="3199" y="1834"/>
                  </a:cubicBezTo>
                  <a:cubicBezTo>
                    <a:pt x="3330" y="1747"/>
                    <a:pt x="3330" y="1638"/>
                    <a:pt x="3199" y="1551"/>
                  </a:cubicBezTo>
                  <a:lnTo>
                    <a:pt x="610" y="50"/>
                  </a:lnTo>
                  <a:cubicBezTo>
                    <a:pt x="545" y="17"/>
                    <a:pt x="463" y="1"/>
                    <a:pt x="3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7"/>
            <p:cNvSpPr/>
            <p:nvPr/>
          </p:nvSpPr>
          <p:spPr>
            <a:xfrm>
              <a:off x="7028975" y="3069550"/>
              <a:ext cx="82700" cy="47350"/>
            </a:xfrm>
            <a:custGeom>
              <a:rect b="b" l="l" r="r" t="t"/>
              <a:pathLst>
                <a:path extrusionOk="0" h="1894" w="3308">
                  <a:moveTo>
                    <a:pt x="359" y="1"/>
                  </a:moveTo>
                  <a:cubicBezTo>
                    <a:pt x="278" y="1"/>
                    <a:pt x="196" y="22"/>
                    <a:pt x="131" y="66"/>
                  </a:cubicBezTo>
                  <a:cubicBezTo>
                    <a:pt x="0" y="131"/>
                    <a:pt x="0" y="240"/>
                    <a:pt x="131" y="327"/>
                  </a:cubicBezTo>
                  <a:lnTo>
                    <a:pt x="2720" y="1828"/>
                  </a:lnTo>
                  <a:cubicBezTo>
                    <a:pt x="2774" y="1872"/>
                    <a:pt x="2856" y="1894"/>
                    <a:pt x="2940" y="1894"/>
                  </a:cubicBezTo>
                  <a:cubicBezTo>
                    <a:pt x="3025" y="1894"/>
                    <a:pt x="3112" y="1872"/>
                    <a:pt x="3177" y="1828"/>
                  </a:cubicBezTo>
                  <a:cubicBezTo>
                    <a:pt x="3307" y="1741"/>
                    <a:pt x="3307" y="1633"/>
                    <a:pt x="3177" y="1545"/>
                  </a:cubicBezTo>
                  <a:lnTo>
                    <a:pt x="588" y="66"/>
                  </a:lnTo>
                  <a:cubicBezTo>
                    <a:pt x="522" y="22"/>
                    <a:pt x="441" y="1"/>
                    <a:pt x="3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7"/>
            <p:cNvSpPr/>
            <p:nvPr/>
          </p:nvSpPr>
          <p:spPr>
            <a:xfrm>
              <a:off x="6985450" y="3154400"/>
              <a:ext cx="82700" cy="47350"/>
            </a:xfrm>
            <a:custGeom>
              <a:rect b="b" l="l" r="r" t="t"/>
              <a:pathLst>
                <a:path extrusionOk="0" h="1894" w="3308">
                  <a:moveTo>
                    <a:pt x="360" y="1"/>
                  </a:moveTo>
                  <a:cubicBezTo>
                    <a:pt x="278" y="1"/>
                    <a:pt x="196" y="23"/>
                    <a:pt x="131" y="66"/>
                  </a:cubicBezTo>
                  <a:cubicBezTo>
                    <a:pt x="1" y="131"/>
                    <a:pt x="1" y="262"/>
                    <a:pt x="131" y="327"/>
                  </a:cubicBezTo>
                  <a:lnTo>
                    <a:pt x="2720" y="1829"/>
                  </a:lnTo>
                  <a:cubicBezTo>
                    <a:pt x="2775" y="1872"/>
                    <a:pt x="2856" y="1894"/>
                    <a:pt x="2941" y="1894"/>
                  </a:cubicBezTo>
                  <a:cubicBezTo>
                    <a:pt x="3025" y="1894"/>
                    <a:pt x="3112" y="1872"/>
                    <a:pt x="3177" y="1829"/>
                  </a:cubicBezTo>
                  <a:cubicBezTo>
                    <a:pt x="3308" y="1742"/>
                    <a:pt x="3308" y="1633"/>
                    <a:pt x="3177" y="1568"/>
                  </a:cubicBezTo>
                  <a:lnTo>
                    <a:pt x="588" y="66"/>
                  </a:lnTo>
                  <a:cubicBezTo>
                    <a:pt x="523" y="23"/>
                    <a:pt x="441" y="1"/>
                    <a:pt x="3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7"/>
            <p:cNvSpPr/>
            <p:nvPr/>
          </p:nvSpPr>
          <p:spPr>
            <a:xfrm>
              <a:off x="6944650" y="3177675"/>
              <a:ext cx="82700" cy="46925"/>
            </a:xfrm>
            <a:custGeom>
              <a:rect b="b" l="l" r="r" t="t"/>
              <a:pathLst>
                <a:path extrusionOk="0" h="1877" w="3308">
                  <a:moveTo>
                    <a:pt x="360" y="0"/>
                  </a:moveTo>
                  <a:cubicBezTo>
                    <a:pt x="278" y="0"/>
                    <a:pt x="197" y="16"/>
                    <a:pt x="131" y="49"/>
                  </a:cubicBezTo>
                  <a:cubicBezTo>
                    <a:pt x="1" y="136"/>
                    <a:pt x="1" y="245"/>
                    <a:pt x="131" y="332"/>
                  </a:cubicBezTo>
                  <a:lnTo>
                    <a:pt x="2721" y="1811"/>
                  </a:lnTo>
                  <a:cubicBezTo>
                    <a:pt x="2786" y="1855"/>
                    <a:pt x="2867" y="1877"/>
                    <a:pt x="2949" y="1877"/>
                  </a:cubicBezTo>
                  <a:cubicBezTo>
                    <a:pt x="3031" y="1877"/>
                    <a:pt x="3112" y="1855"/>
                    <a:pt x="3177" y="1811"/>
                  </a:cubicBezTo>
                  <a:cubicBezTo>
                    <a:pt x="3308" y="1746"/>
                    <a:pt x="3308" y="1637"/>
                    <a:pt x="3177" y="1550"/>
                  </a:cubicBezTo>
                  <a:lnTo>
                    <a:pt x="588" y="49"/>
                  </a:lnTo>
                  <a:cubicBezTo>
                    <a:pt x="523" y="16"/>
                    <a:pt x="441" y="0"/>
                    <a:pt x="3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7"/>
            <p:cNvSpPr/>
            <p:nvPr/>
          </p:nvSpPr>
          <p:spPr>
            <a:xfrm>
              <a:off x="6904400" y="3201200"/>
              <a:ext cx="82700" cy="46925"/>
            </a:xfrm>
            <a:custGeom>
              <a:rect b="b" l="l" r="r" t="t"/>
              <a:pathLst>
                <a:path extrusionOk="0" h="1877" w="3308">
                  <a:moveTo>
                    <a:pt x="360" y="0"/>
                  </a:moveTo>
                  <a:cubicBezTo>
                    <a:pt x="278" y="0"/>
                    <a:pt x="196" y="22"/>
                    <a:pt x="131" y="65"/>
                  </a:cubicBezTo>
                  <a:cubicBezTo>
                    <a:pt x="1" y="152"/>
                    <a:pt x="1" y="261"/>
                    <a:pt x="131" y="326"/>
                  </a:cubicBezTo>
                  <a:lnTo>
                    <a:pt x="2720" y="1828"/>
                  </a:lnTo>
                  <a:cubicBezTo>
                    <a:pt x="2775" y="1860"/>
                    <a:pt x="2856" y="1877"/>
                    <a:pt x="2941" y="1877"/>
                  </a:cubicBezTo>
                  <a:cubicBezTo>
                    <a:pt x="3025" y="1877"/>
                    <a:pt x="3112" y="1860"/>
                    <a:pt x="3177" y="1828"/>
                  </a:cubicBezTo>
                  <a:cubicBezTo>
                    <a:pt x="3308" y="1763"/>
                    <a:pt x="3308" y="1632"/>
                    <a:pt x="3177" y="1567"/>
                  </a:cubicBezTo>
                  <a:lnTo>
                    <a:pt x="588" y="65"/>
                  </a:lnTo>
                  <a:cubicBezTo>
                    <a:pt x="523" y="22"/>
                    <a:pt x="441" y="0"/>
                    <a:pt x="3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7"/>
            <p:cNvSpPr/>
            <p:nvPr/>
          </p:nvSpPr>
          <p:spPr>
            <a:xfrm>
              <a:off x="6863600" y="3224575"/>
              <a:ext cx="82700" cy="46550"/>
            </a:xfrm>
            <a:custGeom>
              <a:rect b="b" l="l" r="r" t="t"/>
              <a:pathLst>
                <a:path extrusionOk="0" h="1862" w="3308">
                  <a:moveTo>
                    <a:pt x="360" y="1"/>
                  </a:moveTo>
                  <a:cubicBezTo>
                    <a:pt x="278" y="1"/>
                    <a:pt x="197" y="22"/>
                    <a:pt x="131" y="66"/>
                  </a:cubicBezTo>
                  <a:cubicBezTo>
                    <a:pt x="1" y="131"/>
                    <a:pt x="1" y="240"/>
                    <a:pt x="131" y="327"/>
                  </a:cubicBezTo>
                  <a:lnTo>
                    <a:pt x="2721" y="1828"/>
                  </a:lnTo>
                  <a:cubicBezTo>
                    <a:pt x="2786" y="1850"/>
                    <a:pt x="2867" y="1861"/>
                    <a:pt x="2949" y="1861"/>
                  </a:cubicBezTo>
                  <a:cubicBezTo>
                    <a:pt x="3031" y="1861"/>
                    <a:pt x="3112" y="1850"/>
                    <a:pt x="3177" y="1828"/>
                  </a:cubicBezTo>
                  <a:cubicBezTo>
                    <a:pt x="3308" y="1741"/>
                    <a:pt x="3308" y="1633"/>
                    <a:pt x="3177" y="1546"/>
                  </a:cubicBezTo>
                  <a:lnTo>
                    <a:pt x="588" y="66"/>
                  </a:lnTo>
                  <a:cubicBezTo>
                    <a:pt x="523" y="22"/>
                    <a:pt x="441" y="1"/>
                    <a:pt x="3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7"/>
            <p:cNvSpPr/>
            <p:nvPr/>
          </p:nvSpPr>
          <p:spPr>
            <a:xfrm>
              <a:off x="6580750" y="2764250"/>
              <a:ext cx="82700" cy="42725"/>
            </a:xfrm>
            <a:custGeom>
              <a:rect b="b" l="l" r="r" t="t"/>
              <a:pathLst>
                <a:path extrusionOk="0" h="1709" w="3308">
                  <a:moveTo>
                    <a:pt x="1670" y="1"/>
                  </a:moveTo>
                  <a:cubicBezTo>
                    <a:pt x="1284" y="1"/>
                    <a:pt x="893" y="82"/>
                    <a:pt x="588" y="246"/>
                  </a:cubicBezTo>
                  <a:cubicBezTo>
                    <a:pt x="1" y="572"/>
                    <a:pt x="1" y="1138"/>
                    <a:pt x="588" y="1464"/>
                  </a:cubicBezTo>
                  <a:cubicBezTo>
                    <a:pt x="871" y="1627"/>
                    <a:pt x="1252" y="1709"/>
                    <a:pt x="1638" y="1709"/>
                  </a:cubicBezTo>
                  <a:cubicBezTo>
                    <a:pt x="2024" y="1709"/>
                    <a:pt x="2416" y="1627"/>
                    <a:pt x="2720" y="1464"/>
                  </a:cubicBezTo>
                  <a:cubicBezTo>
                    <a:pt x="3308" y="1138"/>
                    <a:pt x="3308" y="572"/>
                    <a:pt x="2720" y="246"/>
                  </a:cubicBezTo>
                  <a:cubicBezTo>
                    <a:pt x="2437" y="82"/>
                    <a:pt x="2057" y="1"/>
                    <a:pt x="1670" y="1"/>
                  </a:cubicBez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7"/>
            <p:cNvSpPr/>
            <p:nvPr/>
          </p:nvSpPr>
          <p:spPr>
            <a:xfrm>
              <a:off x="6645475" y="2765475"/>
              <a:ext cx="9825" cy="31575"/>
            </a:xfrm>
            <a:custGeom>
              <a:rect b="b" l="l" r="r" t="t"/>
              <a:pathLst>
                <a:path extrusionOk="0" h="1263" w="393">
                  <a:moveTo>
                    <a:pt x="392" y="1"/>
                  </a:moveTo>
                  <a:cubicBezTo>
                    <a:pt x="392" y="218"/>
                    <a:pt x="262" y="414"/>
                    <a:pt x="1" y="588"/>
                  </a:cubicBezTo>
                  <a:lnTo>
                    <a:pt x="1" y="1263"/>
                  </a:lnTo>
                  <a:cubicBezTo>
                    <a:pt x="262" y="1089"/>
                    <a:pt x="392" y="915"/>
                    <a:pt x="392" y="697"/>
                  </a:cubicBezTo>
                  <a:lnTo>
                    <a:pt x="39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7"/>
            <p:cNvSpPr/>
            <p:nvPr/>
          </p:nvSpPr>
          <p:spPr>
            <a:xfrm>
              <a:off x="6586725" y="2765475"/>
              <a:ext cx="60949" cy="37225"/>
            </a:xfrm>
            <a:custGeom>
              <a:rect b="b" l="l" r="r" t="t"/>
              <a:pathLst>
                <a:path extrusionOk="0" h="1489" w="2308">
                  <a:moveTo>
                    <a:pt x="1" y="1"/>
                  </a:moveTo>
                  <a:lnTo>
                    <a:pt x="1" y="697"/>
                  </a:lnTo>
                  <a:cubicBezTo>
                    <a:pt x="1" y="871"/>
                    <a:pt x="131" y="1067"/>
                    <a:pt x="393" y="1241"/>
                  </a:cubicBezTo>
                  <a:cubicBezTo>
                    <a:pt x="647" y="1407"/>
                    <a:pt x="997" y="1489"/>
                    <a:pt x="1352" y="1489"/>
                  </a:cubicBezTo>
                  <a:cubicBezTo>
                    <a:pt x="1694" y="1489"/>
                    <a:pt x="2040" y="1413"/>
                    <a:pt x="2307" y="1263"/>
                  </a:cubicBezTo>
                  <a:lnTo>
                    <a:pt x="2307" y="588"/>
                  </a:lnTo>
                  <a:cubicBezTo>
                    <a:pt x="2045" y="725"/>
                    <a:pt x="1707" y="795"/>
                    <a:pt x="1371" y="795"/>
                  </a:cubicBezTo>
                  <a:cubicBezTo>
                    <a:pt x="1010" y="795"/>
                    <a:pt x="652" y="714"/>
                    <a:pt x="393" y="545"/>
                  </a:cubicBezTo>
                  <a:cubicBezTo>
                    <a:pt x="131" y="414"/>
                    <a:pt x="1" y="197"/>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27"/>
            <p:cNvSpPr/>
            <p:nvPr/>
          </p:nvSpPr>
          <p:spPr>
            <a:xfrm>
              <a:off x="6587275" y="2731625"/>
              <a:ext cx="66397" cy="57249"/>
            </a:xfrm>
            <a:custGeom>
              <a:rect b="b" l="l" r="r" t="t"/>
              <a:pathLst>
                <a:path extrusionOk="0" h="2150" w="2612">
                  <a:moveTo>
                    <a:pt x="1375" y="1"/>
                  </a:moveTo>
                  <a:cubicBezTo>
                    <a:pt x="1121" y="1"/>
                    <a:pt x="875" y="49"/>
                    <a:pt x="675" y="158"/>
                  </a:cubicBezTo>
                  <a:cubicBezTo>
                    <a:pt x="457" y="310"/>
                    <a:pt x="283" y="463"/>
                    <a:pt x="152" y="680"/>
                  </a:cubicBezTo>
                  <a:cubicBezTo>
                    <a:pt x="65" y="811"/>
                    <a:pt x="22" y="985"/>
                    <a:pt x="22" y="1028"/>
                  </a:cubicBezTo>
                  <a:cubicBezTo>
                    <a:pt x="0" y="1137"/>
                    <a:pt x="0" y="1246"/>
                    <a:pt x="0" y="1355"/>
                  </a:cubicBezTo>
                  <a:cubicBezTo>
                    <a:pt x="0" y="1551"/>
                    <a:pt x="131" y="1768"/>
                    <a:pt x="370" y="1899"/>
                  </a:cubicBezTo>
                  <a:cubicBezTo>
                    <a:pt x="640" y="2068"/>
                    <a:pt x="1004" y="2149"/>
                    <a:pt x="1368" y="2149"/>
                  </a:cubicBezTo>
                  <a:cubicBezTo>
                    <a:pt x="1706" y="2149"/>
                    <a:pt x="2044" y="2079"/>
                    <a:pt x="2307" y="1942"/>
                  </a:cubicBezTo>
                  <a:cubicBezTo>
                    <a:pt x="2285" y="1942"/>
                    <a:pt x="2611" y="441"/>
                    <a:pt x="1523" y="6"/>
                  </a:cubicBezTo>
                  <a:cubicBezTo>
                    <a:pt x="1474" y="2"/>
                    <a:pt x="1424" y="1"/>
                    <a:pt x="13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27"/>
            <p:cNvSpPr/>
            <p:nvPr/>
          </p:nvSpPr>
          <p:spPr>
            <a:xfrm>
              <a:off x="6625350" y="2731750"/>
              <a:ext cx="29950" cy="48450"/>
            </a:xfrm>
            <a:custGeom>
              <a:rect b="b" l="l" r="r" t="t"/>
              <a:pathLst>
                <a:path extrusionOk="0" h="1938" w="1198">
                  <a:moveTo>
                    <a:pt x="1" y="1"/>
                  </a:moveTo>
                  <a:lnTo>
                    <a:pt x="1" y="1"/>
                  </a:lnTo>
                  <a:cubicBezTo>
                    <a:pt x="1132" y="436"/>
                    <a:pt x="762" y="1937"/>
                    <a:pt x="762" y="1937"/>
                  </a:cubicBezTo>
                  <a:cubicBezTo>
                    <a:pt x="1067" y="1763"/>
                    <a:pt x="1197" y="1567"/>
                    <a:pt x="1197" y="1350"/>
                  </a:cubicBezTo>
                  <a:cubicBezTo>
                    <a:pt x="1197" y="1198"/>
                    <a:pt x="1176" y="958"/>
                    <a:pt x="1002" y="675"/>
                  </a:cubicBezTo>
                  <a:cubicBezTo>
                    <a:pt x="936" y="545"/>
                    <a:pt x="806" y="349"/>
                    <a:pt x="523" y="197"/>
                  </a:cubicBezTo>
                  <a:cubicBezTo>
                    <a:pt x="371" y="88"/>
                    <a:pt x="197" y="23"/>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27"/>
            <p:cNvSpPr/>
            <p:nvPr/>
          </p:nvSpPr>
          <p:spPr>
            <a:xfrm>
              <a:off x="6588375" y="2738900"/>
              <a:ext cx="26125" cy="34375"/>
            </a:xfrm>
            <a:custGeom>
              <a:rect b="b" l="l" r="r" t="t"/>
              <a:pathLst>
                <a:path extrusionOk="0" h="1375" w="1045">
                  <a:moveTo>
                    <a:pt x="740" y="0"/>
                  </a:moveTo>
                  <a:cubicBezTo>
                    <a:pt x="559" y="0"/>
                    <a:pt x="301" y="202"/>
                    <a:pt x="152" y="498"/>
                  </a:cubicBezTo>
                  <a:cubicBezTo>
                    <a:pt x="0" y="846"/>
                    <a:pt x="22" y="1238"/>
                    <a:pt x="218" y="1347"/>
                  </a:cubicBezTo>
                  <a:cubicBezTo>
                    <a:pt x="256" y="1366"/>
                    <a:pt x="295" y="1375"/>
                    <a:pt x="336" y="1375"/>
                  </a:cubicBezTo>
                  <a:cubicBezTo>
                    <a:pt x="530" y="1375"/>
                    <a:pt x="748" y="1170"/>
                    <a:pt x="892" y="846"/>
                  </a:cubicBezTo>
                  <a:cubicBezTo>
                    <a:pt x="1045" y="498"/>
                    <a:pt x="1023" y="128"/>
                    <a:pt x="827" y="19"/>
                  </a:cubicBezTo>
                  <a:cubicBezTo>
                    <a:pt x="801" y="6"/>
                    <a:pt x="772" y="0"/>
                    <a:pt x="740" y="0"/>
                  </a:cubicBezTo>
                  <a:close/>
                </a:path>
              </a:pathLst>
            </a:custGeom>
            <a:solidFill>
              <a:srgbClr val="FFFFFF">
                <a:alpha val="100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27"/>
            <p:cNvSpPr/>
            <p:nvPr/>
          </p:nvSpPr>
          <p:spPr>
            <a:xfrm>
              <a:off x="6592175" y="2740400"/>
              <a:ext cx="17975" cy="18650"/>
            </a:xfrm>
            <a:custGeom>
              <a:rect b="b" l="l" r="r" t="t"/>
              <a:pathLst>
                <a:path extrusionOk="0" h="746" w="719">
                  <a:moveTo>
                    <a:pt x="514" y="0"/>
                  </a:moveTo>
                  <a:cubicBezTo>
                    <a:pt x="407" y="0"/>
                    <a:pt x="272" y="74"/>
                    <a:pt x="175" y="221"/>
                  </a:cubicBezTo>
                  <a:cubicBezTo>
                    <a:pt x="22" y="416"/>
                    <a:pt x="0" y="634"/>
                    <a:pt x="109" y="721"/>
                  </a:cubicBezTo>
                  <a:cubicBezTo>
                    <a:pt x="136" y="737"/>
                    <a:pt x="169" y="745"/>
                    <a:pt x="205" y="745"/>
                  </a:cubicBezTo>
                  <a:cubicBezTo>
                    <a:pt x="312" y="745"/>
                    <a:pt x="446" y="672"/>
                    <a:pt x="544" y="525"/>
                  </a:cubicBezTo>
                  <a:cubicBezTo>
                    <a:pt x="675" y="329"/>
                    <a:pt x="718" y="112"/>
                    <a:pt x="610" y="25"/>
                  </a:cubicBezTo>
                  <a:cubicBezTo>
                    <a:pt x="582" y="8"/>
                    <a:pt x="550" y="0"/>
                    <a:pt x="514" y="0"/>
                  </a:cubicBezTo>
                  <a:close/>
                </a:path>
              </a:pathLst>
            </a:custGeom>
            <a:solidFill>
              <a:srgbClr val="FFFFFF">
                <a:alpha val="100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27"/>
            <p:cNvSpPr/>
            <p:nvPr/>
          </p:nvSpPr>
          <p:spPr>
            <a:xfrm>
              <a:off x="7100225" y="3061950"/>
              <a:ext cx="53875" cy="21575"/>
            </a:xfrm>
            <a:custGeom>
              <a:rect b="b" l="l" r="r" t="t"/>
              <a:pathLst>
                <a:path extrusionOk="0" h="863" w="2155">
                  <a:moveTo>
                    <a:pt x="1" y="0"/>
                  </a:moveTo>
                  <a:lnTo>
                    <a:pt x="1" y="109"/>
                  </a:lnTo>
                  <a:cubicBezTo>
                    <a:pt x="1" y="305"/>
                    <a:pt x="131" y="500"/>
                    <a:pt x="349" y="631"/>
                  </a:cubicBezTo>
                  <a:cubicBezTo>
                    <a:pt x="604" y="786"/>
                    <a:pt x="932" y="862"/>
                    <a:pt x="1261" y="862"/>
                  </a:cubicBezTo>
                  <a:cubicBezTo>
                    <a:pt x="1579" y="862"/>
                    <a:pt x="1898" y="792"/>
                    <a:pt x="2155" y="653"/>
                  </a:cubicBezTo>
                  <a:lnTo>
                    <a:pt x="2155" y="544"/>
                  </a:lnTo>
                  <a:cubicBezTo>
                    <a:pt x="1909" y="683"/>
                    <a:pt x="1590" y="753"/>
                    <a:pt x="1270" y="753"/>
                  </a:cubicBezTo>
                  <a:cubicBezTo>
                    <a:pt x="937" y="753"/>
                    <a:pt x="604" y="677"/>
                    <a:pt x="349" y="522"/>
                  </a:cubicBezTo>
                  <a:cubicBezTo>
                    <a:pt x="109" y="392"/>
                    <a:pt x="1" y="196"/>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7"/>
            <p:cNvSpPr/>
            <p:nvPr/>
          </p:nvSpPr>
          <p:spPr>
            <a:xfrm>
              <a:off x="7154625" y="3061950"/>
              <a:ext cx="9275" cy="15800"/>
            </a:xfrm>
            <a:custGeom>
              <a:rect b="b" l="l" r="r" t="t"/>
              <a:pathLst>
                <a:path extrusionOk="0" h="632" w="371">
                  <a:moveTo>
                    <a:pt x="370" y="0"/>
                  </a:moveTo>
                  <a:cubicBezTo>
                    <a:pt x="370" y="196"/>
                    <a:pt x="240" y="392"/>
                    <a:pt x="0" y="522"/>
                  </a:cubicBezTo>
                  <a:lnTo>
                    <a:pt x="0" y="631"/>
                  </a:lnTo>
                  <a:cubicBezTo>
                    <a:pt x="240" y="500"/>
                    <a:pt x="370" y="305"/>
                    <a:pt x="370" y="109"/>
                  </a:cubicBezTo>
                  <a:lnTo>
                    <a:pt x="3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7"/>
            <p:cNvSpPr/>
            <p:nvPr/>
          </p:nvSpPr>
          <p:spPr>
            <a:xfrm>
              <a:off x="7097500" y="3044200"/>
              <a:ext cx="70200" cy="36600"/>
            </a:xfrm>
            <a:custGeom>
              <a:rect b="b" l="l" r="r" t="t"/>
              <a:pathLst>
                <a:path extrusionOk="0" h="1464" w="2808">
                  <a:moveTo>
                    <a:pt x="1396" y="199"/>
                  </a:moveTo>
                  <a:cubicBezTo>
                    <a:pt x="1627" y="199"/>
                    <a:pt x="1861" y="253"/>
                    <a:pt x="2046" y="362"/>
                  </a:cubicBezTo>
                  <a:cubicBezTo>
                    <a:pt x="2372" y="558"/>
                    <a:pt x="2372" y="906"/>
                    <a:pt x="2003" y="1102"/>
                  </a:cubicBezTo>
                  <a:cubicBezTo>
                    <a:pt x="1828" y="1200"/>
                    <a:pt x="1600" y="1249"/>
                    <a:pt x="1372" y="1249"/>
                  </a:cubicBezTo>
                  <a:cubicBezTo>
                    <a:pt x="1143" y="1249"/>
                    <a:pt x="915" y="1200"/>
                    <a:pt x="741" y="1102"/>
                  </a:cubicBezTo>
                  <a:cubicBezTo>
                    <a:pt x="414" y="906"/>
                    <a:pt x="414" y="558"/>
                    <a:pt x="762" y="362"/>
                  </a:cubicBezTo>
                  <a:cubicBezTo>
                    <a:pt x="936" y="253"/>
                    <a:pt x="1165" y="199"/>
                    <a:pt x="1396" y="199"/>
                  </a:cubicBezTo>
                  <a:close/>
                  <a:moveTo>
                    <a:pt x="1405" y="0"/>
                  </a:moveTo>
                  <a:cubicBezTo>
                    <a:pt x="1088" y="0"/>
                    <a:pt x="769" y="71"/>
                    <a:pt x="523" y="210"/>
                  </a:cubicBezTo>
                  <a:cubicBezTo>
                    <a:pt x="1" y="471"/>
                    <a:pt x="1" y="928"/>
                    <a:pt x="479" y="1232"/>
                  </a:cubicBezTo>
                  <a:cubicBezTo>
                    <a:pt x="734" y="1387"/>
                    <a:pt x="1063" y="1463"/>
                    <a:pt x="1392" y="1463"/>
                  </a:cubicBezTo>
                  <a:cubicBezTo>
                    <a:pt x="1710" y="1463"/>
                    <a:pt x="2029" y="1393"/>
                    <a:pt x="2285" y="1254"/>
                  </a:cubicBezTo>
                  <a:cubicBezTo>
                    <a:pt x="2808" y="971"/>
                    <a:pt x="2808" y="492"/>
                    <a:pt x="2307" y="231"/>
                  </a:cubicBezTo>
                  <a:cubicBezTo>
                    <a:pt x="2063" y="76"/>
                    <a:pt x="1735" y="0"/>
                    <a:pt x="14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7"/>
            <p:cNvSpPr/>
            <p:nvPr/>
          </p:nvSpPr>
          <p:spPr>
            <a:xfrm>
              <a:off x="7148650" y="3027675"/>
              <a:ext cx="6550" cy="44075"/>
            </a:xfrm>
            <a:custGeom>
              <a:rect b="b" l="l" r="r" t="t"/>
              <a:pathLst>
                <a:path extrusionOk="0" h="1763" w="262">
                  <a:moveTo>
                    <a:pt x="261" y="0"/>
                  </a:moveTo>
                  <a:cubicBezTo>
                    <a:pt x="261" y="131"/>
                    <a:pt x="152" y="261"/>
                    <a:pt x="0" y="370"/>
                  </a:cubicBezTo>
                  <a:lnTo>
                    <a:pt x="0" y="1763"/>
                  </a:lnTo>
                  <a:cubicBezTo>
                    <a:pt x="174" y="1654"/>
                    <a:pt x="261" y="1523"/>
                    <a:pt x="261" y="1371"/>
                  </a:cubicBezTo>
                  <a:lnTo>
                    <a:pt x="26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7"/>
            <p:cNvSpPr/>
            <p:nvPr/>
          </p:nvSpPr>
          <p:spPr>
            <a:xfrm>
              <a:off x="7109475" y="3027675"/>
              <a:ext cx="38100" cy="46800"/>
            </a:xfrm>
            <a:custGeom>
              <a:rect b="b" l="l" r="r" t="t"/>
              <a:pathLst>
                <a:path extrusionOk="0" h="1872" w="1524">
                  <a:moveTo>
                    <a:pt x="0" y="0"/>
                  </a:moveTo>
                  <a:lnTo>
                    <a:pt x="0" y="1371"/>
                  </a:lnTo>
                  <a:cubicBezTo>
                    <a:pt x="0" y="1523"/>
                    <a:pt x="87" y="1654"/>
                    <a:pt x="262" y="1741"/>
                  </a:cubicBezTo>
                  <a:cubicBezTo>
                    <a:pt x="436" y="1828"/>
                    <a:pt x="664" y="1871"/>
                    <a:pt x="893" y="1871"/>
                  </a:cubicBezTo>
                  <a:cubicBezTo>
                    <a:pt x="1121" y="1871"/>
                    <a:pt x="1349" y="1828"/>
                    <a:pt x="1524" y="1741"/>
                  </a:cubicBezTo>
                  <a:lnTo>
                    <a:pt x="1524" y="348"/>
                  </a:lnTo>
                  <a:cubicBezTo>
                    <a:pt x="1349" y="457"/>
                    <a:pt x="1121" y="512"/>
                    <a:pt x="893" y="512"/>
                  </a:cubicBezTo>
                  <a:cubicBezTo>
                    <a:pt x="664" y="512"/>
                    <a:pt x="436" y="457"/>
                    <a:pt x="262" y="348"/>
                  </a:cubicBezTo>
                  <a:cubicBezTo>
                    <a:pt x="87" y="261"/>
                    <a:pt x="0" y="13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7"/>
            <p:cNvSpPr/>
            <p:nvPr/>
          </p:nvSpPr>
          <p:spPr>
            <a:xfrm>
              <a:off x="7107850" y="3015150"/>
              <a:ext cx="49525" cy="25475"/>
            </a:xfrm>
            <a:custGeom>
              <a:rect b="b" l="l" r="r" t="t"/>
              <a:pathLst>
                <a:path extrusionOk="0" h="1019" w="1981">
                  <a:moveTo>
                    <a:pt x="971" y="121"/>
                  </a:moveTo>
                  <a:cubicBezTo>
                    <a:pt x="1126" y="121"/>
                    <a:pt x="1284" y="153"/>
                    <a:pt x="1414" y="218"/>
                  </a:cubicBezTo>
                  <a:cubicBezTo>
                    <a:pt x="1654" y="392"/>
                    <a:pt x="1654" y="610"/>
                    <a:pt x="1414" y="741"/>
                  </a:cubicBezTo>
                  <a:cubicBezTo>
                    <a:pt x="1284" y="806"/>
                    <a:pt x="1126" y="839"/>
                    <a:pt x="971" y="839"/>
                  </a:cubicBezTo>
                  <a:cubicBezTo>
                    <a:pt x="816" y="839"/>
                    <a:pt x="664" y="806"/>
                    <a:pt x="544" y="741"/>
                  </a:cubicBezTo>
                  <a:cubicBezTo>
                    <a:pt x="283" y="567"/>
                    <a:pt x="283" y="349"/>
                    <a:pt x="544" y="218"/>
                  </a:cubicBezTo>
                  <a:cubicBezTo>
                    <a:pt x="664" y="153"/>
                    <a:pt x="816" y="121"/>
                    <a:pt x="971" y="121"/>
                  </a:cubicBezTo>
                  <a:close/>
                  <a:moveTo>
                    <a:pt x="1004" y="1"/>
                  </a:moveTo>
                  <a:cubicBezTo>
                    <a:pt x="773" y="1"/>
                    <a:pt x="544" y="44"/>
                    <a:pt x="370" y="131"/>
                  </a:cubicBezTo>
                  <a:cubicBezTo>
                    <a:pt x="22" y="327"/>
                    <a:pt x="0" y="654"/>
                    <a:pt x="348" y="871"/>
                  </a:cubicBezTo>
                  <a:cubicBezTo>
                    <a:pt x="522" y="969"/>
                    <a:pt x="751" y="1018"/>
                    <a:pt x="982" y="1018"/>
                  </a:cubicBezTo>
                  <a:cubicBezTo>
                    <a:pt x="1213" y="1018"/>
                    <a:pt x="1447" y="969"/>
                    <a:pt x="1632" y="871"/>
                  </a:cubicBezTo>
                  <a:cubicBezTo>
                    <a:pt x="1980" y="654"/>
                    <a:pt x="1980" y="327"/>
                    <a:pt x="1654" y="131"/>
                  </a:cubicBezTo>
                  <a:cubicBezTo>
                    <a:pt x="1469" y="44"/>
                    <a:pt x="1235" y="1"/>
                    <a:pt x="10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7"/>
            <p:cNvSpPr/>
            <p:nvPr/>
          </p:nvSpPr>
          <p:spPr>
            <a:xfrm>
              <a:off x="7143200" y="3022775"/>
              <a:ext cx="4375" cy="10350"/>
            </a:xfrm>
            <a:custGeom>
              <a:rect b="b" l="l" r="r" t="t"/>
              <a:pathLst>
                <a:path extrusionOk="0" h="414" w="175">
                  <a:moveTo>
                    <a:pt x="175" y="0"/>
                  </a:moveTo>
                  <a:cubicBezTo>
                    <a:pt x="175" y="109"/>
                    <a:pt x="131" y="196"/>
                    <a:pt x="0" y="240"/>
                  </a:cubicBezTo>
                  <a:lnTo>
                    <a:pt x="0" y="414"/>
                  </a:lnTo>
                  <a:cubicBezTo>
                    <a:pt x="131" y="349"/>
                    <a:pt x="175" y="240"/>
                    <a:pt x="175" y="153"/>
                  </a:cubicBezTo>
                  <a:lnTo>
                    <a:pt x="17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7"/>
            <p:cNvSpPr/>
            <p:nvPr/>
          </p:nvSpPr>
          <p:spPr>
            <a:xfrm>
              <a:off x="7117100" y="3023325"/>
              <a:ext cx="26125" cy="12800"/>
            </a:xfrm>
            <a:custGeom>
              <a:rect b="b" l="l" r="r" t="t"/>
              <a:pathLst>
                <a:path extrusionOk="0" h="512" w="1045">
                  <a:moveTo>
                    <a:pt x="0" y="0"/>
                  </a:moveTo>
                  <a:lnTo>
                    <a:pt x="0" y="174"/>
                  </a:lnTo>
                  <a:cubicBezTo>
                    <a:pt x="0" y="240"/>
                    <a:pt x="65" y="327"/>
                    <a:pt x="174" y="414"/>
                  </a:cubicBezTo>
                  <a:cubicBezTo>
                    <a:pt x="294" y="479"/>
                    <a:pt x="446" y="512"/>
                    <a:pt x="601" y="512"/>
                  </a:cubicBezTo>
                  <a:cubicBezTo>
                    <a:pt x="756" y="512"/>
                    <a:pt x="914" y="479"/>
                    <a:pt x="1044" y="414"/>
                  </a:cubicBezTo>
                  <a:lnTo>
                    <a:pt x="1044" y="240"/>
                  </a:lnTo>
                  <a:cubicBezTo>
                    <a:pt x="914" y="305"/>
                    <a:pt x="756" y="337"/>
                    <a:pt x="601" y="337"/>
                  </a:cubicBezTo>
                  <a:cubicBezTo>
                    <a:pt x="446" y="337"/>
                    <a:pt x="294" y="305"/>
                    <a:pt x="174" y="240"/>
                  </a:cubicBezTo>
                  <a:cubicBezTo>
                    <a:pt x="65" y="196"/>
                    <a:pt x="0" y="8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7"/>
            <p:cNvSpPr/>
            <p:nvPr/>
          </p:nvSpPr>
          <p:spPr>
            <a:xfrm>
              <a:off x="7114925" y="3013925"/>
              <a:ext cx="34275" cy="18250"/>
            </a:xfrm>
            <a:custGeom>
              <a:rect b="b" l="l" r="r" t="t"/>
              <a:pathLst>
                <a:path extrusionOk="0" h="730" w="1371">
                  <a:moveTo>
                    <a:pt x="688" y="1"/>
                  </a:moveTo>
                  <a:cubicBezTo>
                    <a:pt x="533" y="1"/>
                    <a:pt x="381" y="39"/>
                    <a:pt x="261" y="115"/>
                  </a:cubicBezTo>
                  <a:cubicBezTo>
                    <a:pt x="0" y="246"/>
                    <a:pt x="0" y="485"/>
                    <a:pt x="261" y="616"/>
                  </a:cubicBezTo>
                  <a:cubicBezTo>
                    <a:pt x="381" y="692"/>
                    <a:pt x="533" y="730"/>
                    <a:pt x="688" y="730"/>
                  </a:cubicBezTo>
                  <a:cubicBezTo>
                    <a:pt x="843" y="730"/>
                    <a:pt x="1001" y="692"/>
                    <a:pt x="1131" y="616"/>
                  </a:cubicBezTo>
                  <a:cubicBezTo>
                    <a:pt x="1371" y="485"/>
                    <a:pt x="1371" y="246"/>
                    <a:pt x="1131" y="115"/>
                  </a:cubicBezTo>
                  <a:cubicBezTo>
                    <a:pt x="1001" y="39"/>
                    <a:pt x="843" y="1"/>
                    <a:pt x="68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7"/>
            <p:cNvSpPr/>
            <p:nvPr/>
          </p:nvSpPr>
          <p:spPr>
            <a:xfrm>
              <a:off x="7168225" y="3096200"/>
              <a:ext cx="38100" cy="15125"/>
            </a:xfrm>
            <a:custGeom>
              <a:rect b="b" l="l" r="r" t="t"/>
              <a:pathLst>
                <a:path extrusionOk="0" h="605" w="1524">
                  <a:moveTo>
                    <a:pt x="0" y="1"/>
                  </a:moveTo>
                  <a:lnTo>
                    <a:pt x="0" y="88"/>
                  </a:lnTo>
                  <a:cubicBezTo>
                    <a:pt x="0" y="218"/>
                    <a:pt x="87" y="349"/>
                    <a:pt x="240" y="458"/>
                  </a:cubicBezTo>
                  <a:cubicBezTo>
                    <a:pt x="403" y="556"/>
                    <a:pt x="637" y="605"/>
                    <a:pt x="873" y="605"/>
                  </a:cubicBezTo>
                  <a:cubicBezTo>
                    <a:pt x="1110" y="605"/>
                    <a:pt x="1349" y="556"/>
                    <a:pt x="1523" y="458"/>
                  </a:cubicBezTo>
                  <a:lnTo>
                    <a:pt x="1523" y="371"/>
                  </a:lnTo>
                  <a:cubicBezTo>
                    <a:pt x="1349" y="479"/>
                    <a:pt x="1115" y="534"/>
                    <a:pt x="882" y="534"/>
                  </a:cubicBezTo>
                  <a:cubicBezTo>
                    <a:pt x="648" y="534"/>
                    <a:pt x="414" y="479"/>
                    <a:pt x="240" y="371"/>
                  </a:cubicBezTo>
                  <a:cubicBezTo>
                    <a:pt x="87" y="262"/>
                    <a:pt x="0" y="13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7"/>
            <p:cNvSpPr/>
            <p:nvPr/>
          </p:nvSpPr>
          <p:spPr>
            <a:xfrm>
              <a:off x="7206850" y="3096200"/>
              <a:ext cx="7100" cy="11450"/>
            </a:xfrm>
            <a:custGeom>
              <a:rect b="b" l="l" r="r" t="t"/>
              <a:pathLst>
                <a:path extrusionOk="0" h="458" w="284">
                  <a:moveTo>
                    <a:pt x="283" y="1"/>
                  </a:moveTo>
                  <a:cubicBezTo>
                    <a:pt x="283" y="131"/>
                    <a:pt x="196" y="262"/>
                    <a:pt x="0" y="371"/>
                  </a:cubicBezTo>
                  <a:lnTo>
                    <a:pt x="0" y="458"/>
                  </a:lnTo>
                  <a:cubicBezTo>
                    <a:pt x="196" y="349"/>
                    <a:pt x="283" y="218"/>
                    <a:pt x="283" y="88"/>
                  </a:cubicBezTo>
                  <a:lnTo>
                    <a:pt x="2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7"/>
            <p:cNvSpPr/>
            <p:nvPr/>
          </p:nvSpPr>
          <p:spPr>
            <a:xfrm>
              <a:off x="7166050" y="3083825"/>
              <a:ext cx="50600" cy="25325"/>
            </a:xfrm>
            <a:custGeom>
              <a:rect b="b" l="l" r="r" t="t"/>
              <a:pathLst>
                <a:path extrusionOk="0" h="1013" w="2024">
                  <a:moveTo>
                    <a:pt x="971" y="134"/>
                  </a:moveTo>
                  <a:cubicBezTo>
                    <a:pt x="1143" y="134"/>
                    <a:pt x="1313" y="178"/>
                    <a:pt x="1436" y="256"/>
                  </a:cubicBezTo>
                  <a:cubicBezTo>
                    <a:pt x="1719" y="387"/>
                    <a:pt x="1697" y="626"/>
                    <a:pt x="1436" y="757"/>
                  </a:cubicBezTo>
                  <a:cubicBezTo>
                    <a:pt x="1317" y="833"/>
                    <a:pt x="1153" y="871"/>
                    <a:pt x="988" y="871"/>
                  </a:cubicBezTo>
                  <a:cubicBezTo>
                    <a:pt x="822" y="871"/>
                    <a:pt x="653" y="833"/>
                    <a:pt x="523" y="757"/>
                  </a:cubicBezTo>
                  <a:cubicBezTo>
                    <a:pt x="240" y="626"/>
                    <a:pt x="283" y="387"/>
                    <a:pt x="523" y="256"/>
                  </a:cubicBezTo>
                  <a:cubicBezTo>
                    <a:pt x="649" y="172"/>
                    <a:pt x="811" y="134"/>
                    <a:pt x="971" y="134"/>
                  </a:cubicBezTo>
                  <a:close/>
                  <a:moveTo>
                    <a:pt x="1031" y="1"/>
                  </a:moveTo>
                  <a:cubicBezTo>
                    <a:pt x="800" y="1"/>
                    <a:pt x="566" y="50"/>
                    <a:pt x="392" y="148"/>
                  </a:cubicBezTo>
                  <a:cubicBezTo>
                    <a:pt x="0" y="322"/>
                    <a:pt x="0" y="648"/>
                    <a:pt x="348" y="866"/>
                  </a:cubicBezTo>
                  <a:cubicBezTo>
                    <a:pt x="512" y="964"/>
                    <a:pt x="746" y="1013"/>
                    <a:pt x="982" y="1013"/>
                  </a:cubicBezTo>
                  <a:cubicBezTo>
                    <a:pt x="1219" y="1013"/>
                    <a:pt x="1458" y="964"/>
                    <a:pt x="1632" y="866"/>
                  </a:cubicBezTo>
                  <a:cubicBezTo>
                    <a:pt x="1980" y="692"/>
                    <a:pt x="2024" y="322"/>
                    <a:pt x="1654" y="148"/>
                  </a:cubicBezTo>
                  <a:cubicBezTo>
                    <a:pt x="1491" y="50"/>
                    <a:pt x="1262"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7"/>
            <p:cNvSpPr/>
            <p:nvPr/>
          </p:nvSpPr>
          <p:spPr>
            <a:xfrm>
              <a:off x="7203025" y="3071175"/>
              <a:ext cx="4375" cy="31575"/>
            </a:xfrm>
            <a:custGeom>
              <a:rect b="b" l="l" r="r" t="t"/>
              <a:pathLst>
                <a:path extrusionOk="0" h="1263" w="175">
                  <a:moveTo>
                    <a:pt x="175" y="1"/>
                  </a:moveTo>
                  <a:cubicBezTo>
                    <a:pt x="175" y="110"/>
                    <a:pt x="110" y="175"/>
                    <a:pt x="1" y="262"/>
                  </a:cubicBezTo>
                  <a:lnTo>
                    <a:pt x="1" y="1263"/>
                  </a:lnTo>
                  <a:cubicBezTo>
                    <a:pt x="131" y="1176"/>
                    <a:pt x="175" y="1111"/>
                    <a:pt x="175" y="1002"/>
                  </a:cubicBezTo>
                  <a:lnTo>
                    <a:pt x="17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7"/>
            <p:cNvSpPr/>
            <p:nvPr/>
          </p:nvSpPr>
          <p:spPr>
            <a:xfrm>
              <a:off x="7174750" y="3071175"/>
              <a:ext cx="28300" cy="34450"/>
            </a:xfrm>
            <a:custGeom>
              <a:rect b="b" l="l" r="r" t="t"/>
              <a:pathLst>
                <a:path extrusionOk="0" h="1378" w="1132">
                  <a:moveTo>
                    <a:pt x="0" y="1"/>
                  </a:moveTo>
                  <a:lnTo>
                    <a:pt x="0" y="1002"/>
                  </a:lnTo>
                  <a:cubicBezTo>
                    <a:pt x="0" y="1089"/>
                    <a:pt x="66" y="1198"/>
                    <a:pt x="196" y="1263"/>
                  </a:cubicBezTo>
                  <a:cubicBezTo>
                    <a:pt x="338" y="1339"/>
                    <a:pt x="506" y="1377"/>
                    <a:pt x="672" y="1377"/>
                  </a:cubicBezTo>
                  <a:cubicBezTo>
                    <a:pt x="838" y="1377"/>
                    <a:pt x="1001" y="1339"/>
                    <a:pt x="1132" y="1263"/>
                  </a:cubicBezTo>
                  <a:lnTo>
                    <a:pt x="1132" y="262"/>
                  </a:lnTo>
                  <a:cubicBezTo>
                    <a:pt x="1000" y="343"/>
                    <a:pt x="841" y="377"/>
                    <a:pt x="683" y="377"/>
                  </a:cubicBezTo>
                  <a:cubicBezTo>
                    <a:pt x="502" y="377"/>
                    <a:pt x="324" y="332"/>
                    <a:pt x="196" y="262"/>
                  </a:cubicBezTo>
                  <a:cubicBezTo>
                    <a:pt x="66" y="175"/>
                    <a:pt x="0" y="6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27"/>
            <p:cNvSpPr/>
            <p:nvPr/>
          </p:nvSpPr>
          <p:spPr>
            <a:xfrm>
              <a:off x="7173125" y="3062200"/>
              <a:ext cx="35925" cy="17975"/>
            </a:xfrm>
            <a:custGeom>
              <a:rect b="b" l="l" r="r" t="t"/>
              <a:pathLst>
                <a:path extrusionOk="0" h="719" w="1437">
                  <a:moveTo>
                    <a:pt x="715" y="104"/>
                  </a:moveTo>
                  <a:cubicBezTo>
                    <a:pt x="832" y="104"/>
                    <a:pt x="947" y="131"/>
                    <a:pt x="1023" y="186"/>
                  </a:cubicBezTo>
                  <a:cubicBezTo>
                    <a:pt x="1219" y="273"/>
                    <a:pt x="1197" y="425"/>
                    <a:pt x="1023" y="534"/>
                  </a:cubicBezTo>
                  <a:cubicBezTo>
                    <a:pt x="951" y="585"/>
                    <a:pt x="845" y="608"/>
                    <a:pt x="735" y="608"/>
                  </a:cubicBezTo>
                  <a:cubicBezTo>
                    <a:pt x="612" y="608"/>
                    <a:pt x="484" y="580"/>
                    <a:pt x="392" y="534"/>
                  </a:cubicBezTo>
                  <a:cubicBezTo>
                    <a:pt x="218" y="469"/>
                    <a:pt x="240" y="295"/>
                    <a:pt x="392" y="186"/>
                  </a:cubicBezTo>
                  <a:cubicBezTo>
                    <a:pt x="479" y="131"/>
                    <a:pt x="599" y="104"/>
                    <a:pt x="715" y="104"/>
                  </a:cubicBezTo>
                  <a:close/>
                  <a:moveTo>
                    <a:pt x="688" y="1"/>
                  </a:moveTo>
                  <a:cubicBezTo>
                    <a:pt x="522" y="1"/>
                    <a:pt x="359" y="34"/>
                    <a:pt x="240" y="99"/>
                  </a:cubicBezTo>
                  <a:cubicBezTo>
                    <a:pt x="0" y="251"/>
                    <a:pt x="0" y="490"/>
                    <a:pt x="240" y="621"/>
                  </a:cubicBezTo>
                  <a:cubicBezTo>
                    <a:pt x="370" y="686"/>
                    <a:pt x="539" y="719"/>
                    <a:pt x="705" y="719"/>
                  </a:cubicBezTo>
                  <a:cubicBezTo>
                    <a:pt x="870" y="719"/>
                    <a:pt x="1034" y="686"/>
                    <a:pt x="1153" y="621"/>
                  </a:cubicBezTo>
                  <a:cubicBezTo>
                    <a:pt x="1436" y="490"/>
                    <a:pt x="1436" y="251"/>
                    <a:pt x="1153" y="99"/>
                  </a:cubicBezTo>
                  <a:cubicBezTo>
                    <a:pt x="1023" y="34"/>
                    <a:pt x="854" y="1"/>
                    <a:pt x="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27"/>
            <p:cNvSpPr/>
            <p:nvPr/>
          </p:nvSpPr>
          <p:spPr>
            <a:xfrm>
              <a:off x="7198675" y="3068475"/>
              <a:ext cx="3300" cy="8175"/>
            </a:xfrm>
            <a:custGeom>
              <a:rect b="b" l="l" r="r" t="t"/>
              <a:pathLst>
                <a:path extrusionOk="0" h="327" w="132">
                  <a:moveTo>
                    <a:pt x="131" y="0"/>
                  </a:moveTo>
                  <a:cubicBezTo>
                    <a:pt x="131" y="44"/>
                    <a:pt x="88" y="131"/>
                    <a:pt x="1" y="174"/>
                  </a:cubicBezTo>
                  <a:lnTo>
                    <a:pt x="1" y="327"/>
                  </a:lnTo>
                  <a:cubicBezTo>
                    <a:pt x="88" y="261"/>
                    <a:pt x="131" y="174"/>
                    <a:pt x="131" y="131"/>
                  </a:cubicBezTo>
                  <a:lnTo>
                    <a:pt x="1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27"/>
            <p:cNvSpPr/>
            <p:nvPr/>
          </p:nvSpPr>
          <p:spPr>
            <a:xfrm>
              <a:off x="7180200" y="3067375"/>
              <a:ext cx="19050" cy="10225"/>
            </a:xfrm>
            <a:custGeom>
              <a:rect b="b" l="l" r="r" t="t"/>
              <a:pathLst>
                <a:path extrusionOk="0" h="409" w="762">
                  <a:moveTo>
                    <a:pt x="0" y="1"/>
                  </a:moveTo>
                  <a:lnTo>
                    <a:pt x="0" y="153"/>
                  </a:lnTo>
                  <a:cubicBezTo>
                    <a:pt x="0" y="218"/>
                    <a:pt x="44" y="283"/>
                    <a:pt x="152" y="327"/>
                  </a:cubicBezTo>
                  <a:cubicBezTo>
                    <a:pt x="228" y="381"/>
                    <a:pt x="343" y="409"/>
                    <a:pt x="457" y="409"/>
                  </a:cubicBezTo>
                  <a:cubicBezTo>
                    <a:pt x="571" y="409"/>
                    <a:pt x="685" y="381"/>
                    <a:pt x="762" y="327"/>
                  </a:cubicBezTo>
                  <a:lnTo>
                    <a:pt x="762" y="196"/>
                  </a:lnTo>
                  <a:cubicBezTo>
                    <a:pt x="685" y="251"/>
                    <a:pt x="571" y="278"/>
                    <a:pt x="457" y="278"/>
                  </a:cubicBezTo>
                  <a:cubicBezTo>
                    <a:pt x="343" y="278"/>
                    <a:pt x="228" y="251"/>
                    <a:pt x="152" y="196"/>
                  </a:cubicBezTo>
                  <a:cubicBezTo>
                    <a:pt x="65" y="153"/>
                    <a:pt x="0" y="6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7"/>
            <p:cNvSpPr/>
            <p:nvPr/>
          </p:nvSpPr>
          <p:spPr>
            <a:xfrm>
              <a:off x="7179100" y="3061525"/>
              <a:ext cx="24500" cy="12825"/>
            </a:xfrm>
            <a:custGeom>
              <a:rect b="b" l="l" r="r" t="t"/>
              <a:pathLst>
                <a:path extrusionOk="0" h="513" w="980">
                  <a:moveTo>
                    <a:pt x="476" y="1"/>
                  </a:moveTo>
                  <a:cubicBezTo>
                    <a:pt x="360" y="1"/>
                    <a:pt x="240" y="28"/>
                    <a:pt x="153" y="82"/>
                  </a:cubicBezTo>
                  <a:cubicBezTo>
                    <a:pt x="1" y="169"/>
                    <a:pt x="1" y="322"/>
                    <a:pt x="153" y="430"/>
                  </a:cubicBezTo>
                  <a:cubicBezTo>
                    <a:pt x="240" y="485"/>
                    <a:pt x="360" y="512"/>
                    <a:pt x="476" y="512"/>
                  </a:cubicBezTo>
                  <a:cubicBezTo>
                    <a:pt x="593" y="512"/>
                    <a:pt x="708" y="485"/>
                    <a:pt x="784" y="430"/>
                  </a:cubicBezTo>
                  <a:cubicBezTo>
                    <a:pt x="980" y="343"/>
                    <a:pt x="980" y="191"/>
                    <a:pt x="784" y="82"/>
                  </a:cubicBezTo>
                  <a:cubicBezTo>
                    <a:pt x="708" y="28"/>
                    <a:pt x="593" y="1"/>
                    <a:pt x="47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4" name="Shape 2144"/>
        <p:cNvGrpSpPr/>
        <p:nvPr/>
      </p:nvGrpSpPr>
      <p:grpSpPr>
        <a:xfrm>
          <a:off x="0" y="0"/>
          <a:ext cx="0" cy="0"/>
          <a:chOff x="0" y="0"/>
          <a:chExt cx="0" cy="0"/>
        </a:xfrm>
      </p:grpSpPr>
      <p:sp>
        <p:nvSpPr>
          <p:cNvPr id="2145" name="Google Shape;2145;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Objectives</a:t>
            </a:r>
            <a:endParaRPr/>
          </a:p>
        </p:txBody>
      </p:sp>
      <p:sp>
        <p:nvSpPr>
          <p:cNvPr id="2146" name="Google Shape;2146;p28"/>
          <p:cNvSpPr txBox="1"/>
          <p:nvPr>
            <p:ph idx="1" type="body"/>
          </p:nvPr>
        </p:nvSpPr>
        <p:spPr>
          <a:xfrm>
            <a:off x="720000" y="1023450"/>
            <a:ext cx="7704000" cy="309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17500" lvl="0" marL="457200" rtl="0" algn="l">
              <a:spcBef>
                <a:spcPts val="1600"/>
              </a:spcBef>
              <a:spcAft>
                <a:spcPts val="0"/>
              </a:spcAft>
              <a:buSzPts val="1400"/>
              <a:buChar char="-"/>
            </a:pPr>
            <a:r>
              <a:rPr lang="en"/>
              <a:t>Develop a labeling method that distinguishes mainshocks from aftershocks based on time and dista</a:t>
            </a:r>
            <a:r>
              <a:rPr lang="en"/>
              <a:t>n</a:t>
            </a:r>
            <a:r>
              <a:rPr lang="en"/>
              <a:t>ce thresholds.</a:t>
            </a:r>
            <a:br>
              <a:rPr lang="en"/>
            </a:br>
            <a:endParaRPr/>
          </a:p>
          <a:p>
            <a:pPr indent="-317500" lvl="0" marL="457200" rtl="0" algn="l">
              <a:spcBef>
                <a:spcPts val="0"/>
              </a:spcBef>
              <a:spcAft>
                <a:spcPts val="0"/>
              </a:spcAft>
              <a:buSzPts val="1400"/>
              <a:buChar char="-"/>
            </a:pPr>
            <a:r>
              <a:rPr lang="en"/>
              <a:t>Develop and test on multiple machine-learning models to predict whether a mainshock result in aftershock or not.</a:t>
            </a:r>
            <a:br>
              <a:rPr lang="en"/>
            </a:b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sp>
        <p:nvSpPr>
          <p:cNvPr id="2151" name="Google Shape;2151;p29"/>
          <p:cNvSpPr/>
          <p:nvPr/>
        </p:nvSpPr>
        <p:spPr>
          <a:xfrm>
            <a:off x="607259" y="1285550"/>
            <a:ext cx="3087900" cy="3096600"/>
          </a:xfrm>
          <a:prstGeom prst="roundRect">
            <a:avLst>
              <a:gd fmla="val 5382" name="adj"/>
            </a:avLst>
          </a:prstGeom>
          <a:solidFill>
            <a:schemeClr val="lt1"/>
          </a:solidFill>
          <a:ln>
            <a:noFill/>
          </a:ln>
          <a:effectLst>
            <a:outerShdw blurRad="57150" rotWithShape="0" algn="bl" dir="5400000" dist="28575">
              <a:srgbClr val="000000">
                <a:alpha val="19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9"/>
          <p:cNvSpPr txBox="1"/>
          <p:nvPr>
            <p:ph type="title"/>
          </p:nvPr>
        </p:nvSpPr>
        <p:spPr>
          <a:xfrm>
            <a:off x="3801275" y="2061300"/>
            <a:ext cx="5005800" cy="2112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200"/>
              <a:t>02. Key Findings and Results</a:t>
            </a:r>
            <a:endParaRPr/>
          </a:p>
        </p:txBody>
      </p:sp>
      <p:sp>
        <p:nvSpPr>
          <p:cNvPr id="2153" name="Google Shape;2153;p29"/>
          <p:cNvSpPr txBox="1"/>
          <p:nvPr>
            <p:ph idx="2" type="title"/>
          </p:nvPr>
        </p:nvSpPr>
        <p:spPr>
          <a:xfrm>
            <a:off x="5363675" y="969906"/>
            <a:ext cx="1611600" cy="109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2154" name="Google Shape;2154;p29"/>
          <p:cNvGrpSpPr/>
          <p:nvPr/>
        </p:nvGrpSpPr>
        <p:grpSpPr>
          <a:xfrm flipH="1">
            <a:off x="887078" y="1967791"/>
            <a:ext cx="2423059" cy="1732116"/>
            <a:chOff x="6197800" y="2721425"/>
            <a:chExt cx="1114050" cy="796375"/>
          </a:xfrm>
        </p:grpSpPr>
        <p:sp>
          <p:nvSpPr>
            <p:cNvPr id="2155" name="Google Shape;2155;p29"/>
            <p:cNvSpPr/>
            <p:nvPr/>
          </p:nvSpPr>
          <p:spPr>
            <a:xfrm>
              <a:off x="6900050" y="3134825"/>
              <a:ext cx="411800" cy="382975"/>
            </a:xfrm>
            <a:custGeom>
              <a:rect b="b" l="l" r="r" t="t"/>
              <a:pathLst>
                <a:path extrusionOk="0" h="15319" w="16472">
                  <a:moveTo>
                    <a:pt x="16471" y="1"/>
                  </a:moveTo>
                  <a:lnTo>
                    <a:pt x="44" y="9552"/>
                  </a:lnTo>
                  <a:lnTo>
                    <a:pt x="1" y="15318"/>
                  </a:lnTo>
                  <a:lnTo>
                    <a:pt x="16471" y="5767"/>
                  </a:lnTo>
                  <a:lnTo>
                    <a:pt x="164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9"/>
            <p:cNvSpPr/>
            <p:nvPr/>
          </p:nvSpPr>
          <p:spPr>
            <a:xfrm>
              <a:off x="6207600" y="2973825"/>
              <a:ext cx="693575" cy="543975"/>
            </a:xfrm>
            <a:custGeom>
              <a:rect b="b" l="l" r="r" t="t"/>
              <a:pathLst>
                <a:path extrusionOk="0" h="21759" w="27743">
                  <a:moveTo>
                    <a:pt x="22" y="0"/>
                  </a:moveTo>
                  <a:lnTo>
                    <a:pt x="0" y="5766"/>
                  </a:lnTo>
                  <a:lnTo>
                    <a:pt x="27699" y="21758"/>
                  </a:lnTo>
                  <a:lnTo>
                    <a:pt x="27742" y="15992"/>
                  </a:ln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9"/>
            <p:cNvSpPr/>
            <p:nvPr/>
          </p:nvSpPr>
          <p:spPr>
            <a:xfrm>
              <a:off x="6208150" y="2735025"/>
              <a:ext cx="1103700" cy="638625"/>
            </a:xfrm>
            <a:custGeom>
              <a:rect b="b" l="l" r="r" t="t"/>
              <a:pathLst>
                <a:path extrusionOk="0" h="25545" w="44148">
                  <a:moveTo>
                    <a:pt x="16428" y="0"/>
                  </a:moveTo>
                  <a:lnTo>
                    <a:pt x="0" y="9552"/>
                  </a:lnTo>
                  <a:lnTo>
                    <a:pt x="27720" y="25544"/>
                  </a:lnTo>
                  <a:lnTo>
                    <a:pt x="44147" y="15993"/>
                  </a:lnTo>
                  <a:lnTo>
                    <a:pt x="164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9"/>
            <p:cNvSpPr/>
            <p:nvPr/>
          </p:nvSpPr>
          <p:spPr>
            <a:xfrm>
              <a:off x="6547575" y="2887875"/>
              <a:ext cx="411800" cy="237725"/>
            </a:xfrm>
            <a:custGeom>
              <a:rect b="b" l="l" r="r" t="t"/>
              <a:pathLst>
                <a:path extrusionOk="0" h="9509" w="16472">
                  <a:moveTo>
                    <a:pt x="283" y="0"/>
                  </a:moveTo>
                  <a:lnTo>
                    <a:pt x="0" y="174"/>
                  </a:lnTo>
                  <a:lnTo>
                    <a:pt x="16167" y="9509"/>
                  </a:lnTo>
                  <a:lnTo>
                    <a:pt x="16471" y="9335"/>
                  </a:lnTo>
                  <a:lnTo>
                    <a:pt x="283" y="0"/>
                  </a:lnTo>
                  <a:close/>
                </a:path>
              </a:pathLst>
            </a:custGeom>
            <a:solidFill>
              <a:srgbClr val="17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9"/>
            <p:cNvSpPr/>
            <p:nvPr/>
          </p:nvSpPr>
          <p:spPr>
            <a:xfrm>
              <a:off x="6584550" y="2788875"/>
              <a:ext cx="138750" cy="114800"/>
            </a:xfrm>
            <a:custGeom>
              <a:rect b="b" l="l" r="r" t="t"/>
              <a:pathLst>
                <a:path extrusionOk="0" h="4592" w="5550">
                  <a:moveTo>
                    <a:pt x="5549" y="0"/>
                  </a:moveTo>
                  <a:lnTo>
                    <a:pt x="44" y="3242"/>
                  </a:lnTo>
                  <a:lnTo>
                    <a:pt x="1" y="4591"/>
                  </a:lnTo>
                  <a:lnTo>
                    <a:pt x="5549" y="1393"/>
                  </a:lnTo>
                  <a:lnTo>
                    <a:pt x="5549" y="0"/>
                  </a:lnTo>
                  <a:close/>
                </a:path>
              </a:pathLst>
            </a:custGeom>
            <a:solidFill>
              <a:srgbClr val="7F69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9"/>
            <p:cNvSpPr/>
            <p:nvPr/>
          </p:nvSpPr>
          <p:spPr>
            <a:xfrm>
              <a:off x="6534525" y="2840550"/>
              <a:ext cx="51150" cy="63125"/>
            </a:xfrm>
            <a:custGeom>
              <a:rect b="b" l="l" r="r" t="t"/>
              <a:pathLst>
                <a:path extrusionOk="0" h="2525" w="2046">
                  <a:moveTo>
                    <a:pt x="0" y="0"/>
                  </a:moveTo>
                  <a:lnTo>
                    <a:pt x="0" y="1349"/>
                  </a:lnTo>
                  <a:lnTo>
                    <a:pt x="2002" y="2524"/>
                  </a:lnTo>
                  <a:lnTo>
                    <a:pt x="2045" y="1175"/>
                  </a:lnTo>
                  <a:lnTo>
                    <a:pt x="0" y="0"/>
                  </a:lnTo>
                  <a:close/>
                </a:path>
              </a:pathLst>
            </a:custGeom>
            <a:solidFill>
              <a:srgbClr val="D0B8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9"/>
            <p:cNvSpPr/>
            <p:nvPr/>
          </p:nvSpPr>
          <p:spPr>
            <a:xfrm>
              <a:off x="6304425" y="2840550"/>
              <a:ext cx="230125" cy="168100"/>
            </a:xfrm>
            <a:custGeom>
              <a:rect b="b" l="l" r="r" t="t"/>
              <a:pathLst>
                <a:path extrusionOk="0" h="6724" w="9205">
                  <a:moveTo>
                    <a:pt x="9204" y="0"/>
                  </a:moveTo>
                  <a:lnTo>
                    <a:pt x="0" y="5353"/>
                  </a:lnTo>
                  <a:lnTo>
                    <a:pt x="0" y="6724"/>
                  </a:lnTo>
                  <a:lnTo>
                    <a:pt x="9204" y="1349"/>
                  </a:lnTo>
                  <a:lnTo>
                    <a:pt x="920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9"/>
            <p:cNvSpPr/>
            <p:nvPr/>
          </p:nvSpPr>
          <p:spPr>
            <a:xfrm>
              <a:off x="6238050" y="2935750"/>
              <a:ext cx="66400" cy="72900"/>
            </a:xfrm>
            <a:custGeom>
              <a:rect b="b" l="l" r="r" t="t"/>
              <a:pathLst>
                <a:path extrusionOk="0" h="2916" w="2656">
                  <a:moveTo>
                    <a:pt x="1" y="0"/>
                  </a:moveTo>
                  <a:lnTo>
                    <a:pt x="1" y="1349"/>
                  </a:lnTo>
                  <a:lnTo>
                    <a:pt x="2655" y="2916"/>
                  </a:lnTo>
                  <a:lnTo>
                    <a:pt x="2655" y="1545"/>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9"/>
            <p:cNvSpPr/>
            <p:nvPr/>
          </p:nvSpPr>
          <p:spPr>
            <a:xfrm>
              <a:off x="6238050" y="2721425"/>
              <a:ext cx="485250" cy="252950"/>
            </a:xfrm>
            <a:custGeom>
              <a:rect b="b" l="l" r="r" t="t"/>
              <a:pathLst>
                <a:path extrusionOk="0" h="10118" w="19410">
                  <a:moveTo>
                    <a:pt x="14731" y="0"/>
                  </a:moveTo>
                  <a:lnTo>
                    <a:pt x="1" y="8573"/>
                  </a:lnTo>
                  <a:lnTo>
                    <a:pt x="2655" y="10118"/>
                  </a:lnTo>
                  <a:lnTo>
                    <a:pt x="11859" y="4765"/>
                  </a:lnTo>
                  <a:lnTo>
                    <a:pt x="13904" y="5940"/>
                  </a:lnTo>
                  <a:lnTo>
                    <a:pt x="19409" y="2698"/>
                  </a:lnTo>
                  <a:lnTo>
                    <a:pt x="17407" y="1524"/>
                  </a:lnTo>
                  <a:lnTo>
                    <a:pt x="1473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9"/>
            <p:cNvSpPr/>
            <p:nvPr/>
          </p:nvSpPr>
          <p:spPr>
            <a:xfrm>
              <a:off x="6693350" y="2851975"/>
              <a:ext cx="138725" cy="114800"/>
            </a:xfrm>
            <a:custGeom>
              <a:rect b="b" l="l" r="r" t="t"/>
              <a:pathLst>
                <a:path extrusionOk="0" h="4592" w="5549">
                  <a:moveTo>
                    <a:pt x="5549" y="0"/>
                  </a:moveTo>
                  <a:lnTo>
                    <a:pt x="0" y="3221"/>
                  </a:lnTo>
                  <a:lnTo>
                    <a:pt x="0" y="4591"/>
                  </a:lnTo>
                  <a:lnTo>
                    <a:pt x="5549" y="1371"/>
                  </a:lnTo>
                  <a:lnTo>
                    <a:pt x="5549" y="0"/>
                  </a:lnTo>
                  <a:close/>
                </a:path>
              </a:pathLst>
            </a:custGeom>
            <a:solidFill>
              <a:srgbClr val="17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9"/>
            <p:cNvSpPr/>
            <p:nvPr/>
          </p:nvSpPr>
          <p:spPr>
            <a:xfrm>
              <a:off x="6594350" y="2875350"/>
              <a:ext cx="99025" cy="91425"/>
            </a:xfrm>
            <a:custGeom>
              <a:rect b="b" l="l" r="r" t="t"/>
              <a:pathLst>
                <a:path extrusionOk="0" h="3657" w="3961">
                  <a:moveTo>
                    <a:pt x="0" y="1"/>
                  </a:moveTo>
                  <a:lnTo>
                    <a:pt x="0" y="1350"/>
                  </a:lnTo>
                  <a:lnTo>
                    <a:pt x="3960" y="3656"/>
                  </a:lnTo>
                  <a:lnTo>
                    <a:pt x="3960" y="2286"/>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9"/>
            <p:cNvSpPr/>
            <p:nvPr/>
          </p:nvSpPr>
          <p:spPr>
            <a:xfrm>
              <a:off x="6594350" y="2794325"/>
              <a:ext cx="237725" cy="138175"/>
            </a:xfrm>
            <a:custGeom>
              <a:rect b="b" l="l" r="r" t="t"/>
              <a:pathLst>
                <a:path extrusionOk="0" h="5527" w="9509">
                  <a:moveTo>
                    <a:pt x="5549" y="0"/>
                  </a:moveTo>
                  <a:lnTo>
                    <a:pt x="0" y="3242"/>
                  </a:lnTo>
                  <a:lnTo>
                    <a:pt x="3960" y="5527"/>
                  </a:lnTo>
                  <a:lnTo>
                    <a:pt x="9509" y="2306"/>
                  </a:lnTo>
                  <a:lnTo>
                    <a:pt x="554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9"/>
            <p:cNvSpPr/>
            <p:nvPr/>
          </p:nvSpPr>
          <p:spPr>
            <a:xfrm>
              <a:off x="6801600" y="2913975"/>
              <a:ext cx="138725" cy="114800"/>
            </a:xfrm>
            <a:custGeom>
              <a:rect b="b" l="l" r="r" t="t"/>
              <a:pathLst>
                <a:path extrusionOk="0" h="4592" w="5549">
                  <a:moveTo>
                    <a:pt x="5549" y="1"/>
                  </a:moveTo>
                  <a:lnTo>
                    <a:pt x="0" y="3243"/>
                  </a:lnTo>
                  <a:lnTo>
                    <a:pt x="0" y="4592"/>
                  </a:lnTo>
                  <a:lnTo>
                    <a:pt x="5549" y="1393"/>
                  </a:lnTo>
                  <a:lnTo>
                    <a:pt x="5549" y="1"/>
                  </a:lnTo>
                  <a:close/>
                </a:path>
              </a:pathLst>
            </a:custGeom>
            <a:solidFill>
              <a:srgbClr val="171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9"/>
            <p:cNvSpPr/>
            <p:nvPr/>
          </p:nvSpPr>
          <p:spPr>
            <a:xfrm>
              <a:off x="6702600" y="2937925"/>
              <a:ext cx="99025" cy="90850"/>
            </a:xfrm>
            <a:custGeom>
              <a:rect b="b" l="l" r="r" t="t"/>
              <a:pathLst>
                <a:path extrusionOk="0" h="3634" w="3961">
                  <a:moveTo>
                    <a:pt x="0" y="0"/>
                  </a:moveTo>
                  <a:lnTo>
                    <a:pt x="0" y="1349"/>
                  </a:lnTo>
                  <a:lnTo>
                    <a:pt x="3960" y="3634"/>
                  </a:lnTo>
                  <a:lnTo>
                    <a:pt x="3960" y="2285"/>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9"/>
            <p:cNvSpPr/>
            <p:nvPr/>
          </p:nvSpPr>
          <p:spPr>
            <a:xfrm>
              <a:off x="6702600" y="2856875"/>
              <a:ext cx="237725" cy="138175"/>
            </a:xfrm>
            <a:custGeom>
              <a:rect b="b" l="l" r="r" t="t"/>
              <a:pathLst>
                <a:path extrusionOk="0" h="5527" w="9509">
                  <a:moveTo>
                    <a:pt x="5549" y="0"/>
                  </a:moveTo>
                  <a:lnTo>
                    <a:pt x="0" y="3242"/>
                  </a:lnTo>
                  <a:lnTo>
                    <a:pt x="3960" y="5527"/>
                  </a:lnTo>
                  <a:lnTo>
                    <a:pt x="9509" y="2285"/>
                  </a:lnTo>
                  <a:lnTo>
                    <a:pt x="554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9"/>
            <p:cNvSpPr/>
            <p:nvPr/>
          </p:nvSpPr>
          <p:spPr>
            <a:xfrm>
              <a:off x="6909850" y="2976550"/>
              <a:ext cx="138725" cy="114775"/>
            </a:xfrm>
            <a:custGeom>
              <a:rect b="b" l="l" r="r" t="t"/>
              <a:pathLst>
                <a:path extrusionOk="0" h="4591" w="5549">
                  <a:moveTo>
                    <a:pt x="5549" y="0"/>
                  </a:moveTo>
                  <a:lnTo>
                    <a:pt x="0" y="3198"/>
                  </a:lnTo>
                  <a:lnTo>
                    <a:pt x="0" y="4591"/>
                  </a:lnTo>
                  <a:lnTo>
                    <a:pt x="5549" y="1393"/>
                  </a:lnTo>
                  <a:lnTo>
                    <a:pt x="5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9"/>
            <p:cNvSpPr/>
            <p:nvPr/>
          </p:nvSpPr>
          <p:spPr>
            <a:xfrm>
              <a:off x="6810300" y="2999375"/>
              <a:ext cx="99575" cy="91950"/>
            </a:xfrm>
            <a:custGeom>
              <a:rect b="b" l="l" r="r" t="t"/>
              <a:pathLst>
                <a:path extrusionOk="0" h="3678" w="3983">
                  <a:moveTo>
                    <a:pt x="0" y="1"/>
                  </a:moveTo>
                  <a:lnTo>
                    <a:pt x="0" y="1393"/>
                  </a:lnTo>
                  <a:lnTo>
                    <a:pt x="3982" y="3678"/>
                  </a:lnTo>
                  <a:lnTo>
                    <a:pt x="3982" y="2285"/>
                  </a:lnTo>
                  <a:lnTo>
                    <a:pt x="0" y="1"/>
                  </a:lnTo>
                  <a:close/>
                </a:path>
              </a:pathLst>
            </a:custGeom>
            <a:solidFill>
              <a:srgbClr val="2A2A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9"/>
            <p:cNvSpPr/>
            <p:nvPr/>
          </p:nvSpPr>
          <p:spPr>
            <a:xfrm>
              <a:off x="6810300" y="2919425"/>
              <a:ext cx="238275" cy="137100"/>
            </a:xfrm>
            <a:custGeom>
              <a:rect b="b" l="l" r="r" t="t"/>
              <a:pathLst>
                <a:path extrusionOk="0" h="5484" w="9531">
                  <a:moveTo>
                    <a:pt x="5549" y="0"/>
                  </a:moveTo>
                  <a:lnTo>
                    <a:pt x="0" y="3199"/>
                  </a:lnTo>
                  <a:lnTo>
                    <a:pt x="3982" y="5483"/>
                  </a:lnTo>
                  <a:lnTo>
                    <a:pt x="9531" y="2285"/>
                  </a:lnTo>
                  <a:lnTo>
                    <a:pt x="554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9"/>
            <p:cNvSpPr/>
            <p:nvPr/>
          </p:nvSpPr>
          <p:spPr>
            <a:xfrm>
              <a:off x="6564975" y="3404075"/>
              <a:ext cx="78350" cy="52650"/>
            </a:xfrm>
            <a:custGeom>
              <a:rect b="b" l="l" r="r" t="t"/>
              <a:pathLst>
                <a:path extrusionOk="0" h="2106" w="3134">
                  <a:moveTo>
                    <a:pt x="1" y="1"/>
                  </a:moveTo>
                  <a:cubicBezTo>
                    <a:pt x="1" y="1"/>
                    <a:pt x="1" y="1"/>
                    <a:pt x="1" y="1"/>
                  </a:cubicBezTo>
                  <a:lnTo>
                    <a:pt x="1" y="1"/>
                  </a:lnTo>
                  <a:lnTo>
                    <a:pt x="1" y="1"/>
                  </a:lnTo>
                  <a:cubicBezTo>
                    <a:pt x="1" y="1"/>
                    <a:pt x="1" y="1"/>
                    <a:pt x="1" y="1"/>
                  </a:cubicBezTo>
                  <a:close/>
                  <a:moveTo>
                    <a:pt x="1" y="1"/>
                  </a:moveTo>
                  <a:cubicBezTo>
                    <a:pt x="2" y="23"/>
                    <a:pt x="54" y="1171"/>
                    <a:pt x="1719" y="2046"/>
                  </a:cubicBezTo>
                  <a:cubicBezTo>
                    <a:pt x="1719" y="2046"/>
                    <a:pt x="1828" y="2106"/>
                    <a:pt x="2059" y="2106"/>
                  </a:cubicBezTo>
                  <a:cubicBezTo>
                    <a:pt x="2291" y="2106"/>
                    <a:pt x="2644" y="2046"/>
                    <a:pt x="3134" y="1807"/>
                  </a:cubicBezTo>
                  <a:lnTo>
                    <a:pt x="1" y="1"/>
                  </a:lnTo>
                  <a:close/>
                </a:path>
              </a:pathLst>
            </a:custGeom>
            <a:solidFill>
              <a:srgbClr val="E3E3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9"/>
            <p:cNvSpPr/>
            <p:nvPr/>
          </p:nvSpPr>
          <p:spPr>
            <a:xfrm>
              <a:off x="6197800" y="2885825"/>
              <a:ext cx="739800" cy="568875"/>
            </a:xfrm>
            <a:custGeom>
              <a:rect b="b" l="l" r="r" t="t"/>
              <a:pathLst>
                <a:path extrusionOk="0" h="22755" w="29592">
                  <a:moveTo>
                    <a:pt x="12886" y="0"/>
                  </a:moveTo>
                  <a:cubicBezTo>
                    <a:pt x="12107" y="0"/>
                    <a:pt x="11118" y="147"/>
                    <a:pt x="10205" y="713"/>
                  </a:cubicBezTo>
                  <a:cubicBezTo>
                    <a:pt x="9052" y="1431"/>
                    <a:pt x="6963" y="3194"/>
                    <a:pt x="6006" y="3977"/>
                  </a:cubicBezTo>
                  <a:cubicBezTo>
                    <a:pt x="5070" y="4760"/>
                    <a:pt x="2264" y="7132"/>
                    <a:pt x="1110" y="10243"/>
                  </a:cubicBezTo>
                  <a:cubicBezTo>
                    <a:pt x="1" y="13333"/>
                    <a:pt x="1154" y="13877"/>
                    <a:pt x="1154" y="13877"/>
                  </a:cubicBezTo>
                  <a:lnTo>
                    <a:pt x="16385" y="22754"/>
                  </a:lnTo>
                  <a:cubicBezTo>
                    <a:pt x="16211" y="22646"/>
                    <a:pt x="15993" y="22319"/>
                    <a:pt x="15950" y="21884"/>
                  </a:cubicBezTo>
                  <a:cubicBezTo>
                    <a:pt x="15688" y="19861"/>
                    <a:pt x="17190" y="17315"/>
                    <a:pt x="18082" y="16292"/>
                  </a:cubicBezTo>
                  <a:cubicBezTo>
                    <a:pt x="22520" y="11462"/>
                    <a:pt x="24022" y="10091"/>
                    <a:pt x="25849" y="9264"/>
                  </a:cubicBezTo>
                  <a:cubicBezTo>
                    <a:pt x="26448" y="8979"/>
                    <a:pt x="27185" y="8894"/>
                    <a:pt x="27846" y="8894"/>
                  </a:cubicBezTo>
                  <a:cubicBezTo>
                    <a:pt x="28797" y="8894"/>
                    <a:pt x="29592" y="9069"/>
                    <a:pt x="29592" y="9069"/>
                  </a:cubicBezTo>
                  <a:lnTo>
                    <a:pt x="14318" y="169"/>
                  </a:lnTo>
                  <a:cubicBezTo>
                    <a:pt x="14318" y="169"/>
                    <a:pt x="13722" y="0"/>
                    <a:pt x="12886" y="0"/>
                  </a:cubicBezTo>
                  <a:close/>
                </a:path>
              </a:pathLst>
            </a:cu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9"/>
            <p:cNvSpPr/>
            <p:nvPr/>
          </p:nvSpPr>
          <p:spPr>
            <a:xfrm>
              <a:off x="6444750" y="3009725"/>
              <a:ext cx="320425" cy="358475"/>
            </a:xfrm>
            <a:custGeom>
              <a:rect b="b" l="l" r="r" t="t"/>
              <a:pathLst>
                <a:path extrusionOk="0" h="14339" w="12817">
                  <a:moveTo>
                    <a:pt x="12751" y="0"/>
                  </a:moveTo>
                  <a:cubicBezTo>
                    <a:pt x="12708" y="0"/>
                    <a:pt x="11772" y="87"/>
                    <a:pt x="9879" y="1306"/>
                  </a:cubicBezTo>
                  <a:cubicBezTo>
                    <a:pt x="8269" y="2350"/>
                    <a:pt x="3722" y="5744"/>
                    <a:pt x="1829" y="9139"/>
                  </a:cubicBezTo>
                  <a:cubicBezTo>
                    <a:pt x="1" y="12337"/>
                    <a:pt x="414" y="14274"/>
                    <a:pt x="414" y="14317"/>
                  </a:cubicBezTo>
                  <a:cubicBezTo>
                    <a:pt x="436" y="14317"/>
                    <a:pt x="436" y="14339"/>
                    <a:pt x="458" y="14339"/>
                  </a:cubicBezTo>
                  <a:cubicBezTo>
                    <a:pt x="480" y="14317"/>
                    <a:pt x="523" y="14317"/>
                    <a:pt x="523" y="14274"/>
                  </a:cubicBezTo>
                  <a:cubicBezTo>
                    <a:pt x="523" y="14274"/>
                    <a:pt x="132" y="12381"/>
                    <a:pt x="1894" y="9182"/>
                  </a:cubicBezTo>
                  <a:cubicBezTo>
                    <a:pt x="3809" y="5810"/>
                    <a:pt x="8356" y="2415"/>
                    <a:pt x="9923" y="1415"/>
                  </a:cubicBezTo>
                  <a:cubicBezTo>
                    <a:pt x="11794" y="218"/>
                    <a:pt x="12751" y="109"/>
                    <a:pt x="12751" y="109"/>
                  </a:cubicBezTo>
                  <a:cubicBezTo>
                    <a:pt x="12773" y="109"/>
                    <a:pt x="12817" y="87"/>
                    <a:pt x="12817" y="66"/>
                  </a:cubicBezTo>
                  <a:cubicBezTo>
                    <a:pt x="12817" y="22"/>
                    <a:pt x="12773" y="0"/>
                    <a:pt x="127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29"/>
            <p:cNvSpPr/>
            <p:nvPr/>
          </p:nvSpPr>
          <p:spPr>
            <a:xfrm>
              <a:off x="6510575" y="3047800"/>
              <a:ext cx="317700" cy="356300"/>
            </a:xfrm>
            <a:custGeom>
              <a:rect b="b" l="l" r="r" t="t"/>
              <a:pathLst>
                <a:path extrusionOk="0" h="14252" w="12708">
                  <a:moveTo>
                    <a:pt x="12686" y="0"/>
                  </a:moveTo>
                  <a:cubicBezTo>
                    <a:pt x="12686" y="0"/>
                    <a:pt x="11707" y="109"/>
                    <a:pt x="9814" y="1306"/>
                  </a:cubicBezTo>
                  <a:cubicBezTo>
                    <a:pt x="8247" y="2307"/>
                    <a:pt x="3700" y="5723"/>
                    <a:pt x="1807" y="9117"/>
                  </a:cubicBezTo>
                  <a:cubicBezTo>
                    <a:pt x="1" y="12294"/>
                    <a:pt x="392" y="14230"/>
                    <a:pt x="414" y="14252"/>
                  </a:cubicBezTo>
                  <a:cubicBezTo>
                    <a:pt x="414" y="14230"/>
                    <a:pt x="22" y="12315"/>
                    <a:pt x="1807" y="9161"/>
                  </a:cubicBezTo>
                  <a:cubicBezTo>
                    <a:pt x="3700" y="5766"/>
                    <a:pt x="8247" y="2372"/>
                    <a:pt x="9814" y="1371"/>
                  </a:cubicBezTo>
                  <a:cubicBezTo>
                    <a:pt x="11707" y="174"/>
                    <a:pt x="12686" y="66"/>
                    <a:pt x="12686" y="66"/>
                  </a:cubicBezTo>
                  <a:cubicBezTo>
                    <a:pt x="12707" y="66"/>
                    <a:pt x="12707" y="22"/>
                    <a:pt x="12707" y="22"/>
                  </a:cubicBezTo>
                  <a:cubicBezTo>
                    <a:pt x="12707" y="0"/>
                    <a:pt x="12686" y="0"/>
                    <a:pt x="126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9"/>
            <p:cNvSpPr/>
            <p:nvPr/>
          </p:nvSpPr>
          <p:spPr>
            <a:xfrm>
              <a:off x="6276675" y="2913450"/>
              <a:ext cx="317700" cy="356300"/>
            </a:xfrm>
            <a:custGeom>
              <a:rect b="b" l="l" r="r" t="t"/>
              <a:pathLst>
                <a:path extrusionOk="0" h="14252" w="12708">
                  <a:moveTo>
                    <a:pt x="12686" y="0"/>
                  </a:moveTo>
                  <a:cubicBezTo>
                    <a:pt x="12686" y="0"/>
                    <a:pt x="11707" y="109"/>
                    <a:pt x="9814" y="1306"/>
                  </a:cubicBezTo>
                  <a:cubicBezTo>
                    <a:pt x="8247" y="2306"/>
                    <a:pt x="3700" y="5701"/>
                    <a:pt x="1807" y="9095"/>
                  </a:cubicBezTo>
                  <a:cubicBezTo>
                    <a:pt x="1" y="12293"/>
                    <a:pt x="392" y="14208"/>
                    <a:pt x="414" y="14252"/>
                  </a:cubicBezTo>
                  <a:cubicBezTo>
                    <a:pt x="414" y="14186"/>
                    <a:pt x="22" y="12293"/>
                    <a:pt x="1807" y="9160"/>
                  </a:cubicBezTo>
                  <a:cubicBezTo>
                    <a:pt x="3700" y="5766"/>
                    <a:pt x="8247" y="2350"/>
                    <a:pt x="9814" y="1349"/>
                  </a:cubicBezTo>
                  <a:cubicBezTo>
                    <a:pt x="11707" y="152"/>
                    <a:pt x="12686" y="44"/>
                    <a:pt x="12686" y="44"/>
                  </a:cubicBezTo>
                  <a:cubicBezTo>
                    <a:pt x="12707" y="44"/>
                    <a:pt x="12707" y="22"/>
                    <a:pt x="12707" y="22"/>
                  </a:cubicBezTo>
                  <a:cubicBezTo>
                    <a:pt x="12707" y="0"/>
                    <a:pt x="12686" y="0"/>
                    <a:pt x="126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29"/>
            <p:cNvSpPr/>
            <p:nvPr/>
          </p:nvSpPr>
          <p:spPr>
            <a:xfrm>
              <a:off x="6321825" y="2938450"/>
              <a:ext cx="319875" cy="358500"/>
            </a:xfrm>
            <a:custGeom>
              <a:rect b="b" l="l" r="r" t="t"/>
              <a:pathLst>
                <a:path extrusionOk="0" h="14340" w="12795">
                  <a:moveTo>
                    <a:pt x="12751" y="1"/>
                  </a:moveTo>
                  <a:cubicBezTo>
                    <a:pt x="12686" y="1"/>
                    <a:pt x="11772" y="88"/>
                    <a:pt x="9857" y="1306"/>
                  </a:cubicBezTo>
                  <a:cubicBezTo>
                    <a:pt x="8269" y="2329"/>
                    <a:pt x="3721" y="5745"/>
                    <a:pt x="1807" y="9139"/>
                  </a:cubicBezTo>
                  <a:cubicBezTo>
                    <a:pt x="1" y="12338"/>
                    <a:pt x="392" y="14274"/>
                    <a:pt x="392" y="14296"/>
                  </a:cubicBezTo>
                  <a:cubicBezTo>
                    <a:pt x="436" y="14296"/>
                    <a:pt x="436" y="14340"/>
                    <a:pt x="458" y="14340"/>
                  </a:cubicBezTo>
                  <a:cubicBezTo>
                    <a:pt x="501" y="14340"/>
                    <a:pt x="501" y="14296"/>
                    <a:pt x="501" y="14274"/>
                  </a:cubicBezTo>
                  <a:cubicBezTo>
                    <a:pt x="501" y="14274"/>
                    <a:pt x="131" y="12381"/>
                    <a:pt x="1894" y="9183"/>
                  </a:cubicBezTo>
                  <a:cubicBezTo>
                    <a:pt x="3808" y="5810"/>
                    <a:pt x="8334" y="2416"/>
                    <a:pt x="9922" y="1415"/>
                  </a:cubicBezTo>
                  <a:cubicBezTo>
                    <a:pt x="11794" y="219"/>
                    <a:pt x="12751" y="110"/>
                    <a:pt x="12751" y="110"/>
                  </a:cubicBezTo>
                  <a:cubicBezTo>
                    <a:pt x="12773" y="110"/>
                    <a:pt x="12794" y="88"/>
                    <a:pt x="12794" y="44"/>
                  </a:cubicBezTo>
                  <a:cubicBezTo>
                    <a:pt x="12794" y="23"/>
                    <a:pt x="12773" y="1"/>
                    <a:pt x="127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29"/>
            <p:cNvSpPr/>
            <p:nvPr/>
          </p:nvSpPr>
          <p:spPr>
            <a:xfrm>
              <a:off x="6388725" y="2977625"/>
              <a:ext cx="317700" cy="356325"/>
            </a:xfrm>
            <a:custGeom>
              <a:rect b="b" l="l" r="r" t="t"/>
              <a:pathLst>
                <a:path extrusionOk="0" h="14253" w="12708">
                  <a:moveTo>
                    <a:pt x="12686" y="1"/>
                  </a:moveTo>
                  <a:cubicBezTo>
                    <a:pt x="12686" y="1"/>
                    <a:pt x="11707" y="109"/>
                    <a:pt x="9836" y="1306"/>
                  </a:cubicBezTo>
                  <a:cubicBezTo>
                    <a:pt x="8247" y="2329"/>
                    <a:pt x="3700" y="5723"/>
                    <a:pt x="1807" y="9117"/>
                  </a:cubicBezTo>
                  <a:cubicBezTo>
                    <a:pt x="1" y="12294"/>
                    <a:pt x="393" y="14230"/>
                    <a:pt x="414" y="14252"/>
                  </a:cubicBezTo>
                  <a:cubicBezTo>
                    <a:pt x="436" y="14230"/>
                    <a:pt x="66" y="12337"/>
                    <a:pt x="1807" y="9182"/>
                  </a:cubicBezTo>
                  <a:cubicBezTo>
                    <a:pt x="3700" y="5766"/>
                    <a:pt x="8247" y="2372"/>
                    <a:pt x="9836" y="1371"/>
                  </a:cubicBezTo>
                  <a:cubicBezTo>
                    <a:pt x="11707" y="175"/>
                    <a:pt x="12686" y="66"/>
                    <a:pt x="12686" y="66"/>
                  </a:cubicBezTo>
                  <a:cubicBezTo>
                    <a:pt x="12708" y="66"/>
                    <a:pt x="12708" y="44"/>
                    <a:pt x="12708" y="44"/>
                  </a:cubicBezTo>
                  <a:cubicBezTo>
                    <a:pt x="12708" y="1"/>
                    <a:pt x="12686" y="1"/>
                    <a:pt x="126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29"/>
            <p:cNvSpPr/>
            <p:nvPr/>
          </p:nvSpPr>
          <p:spPr>
            <a:xfrm>
              <a:off x="6254375" y="2977075"/>
              <a:ext cx="220875" cy="264400"/>
            </a:xfrm>
            <a:custGeom>
              <a:rect b="b" l="l" r="r" t="t"/>
              <a:pathLst>
                <a:path extrusionOk="0" h="10576" w="8835">
                  <a:moveTo>
                    <a:pt x="8356" y="197"/>
                  </a:moveTo>
                  <a:lnTo>
                    <a:pt x="8530" y="349"/>
                  </a:lnTo>
                  <a:lnTo>
                    <a:pt x="8544" y="356"/>
                  </a:lnTo>
                  <a:lnTo>
                    <a:pt x="8508" y="327"/>
                  </a:lnTo>
                  <a:lnTo>
                    <a:pt x="8486" y="305"/>
                  </a:lnTo>
                  <a:lnTo>
                    <a:pt x="8366" y="201"/>
                  </a:lnTo>
                  <a:lnTo>
                    <a:pt x="8366" y="201"/>
                  </a:lnTo>
                  <a:lnTo>
                    <a:pt x="8356" y="197"/>
                  </a:lnTo>
                  <a:close/>
                  <a:moveTo>
                    <a:pt x="8160" y="1"/>
                  </a:moveTo>
                  <a:lnTo>
                    <a:pt x="8160" y="23"/>
                  </a:lnTo>
                  <a:lnTo>
                    <a:pt x="8366" y="201"/>
                  </a:lnTo>
                  <a:lnTo>
                    <a:pt x="8366" y="201"/>
                  </a:lnTo>
                  <a:lnTo>
                    <a:pt x="8595" y="305"/>
                  </a:lnTo>
                  <a:lnTo>
                    <a:pt x="8617" y="327"/>
                  </a:lnTo>
                  <a:lnTo>
                    <a:pt x="8834" y="436"/>
                  </a:lnTo>
                  <a:lnTo>
                    <a:pt x="8834" y="349"/>
                  </a:lnTo>
                  <a:lnTo>
                    <a:pt x="8617" y="240"/>
                  </a:lnTo>
                  <a:lnTo>
                    <a:pt x="8595" y="218"/>
                  </a:lnTo>
                  <a:lnTo>
                    <a:pt x="8182" y="1"/>
                  </a:lnTo>
                  <a:close/>
                  <a:moveTo>
                    <a:pt x="8247" y="414"/>
                  </a:moveTo>
                  <a:lnTo>
                    <a:pt x="8301" y="458"/>
                  </a:lnTo>
                  <a:lnTo>
                    <a:pt x="8312" y="458"/>
                  </a:lnTo>
                  <a:lnTo>
                    <a:pt x="8290" y="436"/>
                  </a:lnTo>
                  <a:lnTo>
                    <a:pt x="8277" y="423"/>
                  </a:lnTo>
                  <a:lnTo>
                    <a:pt x="8277" y="423"/>
                  </a:lnTo>
                  <a:lnTo>
                    <a:pt x="8247" y="414"/>
                  </a:lnTo>
                  <a:close/>
                  <a:moveTo>
                    <a:pt x="8138" y="240"/>
                  </a:moveTo>
                  <a:lnTo>
                    <a:pt x="8138" y="284"/>
                  </a:lnTo>
                  <a:lnTo>
                    <a:pt x="8277" y="423"/>
                  </a:lnTo>
                  <a:lnTo>
                    <a:pt x="8277" y="423"/>
                  </a:lnTo>
                  <a:lnTo>
                    <a:pt x="8399" y="458"/>
                  </a:lnTo>
                  <a:lnTo>
                    <a:pt x="8465" y="501"/>
                  </a:lnTo>
                  <a:lnTo>
                    <a:pt x="8726" y="566"/>
                  </a:lnTo>
                  <a:lnTo>
                    <a:pt x="8747" y="566"/>
                  </a:lnTo>
                  <a:lnTo>
                    <a:pt x="8747" y="545"/>
                  </a:lnTo>
                  <a:lnTo>
                    <a:pt x="8573" y="371"/>
                  </a:lnTo>
                  <a:lnTo>
                    <a:pt x="8544" y="356"/>
                  </a:lnTo>
                  <a:lnTo>
                    <a:pt x="8617" y="414"/>
                  </a:lnTo>
                  <a:lnTo>
                    <a:pt x="8465" y="349"/>
                  </a:lnTo>
                  <a:lnTo>
                    <a:pt x="8399" y="327"/>
                  </a:lnTo>
                  <a:lnTo>
                    <a:pt x="8160" y="240"/>
                  </a:lnTo>
                  <a:close/>
                  <a:moveTo>
                    <a:pt x="7681" y="327"/>
                  </a:moveTo>
                  <a:lnTo>
                    <a:pt x="7681" y="349"/>
                  </a:lnTo>
                  <a:lnTo>
                    <a:pt x="7828" y="507"/>
                  </a:lnTo>
                  <a:lnTo>
                    <a:pt x="7828" y="507"/>
                  </a:lnTo>
                  <a:lnTo>
                    <a:pt x="8160" y="632"/>
                  </a:lnTo>
                  <a:lnTo>
                    <a:pt x="8182" y="654"/>
                  </a:lnTo>
                  <a:lnTo>
                    <a:pt x="8290" y="675"/>
                  </a:lnTo>
                  <a:lnTo>
                    <a:pt x="8312" y="675"/>
                  </a:lnTo>
                  <a:lnTo>
                    <a:pt x="8312" y="654"/>
                  </a:lnTo>
                  <a:lnTo>
                    <a:pt x="8247" y="566"/>
                  </a:lnTo>
                  <a:lnTo>
                    <a:pt x="8203" y="545"/>
                  </a:lnTo>
                  <a:lnTo>
                    <a:pt x="8182" y="523"/>
                  </a:lnTo>
                  <a:lnTo>
                    <a:pt x="8182" y="523"/>
                  </a:lnTo>
                  <a:lnTo>
                    <a:pt x="8247" y="545"/>
                  </a:lnTo>
                  <a:lnTo>
                    <a:pt x="8290" y="566"/>
                  </a:lnTo>
                  <a:lnTo>
                    <a:pt x="8421" y="632"/>
                  </a:lnTo>
                  <a:lnTo>
                    <a:pt x="8465" y="632"/>
                  </a:lnTo>
                  <a:lnTo>
                    <a:pt x="8465" y="610"/>
                  </a:lnTo>
                  <a:lnTo>
                    <a:pt x="8378" y="523"/>
                  </a:lnTo>
                  <a:lnTo>
                    <a:pt x="8356" y="501"/>
                  </a:lnTo>
                  <a:lnTo>
                    <a:pt x="8301" y="458"/>
                  </a:lnTo>
                  <a:lnTo>
                    <a:pt x="8290" y="458"/>
                  </a:lnTo>
                  <a:lnTo>
                    <a:pt x="8225" y="436"/>
                  </a:lnTo>
                  <a:lnTo>
                    <a:pt x="8095" y="392"/>
                  </a:lnTo>
                  <a:lnTo>
                    <a:pt x="8073" y="392"/>
                  </a:lnTo>
                  <a:lnTo>
                    <a:pt x="8073" y="414"/>
                  </a:lnTo>
                  <a:lnTo>
                    <a:pt x="8160" y="501"/>
                  </a:lnTo>
                  <a:lnTo>
                    <a:pt x="7725" y="327"/>
                  </a:lnTo>
                  <a:close/>
                  <a:moveTo>
                    <a:pt x="7812" y="501"/>
                  </a:moveTo>
                  <a:lnTo>
                    <a:pt x="8029" y="741"/>
                  </a:lnTo>
                  <a:lnTo>
                    <a:pt x="8051" y="762"/>
                  </a:lnTo>
                  <a:lnTo>
                    <a:pt x="8059" y="772"/>
                  </a:lnTo>
                  <a:lnTo>
                    <a:pt x="8059" y="772"/>
                  </a:lnTo>
                  <a:lnTo>
                    <a:pt x="8095" y="784"/>
                  </a:lnTo>
                  <a:lnTo>
                    <a:pt x="7986" y="675"/>
                  </a:lnTo>
                  <a:lnTo>
                    <a:pt x="7964" y="654"/>
                  </a:lnTo>
                  <a:lnTo>
                    <a:pt x="7828" y="507"/>
                  </a:lnTo>
                  <a:lnTo>
                    <a:pt x="7828" y="507"/>
                  </a:lnTo>
                  <a:lnTo>
                    <a:pt x="7812" y="501"/>
                  </a:lnTo>
                  <a:close/>
                  <a:moveTo>
                    <a:pt x="7420" y="523"/>
                  </a:moveTo>
                  <a:lnTo>
                    <a:pt x="7420" y="545"/>
                  </a:lnTo>
                  <a:lnTo>
                    <a:pt x="7587" y="701"/>
                  </a:lnTo>
                  <a:lnTo>
                    <a:pt x="7587" y="701"/>
                  </a:lnTo>
                  <a:lnTo>
                    <a:pt x="7921" y="849"/>
                  </a:lnTo>
                  <a:lnTo>
                    <a:pt x="7942" y="871"/>
                  </a:lnTo>
                  <a:lnTo>
                    <a:pt x="8182" y="980"/>
                  </a:lnTo>
                  <a:lnTo>
                    <a:pt x="8203" y="980"/>
                  </a:lnTo>
                  <a:lnTo>
                    <a:pt x="8203" y="958"/>
                  </a:lnTo>
                  <a:lnTo>
                    <a:pt x="8059" y="772"/>
                  </a:lnTo>
                  <a:lnTo>
                    <a:pt x="8059" y="772"/>
                  </a:lnTo>
                  <a:lnTo>
                    <a:pt x="7964" y="741"/>
                  </a:lnTo>
                  <a:lnTo>
                    <a:pt x="7942" y="719"/>
                  </a:lnTo>
                  <a:lnTo>
                    <a:pt x="7442" y="523"/>
                  </a:lnTo>
                  <a:close/>
                  <a:moveTo>
                    <a:pt x="7529" y="675"/>
                  </a:moveTo>
                  <a:lnTo>
                    <a:pt x="7812" y="936"/>
                  </a:lnTo>
                  <a:lnTo>
                    <a:pt x="7986" y="1132"/>
                  </a:lnTo>
                  <a:lnTo>
                    <a:pt x="7998" y="1144"/>
                  </a:lnTo>
                  <a:lnTo>
                    <a:pt x="7998" y="1144"/>
                  </a:lnTo>
                  <a:lnTo>
                    <a:pt x="8073" y="1176"/>
                  </a:lnTo>
                  <a:lnTo>
                    <a:pt x="7790" y="893"/>
                  </a:lnTo>
                  <a:lnTo>
                    <a:pt x="7768" y="871"/>
                  </a:lnTo>
                  <a:lnTo>
                    <a:pt x="7587" y="701"/>
                  </a:lnTo>
                  <a:lnTo>
                    <a:pt x="7587" y="701"/>
                  </a:lnTo>
                  <a:lnTo>
                    <a:pt x="7529" y="675"/>
                  </a:lnTo>
                  <a:close/>
                  <a:moveTo>
                    <a:pt x="7094" y="828"/>
                  </a:moveTo>
                  <a:lnTo>
                    <a:pt x="7094" y="849"/>
                  </a:lnTo>
                  <a:lnTo>
                    <a:pt x="7420" y="1176"/>
                  </a:lnTo>
                  <a:lnTo>
                    <a:pt x="7442" y="1197"/>
                  </a:lnTo>
                  <a:lnTo>
                    <a:pt x="7444" y="1199"/>
                  </a:lnTo>
                  <a:lnTo>
                    <a:pt x="7444" y="1199"/>
                  </a:lnTo>
                  <a:lnTo>
                    <a:pt x="7747" y="1306"/>
                  </a:lnTo>
                  <a:lnTo>
                    <a:pt x="7812" y="1328"/>
                  </a:lnTo>
                  <a:lnTo>
                    <a:pt x="8312" y="1524"/>
                  </a:lnTo>
                  <a:lnTo>
                    <a:pt x="8356" y="1524"/>
                  </a:lnTo>
                  <a:lnTo>
                    <a:pt x="8356" y="1502"/>
                  </a:lnTo>
                  <a:lnTo>
                    <a:pt x="7998" y="1144"/>
                  </a:lnTo>
                  <a:lnTo>
                    <a:pt x="7998" y="1144"/>
                  </a:lnTo>
                  <a:lnTo>
                    <a:pt x="7659" y="1002"/>
                  </a:lnTo>
                  <a:lnTo>
                    <a:pt x="7616" y="980"/>
                  </a:lnTo>
                  <a:lnTo>
                    <a:pt x="7116" y="828"/>
                  </a:lnTo>
                  <a:close/>
                  <a:moveTo>
                    <a:pt x="7377" y="1176"/>
                  </a:moveTo>
                  <a:lnTo>
                    <a:pt x="7616" y="1437"/>
                  </a:lnTo>
                  <a:lnTo>
                    <a:pt x="7638" y="1459"/>
                  </a:lnTo>
                  <a:lnTo>
                    <a:pt x="7726" y="1556"/>
                  </a:lnTo>
                  <a:lnTo>
                    <a:pt x="7726" y="1556"/>
                  </a:lnTo>
                  <a:lnTo>
                    <a:pt x="7790" y="1589"/>
                  </a:lnTo>
                  <a:lnTo>
                    <a:pt x="7444" y="1199"/>
                  </a:lnTo>
                  <a:lnTo>
                    <a:pt x="7444" y="1199"/>
                  </a:lnTo>
                  <a:lnTo>
                    <a:pt x="7377" y="1176"/>
                  </a:lnTo>
                  <a:close/>
                  <a:moveTo>
                    <a:pt x="6028" y="762"/>
                  </a:moveTo>
                  <a:lnTo>
                    <a:pt x="6028" y="784"/>
                  </a:lnTo>
                  <a:cubicBezTo>
                    <a:pt x="6193" y="937"/>
                    <a:pt x="6389" y="1112"/>
                    <a:pt x="6579" y="1279"/>
                  </a:cubicBezTo>
                  <a:lnTo>
                    <a:pt x="6579" y="1279"/>
                  </a:lnTo>
                  <a:cubicBezTo>
                    <a:pt x="6493" y="1242"/>
                    <a:pt x="6410" y="1207"/>
                    <a:pt x="6332" y="1176"/>
                  </a:cubicBezTo>
                  <a:lnTo>
                    <a:pt x="6332" y="1176"/>
                  </a:lnTo>
                  <a:cubicBezTo>
                    <a:pt x="6571" y="1349"/>
                    <a:pt x="6896" y="1653"/>
                    <a:pt x="7157" y="1870"/>
                  </a:cubicBezTo>
                  <a:lnTo>
                    <a:pt x="7157" y="1870"/>
                  </a:lnTo>
                  <a:lnTo>
                    <a:pt x="6876" y="1741"/>
                  </a:lnTo>
                  <a:lnTo>
                    <a:pt x="6854" y="1720"/>
                  </a:lnTo>
                  <a:lnTo>
                    <a:pt x="6376" y="1502"/>
                  </a:lnTo>
                  <a:lnTo>
                    <a:pt x="6354" y="1502"/>
                  </a:lnTo>
                  <a:lnTo>
                    <a:pt x="6354" y="1524"/>
                  </a:lnTo>
                  <a:lnTo>
                    <a:pt x="6746" y="1828"/>
                  </a:lnTo>
                  <a:lnTo>
                    <a:pt x="6767" y="1850"/>
                  </a:lnTo>
                  <a:lnTo>
                    <a:pt x="7165" y="2155"/>
                  </a:lnTo>
                  <a:lnTo>
                    <a:pt x="7165" y="2155"/>
                  </a:lnTo>
                  <a:lnTo>
                    <a:pt x="7659" y="2394"/>
                  </a:lnTo>
                  <a:lnTo>
                    <a:pt x="7703" y="2394"/>
                  </a:lnTo>
                  <a:lnTo>
                    <a:pt x="7703" y="2372"/>
                  </a:lnTo>
                  <a:lnTo>
                    <a:pt x="7181" y="1894"/>
                  </a:lnTo>
                  <a:lnTo>
                    <a:pt x="7159" y="1872"/>
                  </a:lnTo>
                  <a:cubicBezTo>
                    <a:pt x="7158" y="1871"/>
                    <a:pt x="7157" y="1871"/>
                    <a:pt x="7157" y="1870"/>
                  </a:cubicBezTo>
                  <a:lnTo>
                    <a:pt x="7157" y="1870"/>
                  </a:lnTo>
                  <a:lnTo>
                    <a:pt x="7398" y="1981"/>
                  </a:lnTo>
                  <a:lnTo>
                    <a:pt x="6985" y="1633"/>
                  </a:lnTo>
                  <a:lnTo>
                    <a:pt x="6963" y="1611"/>
                  </a:lnTo>
                  <a:cubicBezTo>
                    <a:pt x="6846" y="1512"/>
                    <a:pt x="6714" y="1397"/>
                    <a:pt x="6579" y="1279"/>
                  </a:cubicBezTo>
                  <a:lnTo>
                    <a:pt x="6579" y="1279"/>
                  </a:lnTo>
                  <a:cubicBezTo>
                    <a:pt x="6851" y="1397"/>
                    <a:pt x="7150" y="1538"/>
                    <a:pt x="7398" y="1654"/>
                  </a:cubicBezTo>
                  <a:lnTo>
                    <a:pt x="7420" y="1676"/>
                  </a:lnTo>
                  <a:lnTo>
                    <a:pt x="8051" y="1959"/>
                  </a:lnTo>
                  <a:lnTo>
                    <a:pt x="8073" y="1959"/>
                  </a:lnTo>
                  <a:lnTo>
                    <a:pt x="8073" y="1937"/>
                  </a:lnTo>
                  <a:lnTo>
                    <a:pt x="7726" y="1556"/>
                  </a:lnTo>
                  <a:lnTo>
                    <a:pt x="7726" y="1556"/>
                  </a:lnTo>
                  <a:lnTo>
                    <a:pt x="7290" y="1328"/>
                  </a:lnTo>
                  <a:lnTo>
                    <a:pt x="7246" y="1306"/>
                  </a:lnTo>
                  <a:cubicBezTo>
                    <a:pt x="6898" y="1154"/>
                    <a:pt x="6419" y="936"/>
                    <a:pt x="6049" y="762"/>
                  </a:cubicBezTo>
                  <a:close/>
                  <a:moveTo>
                    <a:pt x="5114" y="1197"/>
                  </a:moveTo>
                  <a:lnTo>
                    <a:pt x="5114" y="1219"/>
                  </a:lnTo>
                  <a:lnTo>
                    <a:pt x="5504" y="1617"/>
                  </a:lnTo>
                  <a:lnTo>
                    <a:pt x="5504" y="1617"/>
                  </a:lnTo>
                  <a:cubicBezTo>
                    <a:pt x="5452" y="1593"/>
                    <a:pt x="5402" y="1569"/>
                    <a:pt x="5353" y="1546"/>
                  </a:cubicBezTo>
                  <a:lnTo>
                    <a:pt x="5353" y="1546"/>
                  </a:lnTo>
                  <a:cubicBezTo>
                    <a:pt x="5651" y="1864"/>
                    <a:pt x="6031" y="2266"/>
                    <a:pt x="6332" y="2568"/>
                  </a:cubicBezTo>
                  <a:lnTo>
                    <a:pt x="6441" y="2568"/>
                  </a:lnTo>
                  <a:lnTo>
                    <a:pt x="6245" y="2372"/>
                  </a:lnTo>
                  <a:lnTo>
                    <a:pt x="6223" y="2351"/>
                  </a:lnTo>
                  <a:lnTo>
                    <a:pt x="5504" y="1617"/>
                  </a:lnTo>
                  <a:lnTo>
                    <a:pt x="5504" y="1617"/>
                  </a:lnTo>
                  <a:cubicBezTo>
                    <a:pt x="5893" y="1802"/>
                    <a:pt x="6357" y="2028"/>
                    <a:pt x="6702" y="2220"/>
                  </a:cubicBezTo>
                  <a:lnTo>
                    <a:pt x="6746" y="2264"/>
                  </a:lnTo>
                  <a:cubicBezTo>
                    <a:pt x="7050" y="2394"/>
                    <a:pt x="7420" y="2590"/>
                    <a:pt x="7725" y="2742"/>
                  </a:cubicBezTo>
                  <a:lnTo>
                    <a:pt x="7747" y="2742"/>
                  </a:lnTo>
                  <a:lnTo>
                    <a:pt x="7747" y="2721"/>
                  </a:lnTo>
                  <a:cubicBezTo>
                    <a:pt x="7524" y="2538"/>
                    <a:pt x="7225" y="2318"/>
                    <a:pt x="6992" y="2130"/>
                  </a:cubicBezTo>
                  <a:lnTo>
                    <a:pt x="6992" y="2130"/>
                  </a:lnTo>
                  <a:lnTo>
                    <a:pt x="7420" y="2351"/>
                  </a:lnTo>
                  <a:lnTo>
                    <a:pt x="7420" y="2351"/>
                  </a:lnTo>
                  <a:lnTo>
                    <a:pt x="7165" y="2155"/>
                  </a:lnTo>
                  <a:lnTo>
                    <a:pt x="7165" y="2155"/>
                  </a:lnTo>
                  <a:lnTo>
                    <a:pt x="6985" y="2068"/>
                  </a:lnTo>
                  <a:lnTo>
                    <a:pt x="6963" y="2046"/>
                  </a:lnTo>
                  <a:lnTo>
                    <a:pt x="6680" y="1894"/>
                  </a:lnTo>
                  <a:lnTo>
                    <a:pt x="6898" y="2068"/>
                  </a:lnTo>
                  <a:lnTo>
                    <a:pt x="6941" y="2090"/>
                  </a:lnTo>
                  <a:cubicBezTo>
                    <a:pt x="6958" y="2103"/>
                    <a:pt x="6975" y="2117"/>
                    <a:pt x="6992" y="2130"/>
                  </a:cubicBezTo>
                  <a:lnTo>
                    <a:pt x="6992" y="2130"/>
                  </a:lnTo>
                  <a:lnTo>
                    <a:pt x="6659" y="1959"/>
                  </a:lnTo>
                  <a:lnTo>
                    <a:pt x="6637" y="1937"/>
                  </a:lnTo>
                  <a:cubicBezTo>
                    <a:pt x="6158" y="1720"/>
                    <a:pt x="5571" y="1415"/>
                    <a:pt x="5136" y="1197"/>
                  </a:cubicBezTo>
                  <a:close/>
                  <a:moveTo>
                    <a:pt x="5745" y="2307"/>
                  </a:moveTo>
                  <a:lnTo>
                    <a:pt x="5745" y="2351"/>
                  </a:lnTo>
                  <a:lnTo>
                    <a:pt x="6006" y="2677"/>
                  </a:lnTo>
                  <a:lnTo>
                    <a:pt x="6028" y="2699"/>
                  </a:lnTo>
                  <a:lnTo>
                    <a:pt x="6289" y="2960"/>
                  </a:lnTo>
                  <a:lnTo>
                    <a:pt x="5962" y="2786"/>
                  </a:lnTo>
                  <a:lnTo>
                    <a:pt x="5919" y="2742"/>
                  </a:lnTo>
                  <a:lnTo>
                    <a:pt x="5549" y="2525"/>
                  </a:lnTo>
                  <a:lnTo>
                    <a:pt x="5505" y="2525"/>
                  </a:lnTo>
                  <a:lnTo>
                    <a:pt x="5505" y="2568"/>
                  </a:lnTo>
                  <a:lnTo>
                    <a:pt x="5810" y="2895"/>
                  </a:lnTo>
                  <a:lnTo>
                    <a:pt x="5854" y="2916"/>
                  </a:lnTo>
                  <a:lnTo>
                    <a:pt x="6202" y="3286"/>
                  </a:lnTo>
                  <a:lnTo>
                    <a:pt x="6202" y="3286"/>
                  </a:lnTo>
                  <a:lnTo>
                    <a:pt x="5723" y="3047"/>
                  </a:lnTo>
                  <a:lnTo>
                    <a:pt x="5701" y="3025"/>
                  </a:lnTo>
                  <a:lnTo>
                    <a:pt x="5462" y="2916"/>
                  </a:lnTo>
                  <a:lnTo>
                    <a:pt x="5440" y="2916"/>
                  </a:lnTo>
                  <a:lnTo>
                    <a:pt x="5440" y="2938"/>
                  </a:lnTo>
                  <a:lnTo>
                    <a:pt x="5592" y="3134"/>
                  </a:lnTo>
                  <a:lnTo>
                    <a:pt x="5614" y="3156"/>
                  </a:lnTo>
                  <a:lnTo>
                    <a:pt x="5767" y="3330"/>
                  </a:lnTo>
                  <a:lnTo>
                    <a:pt x="5571" y="3221"/>
                  </a:lnTo>
                  <a:lnTo>
                    <a:pt x="5549" y="3177"/>
                  </a:lnTo>
                  <a:lnTo>
                    <a:pt x="4831" y="2786"/>
                  </a:lnTo>
                  <a:lnTo>
                    <a:pt x="4809" y="2786"/>
                  </a:lnTo>
                  <a:lnTo>
                    <a:pt x="4809" y="2808"/>
                  </a:lnTo>
                  <a:lnTo>
                    <a:pt x="5136" y="3286"/>
                  </a:lnTo>
                  <a:cubicBezTo>
                    <a:pt x="4787" y="3069"/>
                    <a:pt x="4287" y="2808"/>
                    <a:pt x="3939" y="2612"/>
                  </a:cubicBezTo>
                  <a:lnTo>
                    <a:pt x="3917" y="2612"/>
                  </a:lnTo>
                  <a:lnTo>
                    <a:pt x="3917" y="2634"/>
                  </a:lnTo>
                  <a:cubicBezTo>
                    <a:pt x="4265" y="2938"/>
                    <a:pt x="4722" y="3352"/>
                    <a:pt x="5070" y="3656"/>
                  </a:cubicBezTo>
                  <a:lnTo>
                    <a:pt x="5114" y="3678"/>
                  </a:lnTo>
                  <a:lnTo>
                    <a:pt x="5462" y="4004"/>
                  </a:lnTo>
                  <a:lnTo>
                    <a:pt x="4940" y="3874"/>
                  </a:lnTo>
                  <a:lnTo>
                    <a:pt x="4896" y="3874"/>
                  </a:lnTo>
                  <a:cubicBezTo>
                    <a:pt x="4526" y="3787"/>
                    <a:pt x="4091" y="3656"/>
                    <a:pt x="3743" y="3547"/>
                  </a:cubicBezTo>
                  <a:lnTo>
                    <a:pt x="3721" y="3547"/>
                  </a:lnTo>
                  <a:lnTo>
                    <a:pt x="3721" y="3569"/>
                  </a:lnTo>
                  <a:cubicBezTo>
                    <a:pt x="3961" y="3765"/>
                    <a:pt x="4287" y="4026"/>
                    <a:pt x="4526" y="4244"/>
                  </a:cubicBezTo>
                  <a:lnTo>
                    <a:pt x="4570" y="4265"/>
                  </a:lnTo>
                  <a:cubicBezTo>
                    <a:pt x="4787" y="4461"/>
                    <a:pt x="5114" y="4701"/>
                    <a:pt x="5331" y="4918"/>
                  </a:cubicBezTo>
                  <a:cubicBezTo>
                    <a:pt x="5027" y="4809"/>
                    <a:pt x="4613" y="4679"/>
                    <a:pt x="4309" y="4548"/>
                  </a:cubicBezTo>
                  <a:lnTo>
                    <a:pt x="4287" y="4526"/>
                  </a:lnTo>
                  <a:cubicBezTo>
                    <a:pt x="3830" y="4352"/>
                    <a:pt x="3199" y="4135"/>
                    <a:pt x="2764" y="3983"/>
                  </a:cubicBezTo>
                  <a:lnTo>
                    <a:pt x="2742" y="3983"/>
                  </a:lnTo>
                  <a:lnTo>
                    <a:pt x="2742" y="4004"/>
                  </a:lnTo>
                  <a:cubicBezTo>
                    <a:pt x="3156" y="4244"/>
                    <a:pt x="3656" y="4548"/>
                    <a:pt x="4069" y="4788"/>
                  </a:cubicBezTo>
                  <a:lnTo>
                    <a:pt x="4091" y="4809"/>
                  </a:lnTo>
                  <a:lnTo>
                    <a:pt x="4156" y="4853"/>
                  </a:lnTo>
                  <a:lnTo>
                    <a:pt x="4026" y="4853"/>
                  </a:lnTo>
                  <a:lnTo>
                    <a:pt x="3547" y="4788"/>
                  </a:lnTo>
                  <a:lnTo>
                    <a:pt x="3525" y="4788"/>
                  </a:lnTo>
                  <a:lnTo>
                    <a:pt x="3525" y="4809"/>
                  </a:lnTo>
                  <a:lnTo>
                    <a:pt x="3700" y="5201"/>
                  </a:lnTo>
                  <a:lnTo>
                    <a:pt x="3721" y="5223"/>
                  </a:lnTo>
                  <a:lnTo>
                    <a:pt x="3765" y="5353"/>
                  </a:lnTo>
                  <a:lnTo>
                    <a:pt x="3612" y="5332"/>
                  </a:lnTo>
                  <a:lnTo>
                    <a:pt x="3547" y="5332"/>
                  </a:lnTo>
                  <a:lnTo>
                    <a:pt x="3177" y="5244"/>
                  </a:lnTo>
                  <a:lnTo>
                    <a:pt x="3156" y="5244"/>
                  </a:lnTo>
                  <a:lnTo>
                    <a:pt x="3156" y="5288"/>
                  </a:lnTo>
                  <a:lnTo>
                    <a:pt x="3330" y="5614"/>
                  </a:lnTo>
                  <a:lnTo>
                    <a:pt x="3373" y="5636"/>
                  </a:lnTo>
                  <a:lnTo>
                    <a:pt x="3482" y="5832"/>
                  </a:lnTo>
                  <a:lnTo>
                    <a:pt x="3482" y="5832"/>
                  </a:lnTo>
                  <a:lnTo>
                    <a:pt x="3221" y="5788"/>
                  </a:lnTo>
                  <a:lnTo>
                    <a:pt x="3177" y="5788"/>
                  </a:lnTo>
                  <a:lnTo>
                    <a:pt x="2894" y="5767"/>
                  </a:lnTo>
                  <a:lnTo>
                    <a:pt x="2873" y="5767"/>
                  </a:lnTo>
                  <a:lnTo>
                    <a:pt x="2873" y="5788"/>
                  </a:lnTo>
                  <a:lnTo>
                    <a:pt x="2981" y="6006"/>
                  </a:lnTo>
                  <a:lnTo>
                    <a:pt x="3003" y="6050"/>
                  </a:lnTo>
                  <a:lnTo>
                    <a:pt x="3112" y="6267"/>
                  </a:lnTo>
                  <a:lnTo>
                    <a:pt x="2851" y="6289"/>
                  </a:lnTo>
                  <a:lnTo>
                    <a:pt x="2786" y="6289"/>
                  </a:lnTo>
                  <a:lnTo>
                    <a:pt x="2503" y="6311"/>
                  </a:lnTo>
                  <a:lnTo>
                    <a:pt x="2459" y="6332"/>
                  </a:lnTo>
                  <a:lnTo>
                    <a:pt x="2459" y="6376"/>
                  </a:lnTo>
                  <a:lnTo>
                    <a:pt x="2633" y="6528"/>
                  </a:lnTo>
                  <a:lnTo>
                    <a:pt x="2655" y="6550"/>
                  </a:lnTo>
                  <a:lnTo>
                    <a:pt x="3090" y="7029"/>
                  </a:lnTo>
                  <a:lnTo>
                    <a:pt x="3090" y="7029"/>
                  </a:lnTo>
                  <a:lnTo>
                    <a:pt x="2503" y="6811"/>
                  </a:lnTo>
                  <a:lnTo>
                    <a:pt x="2459" y="6768"/>
                  </a:lnTo>
                  <a:cubicBezTo>
                    <a:pt x="2024" y="6615"/>
                    <a:pt x="1437" y="6398"/>
                    <a:pt x="1001" y="6202"/>
                  </a:cubicBezTo>
                  <a:lnTo>
                    <a:pt x="980" y="6224"/>
                  </a:lnTo>
                  <a:lnTo>
                    <a:pt x="980" y="6267"/>
                  </a:lnTo>
                  <a:cubicBezTo>
                    <a:pt x="1371" y="6506"/>
                    <a:pt x="1894" y="6811"/>
                    <a:pt x="2307" y="7050"/>
                  </a:cubicBezTo>
                  <a:lnTo>
                    <a:pt x="2329" y="7072"/>
                  </a:lnTo>
                  <a:lnTo>
                    <a:pt x="2873" y="7399"/>
                  </a:lnTo>
                  <a:lnTo>
                    <a:pt x="2285" y="7181"/>
                  </a:lnTo>
                  <a:lnTo>
                    <a:pt x="2242" y="7159"/>
                  </a:lnTo>
                  <a:cubicBezTo>
                    <a:pt x="1872" y="7029"/>
                    <a:pt x="1371" y="6833"/>
                    <a:pt x="1001" y="6702"/>
                  </a:cubicBezTo>
                  <a:lnTo>
                    <a:pt x="980" y="6702"/>
                  </a:lnTo>
                  <a:lnTo>
                    <a:pt x="980" y="6724"/>
                  </a:lnTo>
                  <a:cubicBezTo>
                    <a:pt x="1241" y="7050"/>
                    <a:pt x="1632" y="7486"/>
                    <a:pt x="1915" y="7812"/>
                  </a:cubicBezTo>
                  <a:lnTo>
                    <a:pt x="1632" y="7747"/>
                  </a:lnTo>
                  <a:lnTo>
                    <a:pt x="1589" y="7790"/>
                  </a:lnTo>
                  <a:lnTo>
                    <a:pt x="1589" y="7812"/>
                  </a:lnTo>
                  <a:lnTo>
                    <a:pt x="1807" y="8073"/>
                  </a:lnTo>
                  <a:lnTo>
                    <a:pt x="1850" y="8117"/>
                  </a:lnTo>
                  <a:lnTo>
                    <a:pt x="2002" y="8334"/>
                  </a:lnTo>
                  <a:lnTo>
                    <a:pt x="2002" y="8334"/>
                  </a:lnTo>
                  <a:lnTo>
                    <a:pt x="1763" y="8269"/>
                  </a:lnTo>
                  <a:lnTo>
                    <a:pt x="1741" y="8269"/>
                  </a:lnTo>
                  <a:lnTo>
                    <a:pt x="1545" y="8247"/>
                  </a:lnTo>
                  <a:lnTo>
                    <a:pt x="1524" y="8269"/>
                  </a:lnTo>
                  <a:lnTo>
                    <a:pt x="1524" y="8291"/>
                  </a:lnTo>
                  <a:lnTo>
                    <a:pt x="1654" y="8508"/>
                  </a:lnTo>
                  <a:lnTo>
                    <a:pt x="1676" y="8573"/>
                  </a:lnTo>
                  <a:lnTo>
                    <a:pt x="1698" y="8617"/>
                  </a:lnTo>
                  <a:lnTo>
                    <a:pt x="1589" y="8617"/>
                  </a:lnTo>
                  <a:lnTo>
                    <a:pt x="1371" y="8661"/>
                  </a:lnTo>
                  <a:lnTo>
                    <a:pt x="1350" y="8682"/>
                  </a:lnTo>
                  <a:lnTo>
                    <a:pt x="1350" y="8704"/>
                  </a:lnTo>
                  <a:lnTo>
                    <a:pt x="1480" y="8987"/>
                  </a:lnTo>
                  <a:lnTo>
                    <a:pt x="1524" y="9030"/>
                  </a:lnTo>
                  <a:lnTo>
                    <a:pt x="1589" y="9204"/>
                  </a:lnTo>
                  <a:lnTo>
                    <a:pt x="1589" y="9204"/>
                  </a:lnTo>
                  <a:lnTo>
                    <a:pt x="1480" y="9139"/>
                  </a:lnTo>
                  <a:lnTo>
                    <a:pt x="1458" y="9117"/>
                  </a:lnTo>
                  <a:cubicBezTo>
                    <a:pt x="1110" y="8943"/>
                    <a:pt x="653" y="8726"/>
                    <a:pt x="327" y="8573"/>
                  </a:cubicBezTo>
                  <a:lnTo>
                    <a:pt x="283" y="8573"/>
                  </a:lnTo>
                  <a:lnTo>
                    <a:pt x="283" y="8595"/>
                  </a:lnTo>
                  <a:cubicBezTo>
                    <a:pt x="610" y="8900"/>
                    <a:pt x="1023" y="9270"/>
                    <a:pt x="1350" y="9574"/>
                  </a:cubicBezTo>
                  <a:lnTo>
                    <a:pt x="1371" y="9596"/>
                  </a:lnTo>
                  <a:lnTo>
                    <a:pt x="1915" y="10118"/>
                  </a:lnTo>
                  <a:lnTo>
                    <a:pt x="1915" y="10118"/>
                  </a:lnTo>
                  <a:lnTo>
                    <a:pt x="1328" y="9857"/>
                  </a:lnTo>
                  <a:lnTo>
                    <a:pt x="1306" y="9814"/>
                  </a:lnTo>
                  <a:cubicBezTo>
                    <a:pt x="914" y="9661"/>
                    <a:pt x="392" y="9422"/>
                    <a:pt x="22" y="9248"/>
                  </a:cubicBezTo>
                  <a:lnTo>
                    <a:pt x="1" y="9248"/>
                  </a:lnTo>
                  <a:lnTo>
                    <a:pt x="1" y="9270"/>
                  </a:lnTo>
                  <a:cubicBezTo>
                    <a:pt x="371" y="9574"/>
                    <a:pt x="871" y="9966"/>
                    <a:pt x="1241" y="10227"/>
                  </a:cubicBezTo>
                  <a:lnTo>
                    <a:pt x="1263" y="10249"/>
                  </a:lnTo>
                  <a:lnTo>
                    <a:pt x="1589" y="10510"/>
                  </a:lnTo>
                  <a:lnTo>
                    <a:pt x="1263" y="10423"/>
                  </a:lnTo>
                  <a:lnTo>
                    <a:pt x="1241" y="10423"/>
                  </a:lnTo>
                  <a:cubicBezTo>
                    <a:pt x="1045" y="10358"/>
                    <a:pt x="784" y="10292"/>
                    <a:pt x="588" y="10227"/>
                  </a:cubicBezTo>
                  <a:lnTo>
                    <a:pt x="588" y="10249"/>
                  </a:lnTo>
                  <a:lnTo>
                    <a:pt x="610" y="10292"/>
                  </a:lnTo>
                  <a:cubicBezTo>
                    <a:pt x="806" y="10336"/>
                    <a:pt x="1089" y="10423"/>
                    <a:pt x="1263" y="10466"/>
                  </a:cubicBezTo>
                  <a:lnTo>
                    <a:pt x="1306" y="10466"/>
                  </a:lnTo>
                  <a:lnTo>
                    <a:pt x="1698" y="10575"/>
                  </a:lnTo>
                  <a:lnTo>
                    <a:pt x="1741" y="10575"/>
                  </a:lnTo>
                  <a:lnTo>
                    <a:pt x="1698" y="10553"/>
                  </a:lnTo>
                  <a:lnTo>
                    <a:pt x="1306" y="10249"/>
                  </a:lnTo>
                  <a:lnTo>
                    <a:pt x="1263" y="10227"/>
                  </a:lnTo>
                  <a:cubicBezTo>
                    <a:pt x="936" y="9988"/>
                    <a:pt x="501" y="9640"/>
                    <a:pt x="175" y="9379"/>
                  </a:cubicBezTo>
                  <a:lnTo>
                    <a:pt x="175" y="9379"/>
                  </a:lnTo>
                  <a:cubicBezTo>
                    <a:pt x="545" y="9553"/>
                    <a:pt x="980" y="9748"/>
                    <a:pt x="1328" y="9901"/>
                  </a:cubicBezTo>
                  <a:lnTo>
                    <a:pt x="1350" y="9922"/>
                  </a:lnTo>
                  <a:lnTo>
                    <a:pt x="2068" y="10249"/>
                  </a:lnTo>
                  <a:lnTo>
                    <a:pt x="2089" y="10249"/>
                  </a:lnTo>
                  <a:lnTo>
                    <a:pt x="2089" y="10227"/>
                  </a:lnTo>
                  <a:cubicBezTo>
                    <a:pt x="1894" y="10031"/>
                    <a:pt x="1632" y="9792"/>
                    <a:pt x="1437" y="9640"/>
                  </a:cubicBezTo>
                  <a:lnTo>
                    <a:pt x="1415" y="9596"/>
                  </a:lnTo>
                  <a:cubicBezTo>
                    <a:pt x="1132" y="9335"/>
                    <a:pt x="762" y="9009"/>
                    <a:pt x="479" y="8726"/>
                  </a:cubicBezTo>
                  <a:lnTo>
                    <a:pt x="479" y="8726"/>
                  </a:lnTo>
                  <a:cubicBezTo>
                    <a:pt x="784" y="8878"/>
                    <a:pt x="1197" y="9096"/>
                    <a:pt x="1524" y="9226"/>
                  </a:cubicBezTo>
                  <a:lnTo>
                    <a:pt x="1545" y="9248"/>
                  </a:lnTo>
                  <a:lnTo>
                    <a:pt x="1698" y="9335"/>
                  </a:lnTo>
                  <a:lnTo>
                    <a:pt x="1741" y="9335"/>
                  </a:lnTo>
                  <a:lnTo>
                    <a:pt x="1741" y="9313"/>
                  </a:lnTo>
                  <a:lnTo>
                    <a:pt x="1589" y="9052"/>
                  </a:lnTo>
                  <a:lnTo>
                    <a:pt x="1567" y="9009"/>
                  </a:lnTo>
                  <a:lnTo>
                    <a:pt x="1458" y="8791"/>
                  </a:lnTo>
                  <a:lnTo>
                    <a:pt x="1654" y="8769"/>
                  </a:lnTo>
                  <a:lnTo>
                    <a:pt x="1850" y="8769"/>
                  </a:lnTo>
                  <a:lnTo>
                    <a:pt x="1872" y="8726"/>
                  </a:lnTo>
                  <a:lnTo>
                    <a:pt x="1872" y="8704"/>
                  </a:lnTo>
                  <a:lnTo>
                    <a:pt x="1785" y="8595"/>
                  </a:lnTo>
                  <a:lnTo>
                    <a:pt x="1763" y="8552"/>
                  </a:lnTo>
                  <a:lnTo>
                    <a:pt x="1676" y="8399"/>
                  </a:lnTo>
                  <a:lnTo>
                    <a:pt x="1676" y="8399"/>
                  </a:lnTo>
                  <a:lnTo>
                    <a:pt x="1807" y="8443"/>
                  </a:lnTo>
                  <a:lnTo>
                    <a:pt x="1850" y="8443"/>
                  </a:lnTo>
                  <a:lnTo>
                    <a:pt x="2133" y="8486"/>
                  </a:lnTo>
                  <a:lnTo>
                    <a:pt x="2176" y="8465"/>
                  </a:lnTo>
                  <a:lnTo>
                    <a:pt x="2176" y="8443"/>
                  </a:lnTo>
                  <a:lnTo>
                    <a:pt x="1959" y="8138"/>
                  </a:lnTo>
                  <a:lnTo>
                    <a:pt x="1915" y="8117"/>
                  </a:lnTo>
                  <a:lnTo>
                    <a:pt x="1763" y="7899"/>
                  </a:lnTo>
                  <a:lnTo>
                    <a:pt x="2002" y="7942"/>
                  </a:lnTo>
                  <a:lnTo>
                    <a:pt x="2111" y="7942"/>
                  </a:lnTo>
                  <a:lnTo>
                    <a:pt x="2133" y="7921"/>
                  </a:lnTo>
                  <a:lnTo>
                    <a:pt x="2133" y="7899"/>
                  </a:lnTo>
                  <a:lnTo>
                    <a:pt x="2111" y="7855"/>
                  </a:lnTo>
                  <a:lnTo>
                    <a:pt x="2089" y="7834"/>
                  </a:lnTo>
                  <a:cubicBezTo>
                    <a:pt x="1807" y="7529"/>
                    <a:pt x="1480" y="7137"/>
                    <a:pt x="1219" y="6833"/>
                  </a:cubicBezTo>
                  <a:lnTo>
                    <a:pt x="1219" y="6833"/>
                  </a:lnTo>
                  <a:cubicBezTo>
                    <a:pt x="1567" y="6963"/>
                    <a:pt x="2002" y="7137"/>
                    <a:pt x="2351" y="7246"/>
                  </a:cubicBezTo>
                  <a:lnTo>
                    <a:pt x="2394" y="7268"/>
                  </a:lnTo>
                  <a:cubicBezTo>
                    <a:pt x="2655" y="7377"/>
                    <a:pt x="3003" y="7486"/>
                    <a:pt x="3264" y="7594"/>
                  </a:cubicBezTo>
                  <a:lnTo>
                    <a:pt x="3286" y="7573"/>
                  </a:lnTo>
                  <a:lnTo>
                    <a:pt x="3286" y="7529"/>
                  </a:lnTo>
                  <a:lnTo>
                    <a:pt x="2459" y="7072"/>
                  </a:lnTo>
                  <a:lnTo>
                    <a:pt x="2438" y="7050"/>
                  </a:lnTo>
                  <a:cubicBezTo>
                    <a:pt x="2111" y="6855"/>
                    <a:pt x="1698" y="6615"/>
                    <a:pt x="1371" y="6419"/>
                  </a:cubicBezTo>
                  <a:lnTo>
                    <a:pt x="1371" y="6419"/>
                  </a:lnTo>
                  <a:cubicBezTo>
                    <a:pt x="1741" y="6550"/>
                    <a:pt x="2198" y="6724"/>
                    <a:pt x="2525" y="6855"/>
                  </a:cubicBezTo>
                  <a:lnTo>
                    <a:pt x="2546" y="6876"/>
                  </a:lnTo>
                  <a:lnTo>
                    <a:pt x="3264" y="7159"/>
                  </a:lnTo>
                  <a:lnTo>
                    <a:pt x="3286" y="7159"/>
                  </a:lnTo>
                  <a:lnTo>
                    <a:pt x="3286" y="7137"/>
                  </a:lnTo>
                  <a:lnTo>
                    <a:pt x="2764" y="6550"/>
                  </a:lnTo>
                  <a:lnTo>
                    <a:pt x="2742" y="6528"/>
                  </a:lnTo>
                  <a:lnTo>
                    <a:pt x="2633" y="6398"/>
                  </a:lnTo>
                  <a:lnTo>
                    <a:pt x="2894" y="6398"/>
                  </a:lnTo>
                  <a:lnTo>
                    <a:pt x="3221" y="6376"/>
                  </a:lnTo>
                  <a:lnTo>
                    <a:pt x="3264" y="6332"/>
                  </a:lnTo>
                  <a:lnTo>
                    <a:pt x="3264" y="6311"/>
                  </a:lnTo>
                  <a:lnTo>
                    <a:pt x="3112" y="6050"/>
                  </a:lnTo>
                  <a:lnTo>
                    <a:pt x="3090" y="6006"/>
                  </a:lnTo>
                  <a:lnTo>
                    <a:pt x="3003" y="5854"/>
                  </a:lnTo>
                  <a:lnTo>
                    <a:pt x="3199" y="5875"/>
                  </a:lnTo>
                  <a:lnTo>
                    <a:pt x="3264" y="5875"/>
                  </a:lnTo>
                  <a:lnTo>
                    <a:pt x="3547" y="5897"/>
                  </a:lnTo>
                  <a:lnTo>
                    <a:pt x="3591" y="5897"/>
                  </a:lnTo>
                  <a:lnTo>
                    <a:pt x="3591" y="5875"/>
                  </a:lnTo>
                  <a:lnTo>
                    <a:pt x="3438" y="5636"/>
                  </a:lnTo>
                  <a:lnTo>
                    <a:pt x="3417" y="5614"/>
                  </a:lnTo>
                  <a:lnTo>
                    <a:pt x="3286" y="5332"/>
                  </a:lnTo>
                  <a:lnTo>
                    <a:pt x="3591" y="5419"/>
                  </a:lnTo>
                  <a:lnTo>
                    <a:pt x="3634" y="5419"/>
                  </a:lnTo>
                  <a:lnTo>
                    <a:pt x="3874" y="5462"/>
                  </a:lnTo>
                  <a:lnTo>
                    <a:pt x="3917" y="5462"/>
                  </a:lnTo>
                  <a:lnTo>
                    <a:pt x="3917" y="5440"/>
                  </a:lnTo>
                  <a:lnTo>
                    <a:pt x="3830" y="5223"/>
                  </a:lnTo>
                  <a:lnTo>
                    <a:pt x="3808" y="5201"/>
                  </a:lnTo>
                  <a:lnTo>
                    <a:pt x="3678" y="4875"/>
                  </a:lnTo>
                  <a:lnTo>
                    <a:pt x="4048" y="4918"/>
                  </a:lnTo>
                  <a:lnTo>
                    <a:pt x="4113" y="4918"/>
                  </a:lnTo>
                  <a:lnTo>
                    <a:pt x="4330" y="4962"/>
                  </a:lnTo>
                  <a:lnTo>
                    <a:pt x="4352" y="4918"/>
                  </a:lnTo>
                  <a:lnTo>
                    <a:pt x="4352" y="4896"/>
                  </a:lnTo>
                  <a:lnTo>
                    <a:pt x="4178" y="4809"/>
                  </a:lnTo>
                  <a:lnTo>
                    <a:pt x="4156" y="4788"/>
                  </a:lnTo>
                  <a:cubicBezTo>
                    <a:pt x="3830" y="4592"/>
                    <a:pt x="3395" y="4352"/>
                    <a:pt x="3069" y="4157"/>
                  </a:cubicBezTo>
                  <a:lnTo>
                    <a:pt x="3069" y="4157"/>
                  </a:lnTo>
                  <a:cubicBezTo>
                    <a:pt x="3438" y="4309"/>
                    <a:pt x="3939" y="4483"/>
                    <a:pt x="4330" y="4635"/>
                  </a:cubicBezTo>
                  <a:lnTo>
                    <a:pt x="4352" y="4657"/>
                  </a:lnTo>
                  <a:cubicBezTo>
                    <a:pt x="4700" y="4788"/>
                    <a:pt x="5157" y="4962"/>
                    <a:pt x="5505" y="5092"/>
                  </a:cubicBezTo>
                  <a:lnTo>
                    <a:pt x="5549" y="5092"/>
                  </a:lnTo>
                  <a:lnTo>
                    <a:pt x="5549" y="5070"/>
                  </a:lnTo>
                  <a:cubicBezTo>
                    <a:pt x="5266" y="4853"/>
                    <a:pt x="4918" y="4548"/>
                    <a:pt x="4679" y="4331"/>
                  </a:cubicBezTo>
                  <a:lnTo>
                    <a:pt x="4635" y="4309"/>
                  </a:lnTo>
                  <a:cubicBezTo>
                    <a:pt x="4418" y="4113"/>
                    <a:pt x="4156" y="3895"/>
                    <a:pt x="3939" y="3700"/>
                  </a:cubicBezTo>
                  <a:lnTo>
                    <a:pt x="3939" y="3700"/>
                  </a:lnTo>
                  <a:cubicBezTo>
                    <a:pt x="4243" y="3787"/>
                    <a:pt x="4635" y="3895"/>
                    <a:pt x="4940" y="3983"/>
                  </a:cubicBezTo>
                  <a:lnTo>
                    <a:pt x="5005" y="3983"/>
                  </a:lnTo>
                  <a:lnTo>
                    <a:pt x="5658" y="4157"/>
                  </a:lnTo>
                  <a:lnTo>
                    <a:pt x="5680" y="4157"/>
                  </a:lnTo>
                  <a:lnTo>
                    <a:pt x="5680" y="4135"/>
                  </a:lnTo>
                  <a:lnTo>
                    <a:pt x="5244" y="3765"/>
                  </a:lnTo>
                  <a:lnTo>
                    <a:pt x="5223" y="3721"/>
                  </a:lnTo>
                  <a:cubicBezTo>
                    <a:pt x="4918" y="3482"/>
                    <a:pt x="4526" y="3134"/>
                    <a:pt x="4265" y="2895"/>
                  </a:cubicBezTo>
                  <a:lnTo>
                    <a:pt x="4265" y="2895"/>
                  </a:lnTo>
                  <a:cubicBezTo>
                    <a:pt x="4592" y="3069"/>
                    <a:pt x="5005" y="3330"/>
                    <a:pt x="5331" y="3504"/>
                  </a:cubicBezTo>
                  <a:lnTo>
                    <a:pt x="5353" y="3504"/>
                  </a:lnTo>
                  <a:lnTo>
                    <a:pt x="5353" y="3482"/>
                  </a:lnTo>
                  <a:lnTo>
                    <a:pt x="5027" y="3003"/>
                  </a:lnTo>
                  <a:lnTo>
                    <a:pt x="5027" y="3003"/>
                  </a:lnTo>
                  <a:lnTo>
                    <a:pt x="5614" y="3352"/>
                  </a:lnTo>
                  <a:lnTo>
                    <a:pt x="5658" y="3373"/>
                  </a:lnTo>
                  <a:lnTo>
                    <a:pt x="5984" y="3569"/>
                  </a:lnTo>
                  <a:lnTo>
                    <a:pt x="6006" y="3569"/>
                  </a:lnTo>
                  <a:lnTo>
                    <a:pt x="6006" y="3547"/>
                  </a:lnTo>
                  <a:lnTo>
                    <a:pt x="5767" y="3264"/>
                  </a:lnTo>
                  <a:lnTo>
                    <a:pt x="5745" y="3243"/>
                  </a:lnTo>
                  <a:lnTo>
                    <a:pt x="5658" y="3134"/>
                  </a:lnTo>
                  <a:lnTo>
                    <a:pt x="5788" y="3177"/>
                  </a:lnTo>
                  <a:lnTo>
                    <a:pt x="5810" y="3221"/>
                  </a:lnTo>
                  <a:lnTo>
                    <a:pt x="6419" y="3504"/>
                  </a:lnTo>
                  <a:lnTo>
                    <a:pt x="6441" y="3504"/>
                  </a:lnTo>
                  <a:lnTo>
                    <a:pt x="6441" y="3482"/>
                  </a:lnTo>
                  <a:lnTo>
                    <a:pt x="6006" y="3025"/>
                  </a:lnTo>
                  <a:lnTo>
                    <a:pt x="5984" y="3003"/>
                  </a:lnTo>
                  <a:lnTo>
                    <a:pt x="5788" y="2764"/>
                  </a:lnTo>
                  <a:lnTo>
                    <a:pt x="6028" y="2916"/>
                  </a:lnTo>
                  <a:lnTo>
                    <a:pt x="6071" y="2938"/>
                  </a:lnTo>
                  <a:lnTo>
                    <a:pt x="6528" y="3221"/>
                  </a:lnTo>
                  <a:lnTo>
                    <a:pt x="6550" y="3221"/>
                  </a:lnTo>
                  <a:lnTo>
                    <a:pt x="6550" y="3177"/>
                  </a:lnTo>
                  <a:lnTo>
                    <a:pt x="6223" y="2808"/>
                  </a:lnTo>
                  <a:lnTo>
                    <a:pt x="6202" y="2764"/>
                  </a:lnTo>
                  <a:lnTo>
                    <a:pt x="6006" y="2546"/>
                  </a:lnTo>
                  <a:lnTo>
                    <a:pt x="6245" y="2699"/>
                  </a:lnTo>
                  <a:lnTo>
                    <a:pt x="6289" y="2721"/>
                  </a:lnTo>
                  <a:lnTo>
                    <a:pt x="6659" y="2938"/>
                  </a:lnTo>
                  <a:lnTo>
                    <a:pt x="6680" y="2938"/>
                  </a:lnTo>
                  <a:lnTo>
                    <a:pt x="6680" y="2916"/>
                  </a:lnTo>
                  <a:lnTo>
                    <a:pt x="6398" y="2612"/>
                  </a:lnTo>
                  <a:lnTo>
                    <a:pt x="6354" y="2590"/>
                  </a:lnTo>
                  <a:cubicBezTo>
                    <a:pt x="6347" y="2583"/>
                    <a:pt x="6340" y="2576"/>
                    <a:pt x="6332" y="2568"/>
                  </a:cubicBezTo>
                  <a:lnTo>
                    <a:pt x="6180" y="2568"/>
                  </a:lnTo>
                  <a:lnTo>
                    <a:pt x="6136" y="2525"/>
                  </a:lnTo>
                  <a:lnTo>
                    <a:pt x="5767" y="230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29"/>
            <p:cNvSpPr/>
            <p:nvPr/>
          </p:nvSpPr>
          <p:spPr>
            <a:xfrm>
              <a:off x="6387650" y="3036925"/>
              <a:ext cx="215425" cy="268175"/>
            </a:xfrm>
            <a:custGeom>
              <a:rect b="b" l="l" r="r" t="t"/>
              <a:pathLst>
                <a:path extrusionOk="0" h="10727" w="8617">
                  <a:moveTo>
                    <a:pt x="7376" y="0"/>
                  </a:moveTo>
                  <a:lnTo>
                    <a:pt x="7376" y="22"/>
                  </a:lnTo>
                  <a:cubicBezTo>
                    <a:pt x="7442" y="174"/>
                    <a:pt x="7594" y="348"/>
                    <a:pt x="7659" y="501"/>
                  </a:cubicBezTo>
                  <a:lnTo>
                    <a:pt x="7050" y="327"/>
                  </a:lnTo>
                  <a:lnTo>
                    <a:pt x="7007" y="327"/>
                  </a:lnTo>
                  <a:lnTo>
                    <a:pt x="7007" y="348"/>
                  </a:lnTo>
                  <a:lnTo>
                    <a:pt x="7507" y="631"/>
                  </a:lnTo>
                  <a:lnTo>
                    <a:pt x="7529" y="653"/>
                  </a:lnTo>
                  <a:lnTo>
                    <a:pt x="8290" y="1088"/>
                  </a:lnTo>
                  <a:lnTo>
                    <a:pt x="7442" y="740"/>
                  </a:lnTo>
                  <a:lnTo>
                    <a:pt x="7420" y="718"/>
                  </a:lnTo>
                  <a:cubicBezTo>
                    <a:pt x="6963" y="522"/>
                    <a:pt x="6354" y="283"/>
                    <a:pt x="5919" y="87"/>
                  </a:cubicBezTo>
                  <a:lnTo>
                    <a:pt x="5897" y="87"/>
                  </a:lnTo>
                  <a:lnTo>
                    <a:pt x="5897" y="109"/>
                  </a:lnTo>
                  <a:cubicBezTo>
                    <a:pt x="6245" y="392"/>
                    <a:pt x="6745" y="762"/>
                    <a:pt x="7094" y="1045"/>
                  </a:cubicBezTo>
                  <a:lnTo>
                    <a:pt x="7115" y="1066"/>
                  </a:lnTo>
                  <a:lnTo>
                    <a:pt x="7550" y="1414"/>
                  </a:lnTo>
                  <a:lnTo>
                    <a:pt x="7550" y="1414"/>
                  </a:lnTo>
                  <a:lnTo>
                    <a:pt x="6963" y="1219"/>
                  </a:lnTo>
                  <a:lnTo>
                    <a:pt x="6898" y="1197"/>
                  </a:lnTo>
                  <a:cubicBezTo>
                    <a:pt x="6593" y="1088"/>
                    <a:pt x="6201" y="958"/>
                    <a:pt x="5875" y="849"/>
                  </a:cubicBezTo>
                  <a:lnTo>
                    <a:pt x="5832" y="849"/>
                  </a:lnTo>
                  <a:lnTo>
                    <a:pt x="5832" y="870"/>
                  </a:lnTo>
                  <a:cubicBezTo>
                    <a:pt x="6049" y="1066"/>
                    <a:pt x="6354" y="1306"/>
                    <a:pt x="6571" y="1480"/>
                  </a:cubicBezTo>
                  <a:lnTo>
                    <a:pt x="6615" y="1501"/>
                  </a:lnTo>
                  <a:cubicBezTo>
                    <a:pt x="6811" y="1654"/>
                    <a:pt x="7094" y="1915"/>
                    <a:pt x="7311" y="2067"/>
                  </a:cubicBezTo>
                  <a:lnTo>
                    <a:pt x="6506" y="1610"/>
                  </a:lnTo>
                  <a:lnTo>
                    <a:pt x="6463" y="1589"/>
                  </a:lnTo>
                  <a:lnTo>
                    <a:pt x="6245" y="1436"/>
                  </a:lnTo>
                  <a:lnTo>
                    <a:pt x="6223" y="1436"/>
                  </a:lnTo>
                  <a:lnTo>
                    <a:pt x="6223" y="1480"/>
                  </a:lnTo>
                  <a:lnTo>
                    <a:pt x="6354" y="1654"/>
                  </a:lnTo>
                  <a:lnTo>
                    <a:pt x="6397" y="1697"/>
                  </a:lnTo>
                  <a:lnTo>
                    <a:pt x="6571" y="1937"/>
                  </a:lnTo>
                  <a:lnTo>
                    <a:pt x="6571" y="1937"/>
                  </a:lnTo>
                  <a:lnTo>
                    <a:pt x="6310" y="1763"/>
                  </a:lnTo>
                  <a:lnTo>
                    <a:pt x="6288" y="1741"/>
                  </a:lnTo>
                  <a:lnTo>
                    <a:pt x="5636" y="1371"/>
                  </a:lnTo>
                  <a:lnTo>
                    <a:pt x="5592" y="1371"/>
                  </a:lnTo>
                  <a:lnTo>
                    <a:pt x="5592" y="1393"/>
                  </a:lnTo>
                  <a:lnTo>
                    <a:pt x="5962" y="1763"/>
                  </a:lnTo>
                  <a:lnTo>
                    <a:pt x="5201" y="1393"/>
                  </a:lnTo>
                  <a:lnTo>
                    <a:pt x="5157" y="1393"/>
                  </a:lnTo>
                  <a:lnTo>
                    <a:pt x="5157" y="1414"/>
                  </a:lnTo>
                  <a:cubicBezTo>
                    <a:pt x="5353" y="1632"/>
                    <a:pt x="5636" y="1915"/>
                    <a:pt x="5810" y="2089"/>
                  </a:cubicBezTo>
                  <a:lnTo>
                    <a:pt x="5070" y="1654"/>
                  </a:lnTo>
                  <a:lnTo>
                    <a:pt x="5048" y="1654"/>
                  </a:lnTo>
                  <a:lnTo>
                    <a:pt x="5048" y="1697"/>
                  </a:lnTo>
                  <a:cubicBezTo>
                    <a:pt x="5222" y="1871"/>
                    <a:pt x="5440" y="2132"/>
                    <a:pt x="5592" y="2307"/>
                  </a:cubicBezTo>
                  <a:lnTo>
                    <a:pt x="4939" y="1937"/>
                  </a:lnTo>
                  <a:lnTo>
                    <a:pt x="4918" y="1937"/>
                  </a:lnTo>
                  <a:lnTo>
                    <a:pt x="4918" y="1958"/>
                  </a:lnTo>
                  <a:lnTo>
                    <a:pt x="5483" y="2524"/>
                  </a:lnTo>
                  <a:lnTo>
                    <a:pt x="5527" y="2568"/>
                  </a:lnTo>
                  <a:cubicBezTo>
                    <a:pt x="5723" y="2785"/>
                    <a:pt x="6027" y="3112"/>
                    <a:pt x="6267" y="3329"/>
                  </a:cubicBezTo>
                  <a:cubicBezTo>
                    <a:pt x="5984" y="3177"/>
                    <a:pt x="5570" y="2959"/>
                    <a:pt x="5244" y="2829"/>
                  </a:cubicBezTo>
                  <a:lnTo>
                    <a:pt x="5222" y="2807"/>
                  </a:lnTo>
                  <a:cubicBezTo>
                    <a:pt x="4809" y="2611"/>
                    <a:pt x="4287" y="2350"/>
                    <a:pt x="3895" y="2154"/>
                  </a:cubicBezTo>
                  <a:lnTo>
                    <a:pt x="3852" y="2154"/>
                  </a:lnTo>
                  <a:lnTo>
                    <a:pt x="3852" y="2176"/>
                  </a:lnTo>
                  <a:cubicBezTo>
                    <a:pt x="4178" y="2415"/>
                    <a:pt x="4613" y="2742"/>
                    <a:pt x="4918" y="3025"/>
                  </a:cubicBezTo>
                  <a:cubicBezTo>
                    <a:pt x="4613" y="2894"/>
                    <a:pt x="4243" y="2698"/>
                    <a:pt x="3939" y="2589"/>
                  </a:cubicBezTo>
                  <a:lnTo>
                    <a:pt x="3917" y="2589"/>
                  </a:lnTo>
                  <a:lnTo>
                    <a:pt x="3917" y="2611"/>
                  </a:lnTo>
                  <a:cubicBezTo>
                    <a:pt x="4156" y="2829"/>
                    <a:pt x="4461" y="3133"/>
                    <a:pt x="4700" y="3351"/>
                  </a:cubicBezTo>
                  <a:lnTo>
                    <a:pt x="4722" y="3373"/>
                  </a:lnTo>
                  <a:lnTo>
                    <a:pt x="5266" y="3873"/>
                  </a:lnTo>
                  <a:lnTo>
                    <a:pt x="5179" y="3835"/>
                  </a:lnTo>
                  <a:lnTo>
                    <a:pt x="5179" y="3835"/>
                  </a:lnTo>
                  <a:lnTo>
                    <a:pt x="5505" y="3982"/>
                  </a:lnTo>
                  <a:lnTo>
                    <a:pt x="5549" y="3982"/>
                  </a:lnTo>
                  <a:lnTo>
                    <a:pt x="5549" y="3938"/>
                  </a:lnTo>
                  <a:cubicBezTo>
                    <a:pt x="5353" y="3764"/>
                    <a:pt x="5070" y="3547"/>
                    <a:pt x="4896" y="3351"/>
                  </a:cubicBezTo>
                  <a:lnTo>
                    <a:pt x="4852" y="3329"/>
                  </a:lnTo>
                  <a:cubicBezTo>
                    <a:pt x="4678" y="3133"/>
                    <a:pt x="4396" y="2894"/>
                    <a:pt x="4178" y="2698"/>
                  </a:cubicBezTo>
                  <a:lnTo>
                    <a:pt x="4178" y="2698"/>
                  </a:lnTo>
                  <a:lnTo>
                    <a:pt x="5048" y="3112"/>
                  </a:lnTo>
                  <a:lnTo>
                    <a:pt x="5070" y="3133"/>
                  </a:lnTo>
                  <a:lnTo>
                    <a:pt x="5179" y="3177"/>
                  </a:lnTo>
                  <a:lnTo>
                    <a:pt x="5222" y="3177"/>
                  </a:lnTo>
                  <a:lnTo>
                    <a:pt x="5222" y="3155"/>
                  </a:lnTo>
                  <a:lnTo>
                    <a:pt x="5135" y="3112"/>
                  </a:lnTo>
                  <a:lnTo>
                    <a:pt x="5114" y="3068"/>
                  </a:lnTo>
                  <a:cubicBezTo>
                    <a:pt x="4831" y="2850"/>
                    <a:pt x="4461" y="2568"/>
                    <a:pt x="4178" y="2350"/>
                  </a:cubicBezTo>
                  <a:lnTo>
                    <a:pt x="4178" y="2350"/>
                  </a:lnTo>
                  <a:cubicBezTo>
                    <a:pt x="4504" y="2502"/>
                    <a:pt x="4983" y="2720"/>
                    <a:pt x="5309" y="2894"/>
                  </a:cubicBezTo>
                  <a:lnTo>
                    <a:pt x="5331" y="2916"/>
                  </a:lnTo>
                  <a:cubicBezTo>
                    <a:pt x="5679" y="3068"/>
                    <a:pt x="6136" y="3286"/>
                    <a:pt x="6463" y="3481"/>
                  </a:cubicBezTo>
                  <a:lnTo>
                    <a:pt x="6506" y="3481"/>
                  </a:lnTo>
                  <a:lnTo>
                    <a:pt x="6506" y="3460"/>
                  </a:lnTo>
                  <a:cubicBezTo>
                    <a:pt x="6245" y="3177"/>
                    <a:pt x="5897" y="2850"/>
                    <a:pt x="5657" y="2589"/>
                  </a:cubicBezTo>
                  <a:lnTo>
                    <a:pt x="5636" y="2568"/>
                  </a:lnTo>
                  <a:lnTo>
                    <a:pt x="5201" y="2132"/>
                  </a:lnTo>
                  <a:lnTo>
                    <a:pt x="5745" y="2459"/>
                  </a:lnTo>
                  <a:lnTo>
                    <a:pt x="5766" y="2481"/>
                  </a:lnTo>
                  <a:lnTo>
                    <a:pt x="5810" y="2502"/>
                  </a:lnTo>
                  <a:lnTo>
                    <a:pt x="5853" y="2502"/>
                  </a:lnTo>
                  <a:lnTo>
                    <a:pt x="5853" y="2481"/>
                  </a:lnTo>
                  <a:lnTo>
                    <a:pt x="5788" y="2415"/>
                  </a:lnTo>
                  <a:lnTo>
                    <a:pt x="5766" y="2394"/>
                  </a:lnTo>
                  <a:cubicBezTo>
                    <a:pt x="5636" y="2241"/>
                    <a:pt x="5418" y="2024"/>
                    <a:pt x="5266" y="1850"/>
                  </a:cubicBezTo>
                  <a:lnTo>
                    <a:pt x="5266" y="1850"/>
                  </a:lnTo>
                  <a:lnTo>
                    <a:pt x="5919" y="2241"/>
                  </a:lnTo>
                  <a:lnTo>
                    <a:pt x="5962" y="2263"/>
                  </a:lnTo>
                  <a:lnTo>
                    <a:pt x="6006" y="2285"/>
                  </a:lnTo>
                  <a:lnTo>
                    <a:pt x="6027" y="2285"/>
                  </a:lnTo>
                  <a:lnTo>
                    <a:pt x="6027" y="2263"/>
                  </a:lnTo>
                  <a:lnTo>
                    <a:pt x="5984" y="2198"/>
                  </a:lnTo>
                  <a:lnTo>
                    <a:pt x="5962" y="2176"/>
                  </a:lnTo>
                  <a:cubicBezTo>
                    <a:pt x="5766" y="1980"/>
                    <a:pt x="5549" y="1741"/>
                    <a:pt x="5353" y="1545"/>
                  </a:cubicBezTo>
                  <a:lnTo>
                    <a:pt x="5353" y="1545"/>
                  </a:lnTo>
                  <a:lnTo>
                    <a:pt x="6114" y="1937"/>
                  </a:lnTo>
                  <a:lnTo>
                    <a:pt x="6136" y="1937"/>
                  </a:lnTo>
                  <a:lnTo>
                    <a:pt x="6136" y="1915"/>
                  </a:lnTo>
                  <a:lnTo>
                    <a:pt x="5788" y="1523"/>
                  </a:lnTo>
                  <a:lnTo>
                    <a:pt x="6310" y="1828"/>
                  </a:lnTo>
                  <a:lnTo>
                    <a:pt x="6332" y="1850"/>
                  </a:lnTo>
                  <a:lnTo>
                    <a:pt x="6680" y="2067"/>
                  </a:lnTo>
                  <a:lnTo>
                    <a:pt x="6724" y="2067"/>
                  </a:lnTo>
                  <a:lnTo>
                    <a:pt x="6724" y="2045"/>
                  </a:lnTo>
                  <a:lnTo>
                    <a:pt x="6463" y="1719"/>
                  </a:lnTo>
                  <a:lnTo>
                    <a:pt x="6441" y="1697"/>
                  </a:lnTo>
                  <a:lnTo>
                    <a:pt x="6354" y="1589"/>
                  </a:lnTo>
                  <a:lnTo>
                    <a:pt x="6463" y="1632"/>
                  </a:lnTo>
                  <a:lnTo>
                    <a:pt x="6506" y="1654"/>
                  </a:lnTo>
                  <a:cubicBezTo>
                    <a:pt x="6789" y="1850"/>
                    <a:pt x="7224" y="2089"/>
                    <a:pt x="7529" y="2263"/>
                  </a:cubicBezTo>
                  <a:lnTo>
                    <a:pt x="7550" y="2263"/>
                  </a:lnTo>
                  <a:lnTo>
                    <a:pt x="7550" y="2241"/>
                  </a:lnTo>
                  <a:cubicBezTo>
                    <a:pt x="7289" y="2024"/>
                    <a:pt x="6941" y="1719"/>
                    <a:pt x="6658" y="1501"/>
                  </a:cubicBezTo>
                  <a:lnTo>
                    <a:pt x="6637" y="1480"/>
                  </a:lnTo>
                  <a:lnTo>
                    <a:pt x="5984" y="936"/>
                  </a:lnTo>
                  <a:lnTo>
                    <a:pt x="5984" y="936"/>
                  </a:lnTo>
                  <a:cubicBezTo>
                    <a:pt x="6245" y="1001"/>
                    <a:pt x="6615" y="1153"/>
                    <a:pt x="6876" y="1219"/>
                  </a:cubicBezTo>
                  <a:lnTo>
                    <a:pt x="6941" y="1262"/>
                  </a:lnTo>
                  <a:lnTo>
                    <a:pt x="7637" y="1501"/>
                  </a:lnTo>
                  <a:lnTo>
                    <a:pt x="7659" y="1501"/>
                  </a:lnTo>
                  <a:lnTo>
                    <a:pt x="7659" y="1480"/>
                  </a:lnTo>
                  <a:lnTo>
                    <a:pt x="7159" y="1066"/>
                  </a:lnTo>
                  <a:lnTo>
                    <a:pt x="7115" y="1045"/>
                  </a:lnTo>
                  <a:cubicBezTo>
                    <a:pt x="6789" y="783"/>
                    <a:pt x="6354" y="457"/>
                    <a:pt x="6071" y="218"/>
                  </a:cubicBezTo>
                  <a:lnTo>
                    <a:pt x="6071" y="218"/>
                  </a:lnTo>
                  <a:cubicBezTo>
                    <a:pt x="6463" y="392"/>
                    <a:pt x="7007" y="631"/>
                    <a:pt x="7420" y="783"/>
                  </a:cubicBezTo>
                  <a:lnTo>
                    <a:pt x="7442" y="827"/>
                  </a:lnTo>
                  <a:cubicBezTo>
                    <a:pt x="7768" y="958"/>
                    <a:pt x="8247" y="1153"/>
                    <a:pt x="8595" y="1284"/>
                  </a:cubicBezTo>
                  <a:lnTo>
                    <a:pt x="8617" y="1284"/>
                  </a:lnTo>
                  <a:lnTo>
                    <a:pt x="8617" y="1262"/>
                  </a:lnTo>
                  <a:cubicBezTo>
                    <a:pt x="8312" y="1088"/>
                    <a:pt x="7920" y="849"/>
                    <a:pt x="7616" y="675"/>
                  </a:cubicBezTo>
                  <a:lnTo>
                    <a:pt x="7594" y="653"/>
                  </a:lnTo>
                  <a:lnTo>
                    <a:pt x="7202" y="435"/>
                  </a:lnTo>
                  <a:lnTo>
                    <a:pt x="7703" y="544"/>
                  </a:lnTo>
                  <a:lnTo>
                    <a:pt x="7768" y="544"/>
                  </a:lnTo>
                  <a:lnTo>
                    <a:pt x="7768" y="522"/>
                  </a:lnTo>
                  <a:lnTo>
                    <a:pt x="7746" y="479"/>
                  </a:lnTo>
                  <a:cubicBezTo>
                    <a:pt x="7659" y="348"/>
                    <a:pt x="7594" y="152"/>
                    <a:pt x="7485" y="44"/>
                  </a:cubicBezTo>
                  <a:lnTo>
                    <a:pt x="7485" y="44"/>
                  </a:lnTo>
                  <a:cubicBezTo>
                    <a:pt x="7659" y="109"/>
                    <a:pt x="7877" y="152"/>
                    <a:pt x="8073" y="196"/>
                  </a:cubicBezTo>
                  <a:lnTo>
                    <a:pt x="8073" y="174"/>
                  </a:lnTo>
                  <a:cubicBezTo>
                    <a:pt x="7877" y="109"/>
                    <a:pt x="7616" y="65"/>
                    <a:pt x="7398" y="0"/>
                  </a:cubicBezTo>
                  <a:close/>
                  <a:moveTo>
                    <a:pt x="3525" y="3112"/>
                  </a:moveTo>
                  <a:lnTo>
                    <a:pt x="3525" y="3133"/>
                  </a:lnTo>
                  <a:cubicBezTo>
                    <a:pt x="3721" y="3373"/>
                    <a:pt x="3982" y="3677"/>
                    <a:pt x="4178" y="3917"/>
                  </a:cubicBezTo>
                  <a:lnTo>
                    <a:pt x="4200" y="3938"/>
                  </a:lnTo>
                  <a:lnTo>
                    <a:pt x="4156" y="3938"/>
                  </a:lnTo>
                  <a:cubicBezTo>
                    <a:pt x="4078" y="3920"/>
                    <a:pt x="3993" y="3899"/>
                    <a:pt x="3905" y="3875"/>
                  </a:cubicBezTo>
                  <a:lnTo>
                    <a:pt x="3905" y="3875"/>
                  </a:lnTo>
                  <a:lnTo>
                    <a:pt x="4243" y="3982"/>
                  </a:lnTo>
                  <a:lnTo>
                    <a:pt x="4287" y="3982"/>
                  </a:lnTo>
                  <a:lnTo>
                    <a:pt x="4396" y="4004"/>
                  </a:lnTo>
                  <a:lnTo>
                    <a:pt x="4417" y="4004"/>
                  </a:lnTo>
                  <a:lnTo>
                    <a:pt x="4417" y="3982"/>
                  </a:lnTo>
                  <a:lnTo>
                    <a:pt x="4374" y="3895"/>
                  </a:lnTo>
                  <a:lnTo>
                    <a:pt x="4352" y="3873"/>
                  </a:lnTo>
                  <a:cubicBezTo>
                    <a:pt x="4186" y="3666"/>
                    <a:pt x="3962" y="3400"/>
                    <a:pt x="3772" y="3206"/>
                  </a:cubicBezTo>
                  <a:lnTo>
                    <a:pt x="3772" y="3206"/>
                  </a:lnTo>
                  <a:cubicBezTo>
                    <a:pt x="4028" y="3313"/>
                    <a:pt x="4309" y="3430"/>
                    <a:pt x="4526" y="3547"/>
                  </a:cubicBezTo>
                  <a:lnTo>
                    <a:pt x="4570" y="3568"/>
                  </a:lnTo>
                  <a:lnTo>
                    <a:pt x="5179" y="3835"/>
                  </a:lnTo>
                  <a:lnTo>
                    <a:pt x="5179" y="3835"/>
                  </a:lnTo>
                  <a:lnTo>
                    <a:pt x="4635" y="3590"/>
                  </a:lnTo>
                  <a:lnTo>
                    <a:pt x="4613" y="3568"/>
                  </a:lnTo>
                  <a:lnTo>
                    <a:pt x="3743" y="3177"/>
                  </a:lnTo>
                  <a:lnTo>
                    <a:pt x="3743" y="3177"/>
                  </a:lnTo>
                  <a:cubicBezTo>
                    <a:pt x="3752" y="3186"/>
                    <a:pt x="3762" y="3196"/>
                    <a:pt x="3772" y="3206"/>
                  </a:cubicBezTo>
                  <a:lnTo>
                    <a:pt x="3772" y="3206"/>
                  </a:lnTo>
                  <a:cubicBezTo>
                    <a:pt x="3694" y="3174"/>
                    <a:pt x="3618" y="3142"/>
                    <a:pt x="3547" y="3112"/>
                  </a:cubicBezTo>
                  <a:close/>
                  <a:moveTo>
                    <a:pt x="3373" y="4199"/>
                  </a:moveTo>
                  <a:lnTo>
                    <a:pt x="3376" y="4203"/>
                  </a:lnTo>
                  <a:lnTo>
                    <a:pt x="3376" y="4203"/>
                  </a:lnTo>
                  <a:lnTo>
                    <a:pt x="3808" y="4352"/>
                  </a:lnTo>
                  <a:lnTo>
                    <a:pt x="3811" y="4352"/>
                  </a:lnTo>
                  <a:lnTo>
                    <a:pt x="3373" y="4199"/>
                  </a:lnTo>
                  <a:close/>
                  <a:moveTo>
                    <a:pt x="3199" y="3656"/>
                  </a:moveTo>
                  <a:lnTo>
                    <a:pt x="3199" y="3677"/>
                  </a:lnTo>
                  <a:cubicBezTo>
                    <a:pt x="3395" y="3873"/>
                    <a:pt x="3612" y="4112"/>
                    <a:pt x="3808" y="4330"/>
                  </a:cubicBezTo>
                  <a:lnTo>
                    <a:pt x="3830" y="4352"/>
                  </a:lnTo>
                  <a:lnTo>
                    <a:pt x="3811" y="4352"/>
                  </a:lnTo>
                  <a:lnTo>
                    <a:pt x="3873" y="4374"/>
                  </a:lnTo>
                  <a:lnTo>
                    <a:pt x="3917" y="4417"/>
                  </a:lnTo>
                  <a:lnTo>
                    <a:pt x="4026" y="4439"/>
                  </a:lnTo>
                  <a:lnTo>
                    <a:pt x="4047" y="4439"/>
                  </a:lnTo>
                  <a:lnTo>
                    <a:pt x="4047" y="4417"/>
                  </a:lnTo>
                  <a:lnTo>
                    <a:pt x="3960" y="4330"/>
                  </a:lnTo>
                  <a:lnTo>
                    <a:pt x="3939" y="4308"/>
                  </a:lnTo>
                  <a:lnTo>
                    <a:pt x="3423" y="3729"/>
                  </a:lnTo>
                  <a:lnTo>
                    <a:pt x="3423" y="3729"/>
                  </a:lnTo>
                  <a:cubicBezTo>
                    <a:pt x="3579" y="3782"/>
                    <a:pt x="3747" y="3832"/>
                    <a:pt x="3905" y="3875"/>
                  </a:cubicBezTo>
                  <a:lnTo>
                    <a:pt x="3905" y="3875"/>
                  </a:lnTo>
                  <a:lnTo>
                    <a:pt x="3416" y="3721"/>
                  </a:lnTo>
                  <a:lnTo>
                    <a:pt x="3423" y="3729"/>
                  </a:lnTo>
                  <a:lnTo>
                    <a:pt x="3423" y="3729"/>
                  </a:lnTo>
                  <a:cubicBezTo>
                    <a:pt x="3353" y="3705"/>
                    <a:pt x="3284" y="3680"/>
                    <a:pt x="3221" y="3656"/>
                  </a:cubicBezTo>
                  <a:close/>
                  <a:moveTo>
                    <a:pt x="3286" y="4569"/>
                  </a:moveTo>
                  <a:lnTo>
                    <a:pt x="3525" y="4656"/>
                  </a:lnTo>
                  <a:lnTo>
                    <a:pt x="3518" y="4647"/>
                  </a:lnTo>
                  <a:lnTo>
                    <a:pt x="3518" y="4647"/>
                  </a:lnTo>
                  <a:lnTo>
                    <a:pt x="3286" y="4569"/>
                  </a:lnTo>
                  <a:close/>
                  <a:moveTo>
                    <a:pt x="3155" y="4134"/>
                  </a:moveTo>
                  <a:lnTo>
                    <a:pt x="3155" y="4156"/>
                  </a:lnTo>
                  <a:lnTo>
                    <a:pt x="3518" y="4647"/>
                  </a:lnTo>
                  <a:lnTo>
                    <a:pt x="3518" y="4647"/>
                  </a:lnTo>
                  <a:lnTo>
                    <a:pt x="3612" y="4678"/>
                  </a:lnTo>
                  <a:lnTo>
                    <a:pt x="3656" y="4678"/>
                  </a:lnTo>
                  <a:lnTo>
                    <a:pt x="3721" y="4700"/>
                  </a:lnTo>
                  <a:lnTo>
                    <a:pt x="3743" y="4700"/>
                  </a:lnTo>
                  <a:lnTo>
                    <a:pt x="3743" y="4678"/>
                  </a:lnTo>
                  <a:lnTo>
                    <a:pt x="3721" y="4635"/>
                  </a:lnTo>
                  <a:lnTo>
                    <a:pt x="3699" y="4591"/>
                  </a:lnTo>
                  <a:lnTo>
                    <a:pt x="3376" y="4203"/>
                  </a:lnTo>
                  <a:lnTo>
                    <a:pt x="3376" y="4203"/>
                  </a:lnTo>
                  <a:lnTo>
                    <a:pt x="3177" y="4134"/>
                  </a:lnTo>
                  <a:close/>
                  <a:moveTo>
                    <a:pt x="2742" y="4983"/>
                  </a:moveTo>
                  <a:lnTo>
                    <a:pt x="2799" y="5044"/>
                  </a:lnTo>
                  <a:lnTo>
                    <a:pt x="2799" y="5044"/>
                  </a:lnTo>
                  <a:lnTo>
                    <a:pt x="2981" y="5135"/>
                  </a:lnTo>
                  <a:lnTo>
                    <a:pt x="2918" y="5075"/>
                  </a:lnTo>
                  <a:lnTo>
                    <a:pt x="2742" y="4983"/>
                  </a:lnTo>
                  <a:close/>
                  <a:moveTo>
                    <a:pt x="3003" y="4482"/>
                  </a:moveTo>
                  <a:lnTo>
                    <a:pt x="3003" y="4526"/>
                  </a:lnTo>
                  <a:lnTo>
                    <a:pt x="3155" y="4656"/>
                  </a:lnTo>
                  <a:lnTo>
                    <a:pt x="2938" y="4591"/>
                  </a:lnTo>
                  <a:lnTo>
                    <a:pt x="2894" y="4591"/>
                  </a:lnTo>
                  <a:lnTo>
                    <a:pt x="2894" y="4635"/>
                  </a:lnTo>
                  <a:lnTo>
                    <a:pt x="3112" y="4852"/>
                  </a:lnTo>
                  <a:lnTo>
                    <a:pt x="2633" y="4743"/>
                  </a:lnTo>
                  <a:lnTo>
                    <a:pt x="2611" y="4765"/>
                  </a:lnTo>
                  <a:lnTo>
                    <a:pt x="2611" y="4787"/>
                  </a:lnTo>
                  <a:lnTo>
                    <a:pt x="2918" y="5075"/>
                  </a:lnTo>
                  <a:lnTo>
                    <a:pt x="3155" y="5200"/>
                  </a:lnTo>
                  <a:lnTo>
                    <a:pt x="3177" y="5222"/>
                  </a:lnTo>
                  <a:lnTo>
                    <a:pt x="3221" y="5244"/>
                  </a:lnTo>
                  <a:lnTo>
                    <a:pt x="3264" y="5244"/>
                  </a:lnTo>
                  <a:lnTo>
                    <a:pt x="3264" y="5222"/>
                  </a:lnTo>
                  <a:lnTo>
                    <a:pt x="3199" y="5179"/>
                  </a:lnTo>
                  <a:lnTo>
                    <a:pt x="3177" y="5135"/>
                  </a:lnTo>
                  <a:lnTo>
                    <a:pt x="2785" y="4787"/>
                  </a:lnTo>
                  <a:lnTo>
                    <a:pt x="3264" y="4896"/>
                  </a:lnTo>
                  <a:lnTo>
                    <a:pt x="3286" y="4896"/>
                  </a:lnTo>
                  <a:lnTo>
                    <a:pt x="3286" y="4874"/>
                  </a:lnTo>
                  <a:lnTo>
                    <a:pt x="3090" y="4656"/>
                  </a:lnTo>
                  <a:lnTo>
                    <a:pt x="3090" y="4656"/>
                  </a:lnTo>
                  <a:lnTo>
                    <a:pt x="3308" y="4700"/>
                  </a:lnTo>
                  <a:lnTo>
                    <a:pt x="3329" y="4700"/>
                  </a:lnTo>
                  <a:lnTo>
                    <a:pt x="3329" y="4678"/>
                  </a:lnTo>
                  <a:lnTo>
                    <a:pt x="3221" y="4548"/>
                  </a:lnTo>
                  <a:lnTo>
                    <a:pt x="3286" y="4569"/>
                  </a:lnTo>
                  <a:lnTo>
                    <a:pt x="3286" y="4569"/>
                  </a:lnTo>
                  <a:lnTo>
                    <a:pt x="3047" y="4482"/>
                  </a:lnTo>
                  <a:close/>
                  <a:moveTo>
                    <a:pt x="2459" y="4896"/>
                  </a:moveTo>
                  <a:lnTo>
                    <a:pt x="2459" y="4918"/>
                  </a:lnTo>
                  <a:lnTo>
                    <a:pt x="2872" y="5353"/>
                  </a:lnTo>
                  <a:lnTo>
                    <a:pt x="2894" y="5396"/>
                  </a:lnTo>
                  <a:lnTo>
                    <a:pt x="3323" y="5863"/>
                  </a:lnTo>
                  <a:lnTo>
                    <a:pt x="3323" y="5863"/>
                  </a:lnTo>
                  <a:lnTo>
                    <a:pt x="3634" y="6005"/>
                  </a:lnTo>
                  <a:lnTo>
                    <a:pt x="3656" y="6005"/>
                  </a:lnTo>
                  <a:lnTo>
                    <a:pt x="3656" y="5984"/>
                  </a:lnTo>
                  <a:cubicBezTo>
                    <a:pt x="3482" y="5788"/>
                    <a:pt x="3264" y="5527"/>
                    <a:pt x="3068" y="5331"/>
                  </a:cubicBezTo>
                  <a:lnTo>
                    <a:pt x="3047" y="5309"/>
                  </a:lnTo>
                  <a:lnTo>
                    <a:pt x="2799" y="5044"/>
                  </a:lnTo>
                  <a:lnTo>
                    <a:pt x="2799" y="5044"/>
                  </a:lnTo>
                  <a:lnTo>
                    <a:pt x="2503" y="4896"/>
                  </a:lnTo>
                  <a:close/>
                  <a:moveTo>
                    <a:pt x="1670" y="6146"/>
                  </a:moveTo>
                  <a:lnTo>
                    <a:pt x="1670" y="6146"/>
                  </a:lnTo>
                  <a:cubicBezTo>
                    <a:pt x="1824" y="6188"/>
                    <a:pt x="1976" y="6233"/>
                    <a:pt x="2111" y="6267"/>
                  </a:cubicBezTo>
                  <a:cubicBezTo>
                    <a:pt x="2101" y="6258"/>
                    <a:pt x="2092" y="6249"/>
                    <a:pt x="2082" y="6240"/>
                  </a:cubicBezTo>
                  <a:lnTo>
                    <a:pt x="2082" y="6240"/>
                  </a:lnTo>
                  <a:cubicBezTo>
                    <a:pt x="1946" y="6209"/>
                    <a:pt x="1802" y="6177"/>
                    <a:pt x="1670" y="6146"/>
                  </a:cubicBezTo>
                  <a:close/>
                  <a:moveTo>
                    <a:pt x="1523" y="5026"/>
                  </a:moveTo>
                  <a:lnTo>
                    <a:pt x="1523" y="5070"/>
                  </a:lnTo>
                  <a:cubicBezTo>
                    <a:pt x="1785" y="5309"/>
                    <a:pt x="2176" y="5614"/>
                    <a:pt x="2437" y="5853"/>
                  </a:cubicBezTo>
                  <a:lnTo>
                    <a:pt x="2459" y="5875"/>
                  </a:lnTo>
                  <a:cubicBezTo>
                    <a:pt x="2665" y="6047"/>
                    <a:pt x="2925" y="6259"/>
                    <a:pt x="3144" y="6448"/>
                  </a:cubicBezTo>
                  <a:lnTo>
                    <a:pt x="3144" y="6448"/>
                  </a:lnTo>
                  <a:cubicBezTo>
                    <a:pt x="2917" y="6319"/>
                    <a:pt x="2691" y="6188"/>
                    <a:pt x="2503" y="6071"/>
                  </a:cubicBezTo>
                  <a:lnTo>
                    <a:pt x="2459" y="6049"/>
                  </a:lnTo>
                  <a:cubicBezTo>
                    <a:pt x="2176" y="5853"/>
                    <a:pt x="1763" y="5614"/>
                    <a:pt x="1458" y="5440"/>
                  </a:cubicBezTo>
                  <a:lnTo>
                    <a:pt x="1458" y="5440"/>
                  </a:lnTo>
                  <a:cubicBezTo>
                    <a:pt x="1528" y="5503"/>
                    <a:pt x="1608" y="5574"/>
                    <a:pt x="1694" y="5648"/>
                  </a:cubicBezTo>
                  <a:lnTo>
                    <a:pt x="1694" y="5648"/>
                  </a:lnTo>
                  <a:cubicBezTo>
                    <a:pt x="1485" y="5531"/>
                    <a:pt x="1280" y="5415"/>
                    <a:pt x="1110" y="5309"/>
                  </a:cubicBezTo>
                  <a:lnTo>
                    <a:pt x="1088" y="5309"/>
                  </a:lnTo>
                  <a:lnTo>
                    <a:pt x="1088" y="5331"/>
                  </a:lnTo>
                  <a:cubicBezTo>
                    <a:pt x="1362" y="5605"/>
                    <a:pt x="1779" y="5961"/>
                    <a:pt x="2082" y="6240"/>
                  </a:cubicBezTo>
                  <a:lnTo>
                    <a:pt x="2082" y="6240"/>
                  </a:lnTo>
                  <a:cubicBezTo>
                    <a:pt x="2152" y="6256"/>
                    <a:pt x="2221" y="6272"/>
                    <a:pt x="2285" y="6288"/>
                  </a:cubicBezTo>
                  <a:lnTo>
                    <a:pt x="2394" y="6288"/>
                  </a:lnTo>
                  <a:lnTo>
                    <a:pt x="2394" y="6267"/>
                  </a:lnTo>
                  <a:lnTo>
                    <a:pt x="2350" y="6223"/>
                  </a:lnTo>
                  <a:lnTo>
                    <a:pt x="2328" y="6201"/>
                  </a:lnTo>
                  <a:cubicBezTo>
                    <a:pt x="2143" y="6032"/>
                    <a:pt x="1903" y="5829"/>
                    <a:pt x="1694" y="5648"/>
                  </a:cubicBezTo>
                  <a:lnTo>
                    <a:pt x="1694" y="5648"/>
                  </a:lnTo>
                  <a:cubicBezTo>
                    <a:pt x="1915" y="5771"/>
                    <a:pt x="2139" y="5894"/>
                    <a:pt x="2328" y="6005"/>
                  </a:cubicBezTo>
                  <a:lnTo>
                    <a:pt x="2350" y="6049"/>
                  </a:lnTo>
                  <a:cubicBezTo>
                    <a:pt x="2633" y="6201"/>
                    <a:pt x="3003" y="6419"/>
                    <a:pt x="3308" y="6593"/>
                  </a:cubicBezTo>
                  <a:cubicBezTo>
                    <a:pt x="3257" y="6547"/>
                    <a:pt x="3202" y="6498"/>
                    <a:pt x="3144" y="6448"/>
                  </a:cubicBezTo>
                  <a:lnTo>
                    <a:pt x="3144" y="6448"/>
                  </a:lnTo>
                  <a:cubicBezTo>
                    <a:pt x="3336" y="6558"/>
                    <a:pt x="3529" y="6667"/>
                    <a:pt x="3699" y="6767"/>
                  </a:cubicBezTo>
                  <a:lnTo>
                    <a:pt x="3721" y="6767"/>
                  </a:lnTo>
                  <a:lnTo>
                    <a:pt x="3721" y="6745"/>
                  </a:lnTo>
                  <a:cubicBezTo>
                    <a:pt x="3395" y="6484"/>
                    <a:pt x="2981" y="6114"/>
                    <a:pt x="2655" y="5853"/>
                  </a:cubicBezTo>
                  <a:lnTo>
                    <a:pt x="2633" y="5831"/>
                  </a:lnTo>
                  <a:cubicBezTo>
                    <a:pt x="2425" y="5661"/>
                    <a:pt x="2168" y="5425"/>
                    <a:pt x="1947" y="5223"/>
                  </a:cubicBezTo>
                  <a:lnTo>
                    <a:pt x="1947" y="5223"/>
                  </a:lnTo>
                  <a:cubicBezTo>
                    <a:pt x="2202" y="5347"/>
                    <a:pt x="2466" y="5472"/>
                    <a:pt x="2677" y="5570"/>
                  </a:cubicBezTo>
                  <a:lnTo>
                    <a:pt x="2720" y="5614"/>
                  </a:lnTo>
                  <a:lnTo>
                    <a:pt x="3395" y="5940"/>
                  </a:lnTo>
                  <a:lnTo>
                    <a:pt x="3395" y="5940"/>
                  </a:lnTo>
                  <a:lnTo>
                    <a:pt x="3323" y="5863"/>
                  </a:lnTo>
                  <a:lnTo>
                    <a:pt x="3323" y="5863"/>
                  </a:lnTo>
                  <a:lnTo>
                    <a:pt x="2829" y="5636"/>
                  </a:lnTo>
                  <a:lnTo>
                    <a:pt x="2785" y="5614"/>
                  </a:lnTo>
                  <a:cubicBezTo>
                    <a:pt x="2524" y="5461"/>
                    <a:pt x="2133" y="5287"/>
                    <a:pt x="1850" y="5135"/>
                  </a:cubicBezTo>
                  <a:lnTo>
                    <a:pt x="1850" y="5135"/>
                  </a:lnTo>
                  <a:cubicBezTo>
                    <a:pt x="1881" y="5164"/>
                    <a:pt x="1914" y="5193"/>
                    <a:pt x="1947" y="5223"/>
                  </a:cubicBezTo>
                  <a:lnTo>
                    <a:pt x="1947" y="5223"/>
                  </a:lnTo>
                  <a:cubicBezTo>
                    <a:pt x="1806" y="5155"/>
                    <a:pt x="1669" y="5088"/>
                    <a:pt x="1545" y="5026"/>
                  </a:cubicBezTo>
                  <a:close/>
                  <a:moveTo>
                    <a:pt x="1262" y="6941"/>
                  </a:moveTo>
                  <a:lnTo>
                    <a:pt x="1275" y="6953"/>
                  </a:lnTo>
                  <a:lnTo>
                    <a:pt x="1275" y="6953"/>
                  </a:lnTo>
                  <a:lnTo>
                    <a:pt x="1576" y="7006"/>
                  </a:lnTo>
                  <a:lnTo>
                    <a:pt x="1576" y="7006"/>
                  </a:lnTo>
                  <a:lnTo>
                    <a:pt x="1262" y="6941"/>
                  </a:lnTo>
                  <a:close/>
                  <a:moveTo>
                    <a:pt x="1219" y="6049"/>
                  </a:moveTo>
                  <a:lnTo>
                    <a:pt x="1219" y="6071"/>
                  </a:lnTo>
                  <a:lnTo>
                    <a:pt x="1763" y="6549"/>
                  </a:lnTo>
                  <a:lnTo>
                    <a:pt x="1763" y="6549"/>
                  </a:lnTo>
                  <a:lnTo>
                    <a:pt x="1306" y="6441"/>
                  </a:lnTo>
                  <a:lnTo>
                    <a:pt x="1262" y="6441"/>
                  </a:lnTo>
                  <a:lnTo>
                    <a:pt x="1262" y="6484"/>
                  </a:lnTo>
                  <a:lnTo>
                    <a:pt x="1698" y="6985"/>
                  </a:lnTo>
                  <a:lnTo>
                    <a:pt x="1741" y="7028"/>
                  </a:lnTo>
                  <a:lnTo>
                    <a:pt x="1698" y="7028"/>
                  </a:lnTo>
                  <a:lnTo>
                    <a:pt x="1576" y="7006"/>
                  </a:lnTo>
                  <a:lnTo>
                    <a:pt x="1576" y="7006"/>
                  </a:lnTo>
                  <a:lnTo>
                    <a:pt x="1785" y="7050"/>
                  </a:lnTo>
                  <a:lnTo>
                    <a:pt x="1893" y="7050"/>
                  </a:lnTo>
                  <a:lnTo>
                    <a:pt x="1915" y="7028"/>
                  </a:lnTo>
                  <a:lnTo>
                    <a:pt x="1915" y="6985"/>
                  </a:lnTo>
                  <a:lnTo>
                    <a:pt x="1872" y="6941"/>
                  </a:lnTo>
                  <a:lnTo>
                    <a:pt x="1850" y="6919"/>
                  </a:lnTo>
                  <a:lnTo>
                    <a:pt x="1480" y="6484"/>
                  </a:lnTo>
                  <a:lnTo>
                    <a:pt x="1980" y="6615"/>
                  </a:lnTo>
                  <a:lnTo>
                    <a:pt x="2002" y="6615"/>
                  </a:lnTo>
                  <a:lnTo>
                    <a:pt x="2002" y="6593"/>
                  </a:lnTo>
                  <a:lnTo>
                    <a:pt x="1458" y="6092"/>
                  </a:lnTo>
                  <a:lnTo>
                    <a:pt x="1458" y="6092"/>
                  </a:lnTo>
                  <a:cubicBezTo>
                    <a:pt x="1523" y="6110"/>
                    <a:pt x="1595" y="6128"/>
                    <a:pt x="1670" y="6146"/>
                  </a:cubicBezTo>
                  <a:lnTo>
                    <a:pt x="1670" y="6146"/>
                  </a:lnTo>
                  <a:cubicBezTo>
                    <a:pt x="1525" y="6106"/>
                    <a:pt x="1378" y="6070"/>
                    <a:pt x="1241" y="6049"/>
                  </a:cubicBezTo>
                  <a:close/>
                  <a:moveTo>
                    <a:pt x="1088" y="6919"/>
                  </a:moveTo>
                  <a:lnTo>
                    <a:pt x="1045" y="6941"/>
                  </a:lnTo>
                  <a:lnTo>
                    <a:pt x="1045" y="6963"/>
                  </a:lnTo>
                  <a:lnTo>
                    <a:pt x="1523" y="7398"/>
                  </a:lnTo>
                  <a:lnTo>
                    <a:pt x="1545" y="7420"/>
                  </a:lnTo>
                  <a:lnTo>
                    <a:pt x="1864" y="7753"/>
                  </a:lnTo>
                  <a:lnTo>
                    <a:pt x="1864" y="7753"/>
                  </a:lnTo>
                  <a:lnTo>
                    <a:pt x="2285" y="7964"/>
                  </a:lnTo>
                  <a:lnTo>
                    <a:pt x="2307" y="7964"/>
                  </a:lnTo>
                  <a:lnTo>
                    <a:pt x="2307" y="7942"/>
                  </a:lnTo>
                  <a:cubicBezTo>
                    <a:pt x="2111" y="7746"/>
                    <a:pt x="1872" y="7507"/>
                    <a:pt x="1676" y="7354"/>
                  </a:cubicBezTo>
                  <a:lnTo>
                    <a:pt x="1654" y="7311"/>
                  </a:lnTo>
                  <a:lnTo>
                    <a:pt x="1275" y="6953"/>
                  </a:lnTo>
                  <a:lnTo>
                    <a:pt x="1275" y="6953"/>
                  </a:lnTo>
                  <a:lnTo>
                    <a:pt x="1088" y="6919"/>
                  </a:lnTo>
                  <a:close/>
                  <a:moveTo>
                    <a:pt x="109" y="6919"/>
                  </a:moveTo>
                  <a:lnTo>
                    <a:pt x="109" y="6941"/>
                  </a:lnTo>
                  <a:cubicBezTo>
                    <a:pt x="457" y="7267"/>
                    <a:pt x="914" y="7681"/>
                    <a:pt x="1262" y="7964"/>
                  </a:cubicBezTo>
                  <a:lnTo>
                    <a:pt x="1306" y="8007"/>
                  </a:lnTo>
                  <a:cubicBezTo>
                    <a:pt x="1509" y="8194"/>
                    <a:pt x="1778" y="8448"/>
                    <a:pt x="2035" y="8673"/>
                  </a:cubicBezTo>
                  <a:lnTo>
                    <a:pt x="2035" y="8673"/>
                  </a:lnTo>
                  <a:cubicBezTo>
                    <a:pt x="1769" y="8519"/>
                    <a:pt x="1498" y="8361"/>
                    <a:pt x="1262" y="8225"/>
                  </a:cubicBezTo>
                  <a:lnTo>
                    <a:pt x="1241" y="8181"/>
                  </a:lnTo>
                  <a:cubicBezTo>
                    <a:pt x="979" y="8029"/>
                    <a:pt x="588" y="7811"/>
                    <a:pt x="327" y="7637"/>
                  </a:cubicBezTo>
                  <a:lnTo>
                    <a:pt x="327" y="7637"/>
                  </a:lnTo>
                  <a:cubicBezTo>
                    <a:pt x="413" y="7724"/>
                    <a:pt x="507" y="7813"/>
                    <a:pt x="602" y="7902"/>
                  </a:cubicBezTo>
                  <a:lnTo>
                    <a:pt x="602" y="7902"/>
                  </a:lnTo>
                  <a:cubicBezTo>
                    <a:pt x="421" y="7799"/>
                    <a:pt x="236" y="7694"/>
                    <a:pt x="66" y="7594"/>
                  </a:cubicBezTo>
                  <a:lnTo>
                    <a:pt x="44" y="7594"/>
                  </a:lnTo>
                  <a:lnTo>
                    <a:pt x="44" y="7616"/>
                  </a:lnTo>
                  <a:cubicBezTo>
                    <a:pt x="349" y="7898"/>
                    <a:pt x="762" y="8268"/>
                    <a:pt x="1045" y="8551"/>
                  </a:cubicBezTo>
                  <a:lnTo>
                    <a:pt x="1088" y="8573"/>
                  </a:lnTo>
                  <a:cubicBezTo>
                    <a:pt x="1279" y="8764"/>
                    <a:pt x="1539" y="8996"/>
                    <a:pt x="1758" y="9204"/>
                  </a:cubicBezTo>
                  <a:lnTo>
                    <a:pt x="1758" y="9204"/>
                  </a:lnTo>
                  <a:cubicBezTo>
                    <a:pt x="1514" y="9066"/>
                    <a:pt x="1257" y="8925"/>
                    <a:pt x="1045" y="8812"/>
                  </a:cubicBezTo>
                  <a:lnTo>
                    <a:pt x="1023" y="8790"/>
                  </a:lnTo>
                  <a:lnTo>
                    <a:pt x="566" y="8551"/>
                  </a:lnTo>
                  <a:lnTo>
                    <a:pt x="566" y="8551"/>
                  </a:lnTo>
                  <a:cubicBezTo>
                    <a:pt x="619" y="8602"/>
                    <a:pt x="668" y="8651"/>
                    <a:pt x="715" y="8697"/>
                  </a:cubicBezTo>
                  <a:lnTo>
                    <a:pt x="715" y="8697"/>
                  </a:lnTo>
                  <a:lnTo>
                    <a:pt x="979" y="8834"/>
                  </a:lnTo>
                  <a:lnTo>
                    <a:pt x="1001" y="8877"/>
                  </a:lnTo>
                  <a:cubicBezTo>
                    <a:pt x="1262" y="9008"/>
                    <a:pt x="1654" y="9204"/>
                    <a:pt x="1915" y="9356"/>
                  </a:cubicBezTo>
                  <a:cubicBezTo>
                    <a:pt x="1867" y="9308"/>
                    <a:pt x="1814" y="9257"/>
                    <a:pt x="1758" y="9204"/>
                  </a:cubicBezTo>
                  <a:lnTo>
                    <a:pt x="1758" y="9204"/>
                  </a:lnTo>
                  <a:cubicBezTo>
                    <a:pt x="1890" y="9279"/>
                    <a:pt x="2018" y="9353"/>
                    <a:pt x="2133" y="9421"/>
                  </a:cubicBezTo>
                  <a:lnTo>
                    <a:pt x="2176" y="9421"/>
                  </a:lnTo>
                  <a:lnTo>
                    <a:pt x="2176" y="9378"/>
                  </a:lnTo>
                  <a:cubicBezTo>
                    <a:pt x="1872" y="9117"/>
                    <a:pt x="1480" y="8769"/>
                    <a:pt x="1197" y="8464"/>
                  </a:cubicBezTo>
                  <a:lnTo>
                    <a:pt x="1154" y="8442"/>
                  </a:lnTo>
                  <a:cubicBezTo>
                    <a:pt x="994" y="8268"/>
                    <a:pt x="795" y="8083"/>
                    <a:pt x="602" y="7902"/>
                  </a:cubicBezTo>
                  <a:lnTo>
                    <a:pt x="602" y="7902"/>
                  </a:lnTo>
                  <a:cubicBezTo>
                    <a:pt x="814" y="8023"/>
                    <a:pt x="1021" y="8141"/>
                    <a:pt x="1197" y="8246"/>
                  </a:cubicBezTo>
                  <a:lnTo>
                    <a:pt x="1219" y="8268"/>
                  </a:lnTo>
                  <a:cubicBezTo>
                    <a:pt x="1545" y="8464"/>
                    <a:pt x="2002" y="8725"/>
                    <a:pt x="2328" y="8921"/>
                  </a:cubicBezTo>
                  <a:cubicBezTo>
                    <a:pt x="2236" y="8847"/>
                    <a:pt x="2136" y="8762"/>
                    <a:pt x="2035" y="8673"/>
                  </a:cubicBezTo>
                  <a:lnTo>
                    <a:pt x="2035" y="8673"/>
                  </a:lnTo>
                  <a:cubicBezTo>
                    <a:pt x="2236" y="8790"/>
                    <a:pt x="2434" y="8905"/>
                    <a:pt x="2611" y="9008"/>
                  </a:cubicBezTo>
                  <a:lnTo>
                    <a:pt x="2633" y="9008"/>
                  </a:lnTo>
                  <a:lnTo>
                    <a:pt x="2633" y="8986"/>
                  </a:lnTo>
                  <a:cubicBezTo>
                    <a:pt x="2285" y="8660"/>
                    <a:pt x="1785" y="8225"/>
                    <a:pt x="1415" y="7898"/>
                  </a:cubicBezTo>
                  <a:lnTo>
                    <a:pt x="1371" y="7855"/>
                  </a:lnTo>
                  <a:cubicBezTo>
                    <a:pt x="1142" y="7643"/>
                    <a:pt x="826" y="7374"/>
                    <a:pt x="552" y="7128"/>
                  </a:cubicBezTo>
                  <a:lnTo>
                    <a:pt x="552" y="7128"/>
                  </a:lnTo>
                  <a:cubicBezTo>
                    <a:pt x="844" y="7279"/>
                    <a:pt x="1164" y="7450"/>
                    <a:pt x="1436" y="7594"/>
                  </a:cubicBezTo>
                  <a:lnTo>
                    <a:pt x="1458" y="7616"/>
                  </a:lnTo>
                  <a:lnTo>
                    <a:pt x="2024" y="7920"/>
                  </a:lnTo>
                  <a:lnTo>
                    <a:pt x="1864" y="7753"/>
                  </a:lnTo>
                  <a:lnTo>
                    <a:pt x="1864" y="7753"/>
                  </a:lnTo>
                  <a:lnTo>
                    <a:pt x="1545" y="7594"/>
                  </a:lnTo>
                  <a:lnTo>
                    <a:pt x="1523" y="7572"/>
                  </a:lnTo>
                  <a:cubicBezTo>
                    <a:pt x="1154" y="7376"/>
                    <a:pt x="718" y="7159"/>
                    <a:pt x="370" y="6963"/>
                  </a:cubicBezTo>
                  <a:lnTo>
                    <a:pt x="370" y="6963"/>
                  </a:lnTo>
                  <a:cubicBezTo>
                    <a:pt x="428" y="7016"/>
                    <a:pt x="489" y="7072"/>
                    <a:pt x="552" y="7128"/>
                  </a:cubicBezTo>
                  <a:lnTo>
                    <a:pt x="552" y="7128"/>
                  </a:lnTo>
                  <a:cubicBezTo>
                    <a:pt x="401" y="7051"/>
                    <a:pt x="257" y="6979"/>
                    <a:pt x="131" y="6919"/>
                  </a:cubicBezTo>
                  <a:close/>
                  <a:moveTo>
                    <a:pt x="174" y="9813"/>
                  </a:moveTo>
                  <a:lnTo>
                    <a:pt x="199" y="9836"/>
                  </a:lnTo>
                  <a:lnTo>
                    <a:pt x="199" y="9836"/>
                  </a:lnTo>
                  <a:lnTo>
                    <a:pt x="653" y="9987"/>
                  </a:lnTo>
                  <a:lnTo>
                    <a:pt x="627" y="9958"/>
                  </a:lnTo>
                  <a:lnTo>
                    <a:pt x="627" y="9958"/>
                  </a:lnTo>
                  <a:lnTo>
                    <a:pt x="174" y="9813"/>
                  </a:lnTo>
                  <a:close/>
                  <a:moveTo>
                    <a:pt x="261" y="9530"/>
                  </a:moveTo>
                  <a:lnTo>
                    <a:pt x="261" y="9552"/>
                  </a:lnTo>
                  <a:lnTo>
                    <a:pt x="627" y="9958"/>
                  </a:lnTo>
                  <a:lnTo>
                    <a:pt x="627" y="9958"/>
                  </a:lnTo>
                  <a:lnTo>
                    <a:pt x="718" y="9987"/>
                  </a:lnTo>
                  <a:lnTo>
                    <a:pt x="784" y="9987"/>
                  </a:lnTo>
                  <a:lnTo>
                    <a:pt x="784" y="9965"/>
                  </a:lnTo>
                  <a:lnTo>
                    <a:pt x="762" y="9922"/>
                  </a:lnTo>
                  <a:lnTo>
                    <a:pt x="544" y="9661"/>
                  </a:lnTo>
                  <a:lnTo>
                    <a:pt x="544" y="9661"/>
                  </a:lnTo>
                  <a:lnTo>
                    <a:pt x="283" y="9530"/>
                  </a:lnTo>
                  <a:close/>
                  <a:moveTo>
                    <a:pt x="436" y="9530"/>
                  </a:moveTo>
                  <a:lnTo>
                    <a:pt x="544" y="9661"/>
                  </a:lnTo>
                  <a:lnTo>
                    <a:pt x="544" y="9661"/>
                  </a:lnTo>
                  <a:lnTo>
                    <a:pt x="718" y="9748"/>
                  </a:lnTo>
                  <a:lnTo>
                    <a:pt x="762" y="9770"/>
                  </a:lnTo>
                  <a:lnTo>
                    <a:pt x="1262" y="10031"/>
                  </a:lnTo>
                  <a:lnTo>
                    <a:pt x="1143" y="9922"/>
                  </a:lnTo>
                  <a:lnTo>
                    <a:pt x="1143" y="9922"/>
                  </a:lnTo>
                  <a:lnTo>
                    <a:pt x="805" y="9748"/>
                  </a:lnTo>
                  <a:lnTo>
                    <a:pt x="784" y="9704"/>
                  </a:lnTo>
                  <a:lnTo>
                    <a:pt x="436" y="9530"/>
                  </a:lnTo>
                  <a:close/>
                  <a:moveTo>
                    <a:pt x="327" y="8508"/>
                  </a:moveTo>
                  <a:cubicBezTo>
                    <a:pt x="565" y="8964"/>
                    <a:pt x="1001" y="9203"/>
                    <a:pt x="1340" y="9538"/>
                  </a:cubicBezTo>
                  <a:lnTo>
                    <a:pt x="1340" y="9538"/>
                  </a:lnTo>
                  <a:cubicBezTo>
                    <a:pt x="1148" y="9440"/>
                    <a:pt x="820" y="9271"/>
                    <a:pt x="283" y="8986"/>
                  </a:cubicBezTo>
                  <a:lnTo>
                    <a:pt x="283" y="8986"/>
                  </a:lnTo>
                  <a:cubicBezTo>
                    <a:pt x="333" y="9023"/>
                    <a:pt x="386" y="9068"/>
                    <a:pt x="440" y="9115"/>
                  </a:cubicBezTo>
                  <a:lnTo>
                    <a:pt x="440" y="9115"/>
                  </a:lnTo>
                  <a:cubicBezTo>
                    <a:pt x="267" y="9025"/>
                    <a:pt x="128" y="8952"/>
                    <a:pt x="66" y="8921"/>
                  </a:cubicBezTo>
                  <a:lnTo>
                    <a:pt x="44" y="8921"/>
                  </a:lnTo>
                  <a:lnTo>
                    <a:pt x="44" y="8943"/>
                  </a:lnTo>
                  <a:cubicBezTo>
                    <a:pt x="261" y="9139"/>
                    <a:pt x="544" y="9378"/>
                    <a:pt x="762" y="9574"/>
                  </a:cubicBezTo>
                  <a:lnTo>
                    <a:pt x="784" y="9596"/>
                  </a:lnTo>
                  <a:lnTo>
                    <a:pt x="1143" y="9922"/>
                  </a:lnTo>
                  <a:lnTo>
                    <a:pt x="1143" y="9922"/>
                  </a:lnTo>
                  <a:lnTo>
                    <a:pt x="1480" y="10096"/>
                  </a:lnTo>
                  <a:lnTo>
                    <a:pt x="1523" y="10096"/>
                  </a:lnTo>
                  <a:lnTo>
                    <a:pt x="1523" y="10074"/>
                  </a:lnTo>
                  <a:cubicBezTo>
                    <a:pt x="1328" y="9900"/>
                    <a:pt x="1088" y="9661"/>
                    <a:pt x="871" y="9487"/>
                  </a:cubicBezTo>
                  <a:lnTo>
                    <a:pt x="827" y="9465"/>
                  </a:lnTo>
                  <a:cubicBezTo>
                    <a:pt x="718" y="9372"/>
                    <a:pt x="576" y="9234"/>
                    <a:pt x="440" y="9115"/>
                  </a:cubicBezTo>
                  <a:lnTo>
                    <a:pt x="440" y="9115"/>
                  </a:lnTo>
                  <a:cubicBezTo>
                    <a:pt x="752" y="9278"/>
                    <a:pt x="1171" y="9499"/>
                    <a:pt x="1436" y="9639"/>
                  </a:cubicBezTo>
                  <a:cubicBezTo>
                    <a:pt x="1405" y="9604"/>
                    <a:pt x="1373" y="9571"/>
                    <a:pt x="1340" y="9538"/>
                  </a:cubicBezTo>
                  <a:lnTo>
                    <a:pt x="1340" y="9538"/>
                  </a:lnTo>
                  <a:cubicBezTo>
                    <a:pt x="1530" y="9634"/>
                    <a:pt x="1589" y="9661"/>
                    <a:pt x="1589" y="9661"/>
                  </a:cubicBezTo>
                  <a:lnTo>
                    <a:pt x="1632" y="9639"/>
                  </a:lnTo>
                  <a:cubicBezTo>
                    <a:pt x="1570" y="9557"/>
                    <a:pt x="1567" y="9533"/>
                    <a:pt x="715" y="8697"/>
                  </a:cubicBezTo>
                  <a:lnTo>
                    <a:pt x="715" y="8697"/>
                  </a:lnTo>
                  <a:lnTo>
                    <a:pt x="349" y="8508"/>
                  </a:lnTo>
                  <a:close/>
                  <a:moveTo>
                    <a:pt x="44" y="9791"/>
                  </a:moveTo>
                  <a:lnTo>
                    <a:pt x="66" y="9813"/>
                  </a:lnTo>
                  <a:lnTo>
                    <a:pt x="675" y="10335"/>
                  </a:lnTo>
                  <a:lnTo>
                    <a:pt x="697" y="10357"/>
                  </a:lnTo>
                  <a:lnTo>
                    <a:pt x="675" y="10357"/>
                  </a:lnTo>
                  <a:lnTo>
                    <a:pt x="22" y="10139"/>
                  </a:lnTo>
                  <a:lnTo>
                    <a:pt x="0" y="10139"/>
                  </a:lnTo>
                  <a:lnTo>
                    <a:pt x="22" y="10183"/>
                  </a:lnTo>
                  <a:lnTo>
                    <a:pt x="675" y="10640"/>
                  </a:lnTo>
                  <a:lnTo>
                    <a:pt x="697" y="10662"/>
                  </a:lnTo>
                  <a:lnTo>
                    <a:pt x="784" y="10727"/>
                  </a:lnTo>
                  <a:lnTo>
                    <a:pt x="805" y="10727"/>
                  </a:lnTo>
                  <a:lnTo>
                    <a:pt x="784" y="10683"/>
                  </a:lnTo>
                  <a:lnTo>
                    <a:pt x="697" y="10640"/>
                  </a:lnTo>
                  <a:lnTo>
                    <a:pt x="675" y="10618"/>
                  </a:lnTo>
                  <a:lnTo>
                    <a:pt x="131" y="10205"/>
                  </a:lnTo>
                  <a:lnTo>
                    <a:pt x="675" y="10401"/>
                  </a:lnTo>
                  <a:lnTo>
                    <a:pt x="697" y="10401"/>
                  </a:lnTo>
                  <a:lnTo>
                    <a:pt x="784" y="10422"/>
                  </a:lnTo>
                  <a:lnTo>
                    <a:pt x="805" y="10422"/>
                  </a:lnTo>
                  <a:lnTo>
                    <a:pt x="805" y="10401"/>
                  </a:lnTo>
                  <a:lnTo>
                    <a:pt x="718" y="10314"/>
                  </a:lnTo>
                  <a:lnTo>
                    <a:pt x="697" y="10292"/>
                  </a:lnTo>
                  <a:lnTo>
                    <a:pt x="199" y="9836"/>
                  </a:lnTo>
                  <a:lnTo>
                    <a:pt x="199" y="9836"/>
                  </a:lnTo>
                  <a:lnTo>
                    <a:pt x="66" y="979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29"/>
            <p:cNvSpPr/>
            <p:nvPr/>
          </p:nvSpPr>
          <p:spPr>
            <a:xfrm>
              <a:off x="6480125" y="3103825"/>
              <a:ext cx="230650" cy="270900"/>
            </a:xfrm>
            <a:custGeom>
              <a:rect b="b" l="l" r="r" t="t"/>
              <a:pathLst>
                <a:path extrusionOk="0" h="10836" w="9226">
                  <a:moveTo>
                    <a:pt x="8290" y="0"/>
                  </a:moveTo>
                  <a:lnTo>
                    <a:pt x="8290" y="22"/>
                  </a:lnTo>
                  <a:cubicBezTo>
                    <a:pt x="8369" y="91"/>
                    <a:pt x="8460" y="168"/>
                    <a:pt x="8549" y="249"/>
                  </a:cubicBezTo>
                  <a:lnTo>
                    <a:pt x="8549" y="249"/>
                  </a:lnTo>
                  <a:cubicBezTo>
                    <a:pt x="8480" y="223"/>
                    <a:pt x="8414" y="198"/>
                    <a:pt x="8355" y="174"/>
                  </a:cubicBezTo>
                  <a:lnTo>
                    <a:pt x="8355" y="174"/>
                  </a:lnTo>
                  <a:cubicBezTo>
                    <a:pt x="8454" y="273"/>
                    <a:pt x="8571" y="381"/>
                    <a:pt x="8683" y="493"/>
                  </a:cubicBezTo>
                  <a:lnTo>
                    <a:pt x="8683" y="493"/>
                  </a:lnTo>
                  <a:lnTo>
                    <a:pt x="8073" y="283"/>
                  </a:lnTo>
                  <a:lnTo>
                    <a:pt x="8051" y="283"/>
                  </a:lnTo>
                  <a:lnTo>
                    <a:pt x="8051" y="327"/>
                  </a:lnTo>
                  <a:lnTo>
                    <a:pt x="8253" y="519"/>
                  </a:lnTo>
                  <a:lnTo>
                    <a:pt x="8253" y="519"/>
                  </a:lnTo>
                  <a:lnTo>
                    <a:pt x="8834" y="697"/>
                  </a:lnTo>
                  <a:lnTo>
                    <a:pt x="8856" y="697"/>
                  </a:lnTo>
                  <a:lnTo>
                    <a:pt x="8856" y="675"/>
                  </a:lnTo>
                  <a:cubicBezTo>
                    <a:pt x="8802" y="614"/>
                    <a:pt x="8744" y="553"/>
                    <a:pt x="8683" y="493"/>
                  </a:cubicBezTo>
                  <a:lnTo>
                    <a:pt x="8683" y="493"/>
                  </a:lnTo>
                  <a:lnTo>
                    <a:pt x="8834" y="544"/>
                  </a:lnTo>
                  <a:cubicBezTo>
                    <a:pt x="8762" y="449"/>
                    <a:pt x="8658" y="347"/>
                    <a:pt x="8549" y="249"/>
                  </a:cubicBezTo>
                  <a:lnTo>
                    <a:pt x="8549" y="249"/>
                  </a:lnTo>
                  <a:cubicBezTo>
                    <a:pt x="8740" y="320"/>
                    <a:pt x="8958" y="399"/>
                    <a:pt x="9117" y="479"/>
                  </a:cubicBezTo>
                  <a:lnTo>
                    <a:pt x="9226" y="327"/>
                  </a:lnTo>
                  <a:cubicBezTo>
                    <a:pt x="8943" y="218"/>
                    <a:pt x="8595" y="66"/>
                    <a:pt x="8312" y="0"/>
                  </a:cubicBezTo>
                  <a:close/>
                  <a:moveTo>
                    <a:pt x="8051" y="457"/>
                  </a:moveTo>
                  <a:lnTo>
                    <a:pt x="8335" y="727"/>
                  </a:lnTo>
                  <a:lnTo>
                    <a:pt x="8508" y="762"/>
                  </a:lnTo>
                  <a:lnTo>
                    <a:pt x="8253" y="519"/>
                  </a:lnTo>
                  <a:lnTo>
                    <a:pt x="8253" y="519"/>
                  </a:lnTo>
                  <a:lnTo>
                    <a:pt x="8051" y="457"/>
                  </a:lnTo>
                  <a:close/>
                  <a:moveTo>
                    <a:pt x="7942" y="653"/>
                  </a:moveTo>
                  <a:lnTo>
                    <a:pt x="7942" y="675"/>
                  </a:lnTo>
                  <a:lnTo>
                    <a:pt x="8218" y="851"/>
                  </a:lnTo>
                  <a:lnTo>
                    <a:pt x="8218" y="851"/>
                  </a:lnTo>
                  <a:lnTo>
                    <a:pt x="8464" y="892"/>
                  </a:lnTo>
                  <a:lnTo>
                    <a:pt x="8486" y="892"/>
                  </a:lnTo>
                  <a:lnTo>
                    <a:pt x="8486" y="871"/>
                  </a:lnTo>
                  <a:lnTo>
                    <a:pt x="8335" y="727"/>
                  </a:lnTo>
                  <a:lnTo>
                    <a:pt x="7964" y="653"/>
                  </a:lnTo>
                  <a:close/>
                  <a:moveTo>
                    <a:pt x="7311" y="762"/>
                  </a:moveTo>
                  <a:cubicBezTo>
                    <a:pt x="7397" y="859"/>
                    <a:pt x="7494" y="943"/>
                    <a:pt x="7598" y="1018"/>
                  </a:cubicBezTo>
                  <a:lnTo>
                    <a:pt x="7598" y="1018"/>
                  </a:lnTo>
                  <a:lnTo>
                    <a:pt x="8203" y="1241"/>
                  </a:lnTo>
                  <a:lnTo>
                    <a:pt x="8268" y="1262"/>
                  </a:lnTo>
                  <a:lnTo>
                    <a:pt x="8921" y="1480"/>
                  </a:lnTo>
                  <a:lnTo>
                    <a:pt x="8943" y="1480"/>
                  </a:lnTo>
                  <a:lnTo>
                    <a:pt x="8943" y="1458"/>
                  </a:lnTo>
                  <a:lnTo>
                    <a:pt x="8421" y="1132"/>
                  </a:lnTo>
                  <a:lnTo>
                    <a:pt x="8421" y="1132"/>
                  </a:lnTo>
                  <a:lnTo>
                    <a:pt x="8899" y="1306"/>
                  </a:lnTo>
                  <a:lnTo>
                    <a:pt x="8508" y="1045"/>
                  </a:lnTo>
                  <a:lnTo>
                    <a:pt x="8486" y="1023"/>
                  </a:lnTo>
                  <a:lnTo>
                    <a:pt x="8218" y="851"/>
                  </a:lnTo>
                  <a:lnTo>
                    <a:pt x="8218" y="851"/>
                  </a:lnTo>
                  <a:lnTo>
                    <a:pt x="7942" y="805"/>
                  </a:lnTo>
                  <a:lnTo>
                    <a:pt x="8399" y="1110"/>
                  </a:lnTo>
                  <a:lnTo>
                    <a:pt x="8421" y="1132"/>
                  </a:lnTo>
                  <a:lnTo>
                    <a:pt x="8377" y="1110"/>
                  </a:lnTo>
                  <a:cubicBezTo>
                    <a:pt x="8029" y="1001"/>
                    <a:pt x="7659" y="936"/>
                    <a:pt x="7333" y="762"/>
                  </a:cubicBezTo>
                  <a:close/>
                  <a:moveTo>
                    <a:pt x="7376" y="936"/>
                  </a:moveTo>
                  <a:cubicBezTo>
                    <a:pt x="7717" y="1161"/>
                    <a:pt x="7957" y="1320"/>
                    <a:pt x="8128" y="1433"/>
                  </a:cubicBezTo>
                  <a:lnTo>
                    <a:pt x="8128" y="1433"/>
                  </a:lnTo>
                  <a:cubicBezTo>
                    <a:pt x="8318" y="1494"/>
                    <a:pt x="8492" y="1550"/>
                    <a:pt x="8616" y="1589"/>
                  </a:cubicBezTo>
                  <a:cubicBezTo>
                    <a:pt x="8289" y="1392"/>
                    <a:pt x="7913" y="1245"/>
                    <a:pt x="7598" y="1018"/>
                  </a:cubicBezTo>
                  <a:lnTo>
                    <a:pt x="7598" y="1018"/>
                  </a:lnTo>
                  <a:lnTo>
                    <a:pt x="7376" y="936"/>
                  </a:lnTo>
                  <a:close/>
                  <a:moveTo>
                    <a:pt x="7115" y="1110"/>
                  </a:moveTo>
                  <a:lnTo>
                    <a:pt x="7115" y="1132"/>
                  </a:lnTo>
                  <a:lnTo>
                    <a:pt x="7653" y="1464"/>
                  </a:lnTo>
                  <a:lnTo>
                    <a:pt x="7653" y="1464"/>
                  </a:lnTo>
                  <a:cubicBezTo>
                    <a:pt x="8255" y="1657"/>
                    <a:pt x="8290" y="1670"/>
                    <a:pt x="8486" y="1741"/>
                  </a:cubicBezTo>
                  <a:lnTo>
                    <a:pt x="8529" y="1763"/>
                  </a:lnTo>
                  <a:lnTo>
                    <a:pt x="8595" y="1763"/>
                  </a:lnTo>
                  <a:cubicBezTo>
                    <a:pt x="8549" y="1717"/>
                    <a:pt x="8535" y="1703"/>
                    <a:pt x="8128" y="1433"/>
                  </a:cubicBezTo>
                  <a:lnTo>
                    <a:pt x="8128" y="1433"/>
                  </a:lnTo>
                  <a:cubicBezTo>
                    <a:pt x="7787" y="1323"/>
                    <a:pt x="7396" y="1194"/>
                    <a:pt x="7159" y="1110"/>
                  </a:cubicBezTo>
                  <a:close/>
                  <a:moveTo>
                    <a:pt x="5984" y="2350"/>
                  </a:moveTo>
                  <a:lnTo>
                    <a:pt x="6276" y="2729"/>
                  </a:lnTo>
                  <a:lnTo>
                    <a:pt x="6276" y="2729"/>
                  </a:lnTo>
                  <a:lnTo>
                    <a:pt x="6441" y="2764"/>
                  </a:lnTo>
                  <a:lnTo>
                    <a:pt x="6441" y="2764"/>
                  </a:lnTo>
                  <a:lnTo>
                    <a:pt x="6101" y="2388"/>
                  </a:lnTo>
                  <a:lnTo>
                    <a:pt x="6101" y="2388"/>
                  </a:lnTo>
                  <a:lnTo>
                    <a:pt x="5984" y="2350"/>
                  </a:lnTo>
                  <a:close/>
                  <a:moveTo>
                    <a:pt x="6201" y="1241"/>
                  </a:moveTo>
                  <a:lnTo>
                    <a:pt x="6201" y="1262"/>
                  </a:lnTo>
                  <a:cubicBezTo>
                    <a:pt x="6355" y="1353"/>
                    <a:pt x="6531" y="1454"/>
                    <a:pt x="6709" y="1558"/>
                  </a:cubicBezTo>
                  <a:lnTo>
                    <a:pt x="6709" y="1558"/>
                  </a:lnTo>
                  <a:cubicBezTo>
                    <a:pt x="6561" y="1508"/>
                    <a:pt x="6417" y="1460"/>
                    <a:pt x="6288" y="1415"/>
                  </a:cubicBezTo>
                  <a:lnTo>
                    <a:pt x="6288" y="1415"/>
                  </a:lnTo>
                  <a:cubicBezTo>
                    <a:pt x="6615" y="1567"/>
                    <a:pt x="7006" y="1806"/>
                    <a:pt x="7333" y="2002"/>
                  </a:cubicBezTo>
                  <a:lnTo>
                    <a:pt x="7376" y="2024"/>
                  </a:lnTo>
                  <a:cubicBezTo>
                    <a:pt x="7562" y="2140"/>
                    <a:pt x="7784" y="2274"/>
                    <a:pt x="8008" y="2408"/>
                  </a:cubicBezTo>
                  <a:lnTo>
                    <a:pt x="8008" y="2408"/>
                  </a:lnTo>
                  <a:cubicBezTo>
                    <a:pt x="7760" y="2319"/>
                    <a:pt x="7511" y="2226"/>
                    <a:pt x="7311" y="2133"/>
                  </a:cubicBezTo>
                  <a:lnTo>
                    <a:pt x="7267" y="2111"/>
                  </a:lnTo>
                  <a:cubicBezTo>
                    <a:pt x="6767" y="1915"/>
                    <a:pt x="6114" y="1676"/>
                    <a:pt x="5636" y="1523"/>
                  </a:cubicBezTo>
                  <a:lnTo>
                    <a:pt x="5592" y="1523"/>
                  </a:lnTo>
                  <a:lnTo>
                    <a:pt x="5592" y="1545"/>
                  </a:lnTo>
                  <a:cubicBezTo>
                    <a:pt x="5733" y="1634"/>
                    <a:pt x="5889" y="1731"/>
                    <a:pt x="6050" y="1831"/>
                  </a:cubicBezTo>
                  <a:lnTo>
                    <a:pt x="6050" y="1831"/>
                  </a:lnTo>
                  <a:cubicBezTo>
                    <a:pt x="5913" y="1777"/>
                    <a:pt x="5780" y="1725"/>
                    <a:pt x="5657" y="1676"/>
                  </a:cubicBezTo>
                  <a:lnTo>
                    <a:pt x="5657" y="1676"/>
                  </a:lnTo>
                  <a:cubicBezTo>
                    <a:pt x="6006" y="1893"/>
                    <a:pt x="6506" y="2220"/>
                    <a:pt x="6854" y="2437"/>
                  </a:cubicBezTo>
                  <a:lnTo>
                    <a:pt x="6876" y="2459"/>
                  </a:lnTo>
                  <a:lnTo>
                    <a:pt x="7147" y="2637"/>
                  </a:lnTo>
                  <a:lnTo>
                    <a:pt x="7147" y="2637"/>
                  </a:lnTo>
                  <a:lnTo>
                    <a:pt x="7398" y="2720"/>
                  </a:lnTo>
                  <a:lnTo>
                    <a:pt x="7398" y="2720"/>
                  </a:lnTo>
                  <a:lnTo>
                    <a:pt x="6985" y="2437"/>
                  </a:lnTo>
                  <a:lnTo>
                    <a:pt x="6963" y="2416"/>
                  </a:lnTo>
                  <a:cubicBezTo>
                    <a:pt x="6690" y="2229"/>
                    <a:pt x="6361" y="2024"/>
                    <a:pt x="6050" y="1831"/>
                  </a:cubicBezTo>
                  <a:lnTo>
                    <a:pt x="6050" y="1831"/>
                  </a:lnTo>
                  <a:cubicBezTo>
                    <a:pt x="6401" y="1967"/>
                    <a:pt x="6781" y="2110"/>
                    <a:pt x="7093" y="2220"/>
                  </a:cubicBezTo>
                  <a:lnTo>
                    <a:pt x="7159" y="2242"/>
                  </a:lnTo>
                  <a:cubicBezTo>
                    <a:pt x="7550" y="2416"/>
                    <a:pt x="8138" y="2611"/>
                    <a:pt x="8529" y="2764"/>
                  </a:cubicBezTo>
                  <a:lnTo>
                    <a:pt x="8573" y="2764"/>
                  </a:lnTo>
                  <a:lnTo>
                    <a:pt x="8573" y="2742"/>
                  </a:lnTo>
                  <a:cubicBezTo>
                    <a:pt x="8400" y="2640"/>
                    <a:pt x="8204" y="2524"/>
                    <a:pt x="8008" y="2408"/>
                  </a:cubicBezTo>
                  <a:lnTo>
                    <a:pt x="8008" y="2408"/>
                  </a:lnTo>
                  <a:cubicBezTo>
                    <a:pt x="8165" y="2463"/>
                    <a:pt x="8321" y="2517"/>
                    <a:pt x="8464" y="2568"/>
                  </a:cubicBezTo>
                  <a:cubicBezTo>
                    <a:pt x="8160" y="2416"/>
                    <a:pt x="7746" y="2176"/>
                    <a:pt x="7442" y="2002"/>
                  </a:cubicBezTo>
                  <a:lnTo>
                    <a:pt x="7420" y="1980"/>
                  </a:lnTo>
                  <a:cubicBezTo>
                    <a:pt x="7216" y="1853"/>
                    <a:pt x="6960" y="1703"/>
                    <a:pt x="6709" y="1558"/>
                  </a:cubicBezTo>
                  <a:lnTo>
                    <a:pt x="6709" y="1558"/>
                  </a:lnTo>
                  <a:cubicBezTo>
                    <a:pt x="6987" y="1651"/>
                    <a:pt x="7280" y="1750"/>
                    <a:pt x="7507" y="1850"/>
                  </a:cubicBezTo>
                  <a:lnTo>
                    <a:pt x="7550" y="1872"/>
                  </a:lnTo>
                  <a:cubicBezTo>
                    <a:pt x="7877" y="1980"/>
                    <a:pt x="8355" y="2133"/>
                    <a:pt x="8682" y="2285"/>
                  </a:cubicBezTo>
                  <a:lnTo>
                    <a:pt x="8704" y="2285"/>
                  </a:lnTo>
                  <a:lnTo>
                    <a:pt x="8704" y="2242"/>
                  </a:lnTo>
                  <a:cubicBezTo>
                    <a:pt x="8561" y="2165"/>
                    <a:pt x="8397" y="2066"/>
                    <a:pt x="8233" y="1965"/>
                  </a:cubicBezTo>
                  <a:lnTo>
                    <a:pt x="8233" y="1965"/>
                  </a:lnTo>
                  <a:cubicBezTo>
                    <a:pt x="8378" y="2014"/>
                    <a:pt x="8521" y="2062"/>
                    <a:pt x="8638" y="2111"/>
                  </a:cubicBezTo>
                  <a:lnTo>
                    <a:pt x="7877" y="1632"/>
                  </a:lnTo>
                  <a:lnTo>
                    <a:pt x="7855" y="1589"/>
                  </a:lnTo>
                  <a:lnTo>
                    <a:pt x="7653" y="1464"/>
                  </a:lnTo>
                  <a:lnTo>
                    <a:pt x="7653" y="1464"/>
                  </a:lnTo>
                  <a:cubicBezTo>
                    <a:pt x="7519" y="1421"/>
                    <a:pt x="7357" y="1369"/>
                    <a:pt x="7159" y="1306"/>
                  </a:cubicBezTo>
                  <a:lnTo>
                    <a:pt x="7159" y="1306"/>
                  </a:lnTo>
                  <a:cubicBezTo>
                    <a:pt x="7333" y="1415"/>
                    <a:pt x="7594" y="1545"/>
                    <a:pt x="7746" y="1654"/>
                  </a:cubicBezTo>
                  <a:lnTo>
                    <a:pt x="7768" y="1676"/>
                  </a:lnTo>
                  <a:cubicBezTo>
                    <a:pt x="7908" y="1762"/>
                    <a:pt x="8070" y="1865"/>
                    <a:pt x="8233" y="1965"/>
                  </a:cubicBezTo>
                  <a:lnTo>
                    <a:pt x="8233" y="1965"/>
                  </a:lnTo>
                  <a:cubicBezTo>
                    <a:pt x="8053" y="1905"/>
                    <a:pt x="7869" y="1845"/>
                    <a:pt x="7724" y="1785"/>
                  </a:cubicBezTo>
                  <a:lnTo>
                    <a:pt x="7659" y="1763"/>
                  </a:lnTo>
                  <a:cubicBezTo>
                    <a:pt x="7224" y="1589"/>
                    <a:pt x="6658" y="1415"/>
                    <a:pt x="6223" y="1241"/>
                  </a:cubicBezTo>
                  <a:close/>
                  <a:moveTo>
                    <a:pt x="5701" y="2611"/>
                  </a:moveTo>
                  <a:lnTo>
                    <a:pt x="5701" y="2633"/>
                  </a:lnTo>
                  <a:lnTo>
                    <a:pt x="5775" y="2707"/>
                  </a:lnTo>
                  <a:lnTo>
                    <a:pt x="5775" y="2707"/>
                  </a:lnTo>
                  <a:lnTo>
                    <a:pt x="6332" y="2851"/>
                  </a:lnTo>
                  <a:lnTo>
                    <a:pt x="6354" y="2851"/>
                  </a:lnTo>
                  <a:lnTo>
                    <a:pt x="6354" y="2829"/>
                  </a:lnTo>
                  <a:lnTo>
                    <a:pt x="6276" y="2729"/>
                  </a:lnTo>
                  <a:lnTo>
                    <a:pt x="6276" y="2729"/>
                  </a:lnTo>
                  <a:lnTo>
                    <a:pt x="5723" y="2611"/>
                  </a:lnTo>
                  <a:close/>
                  <a:moveTo>
                    <a:pt x="6027" y="2285"/>
                  </a:moveTo>
                  <a:lnTo>
                    <a:pt x="6027" y="2307"/>
                  </a:lnTo>
                  <a:lnTo>
                    <a:pt x="6101" y="2388"/>
                  </a:lnTo>
                  <a:lnTo>
                    <a:pt x="6101" y="2388"/>
                  </a:lnTo>
                  <a:lnTo>
                    <a:pt x="6658" y="2568"/>
                  </a:lnTo>
                  <a:lnTo>
                    <a:pt x="6724" y="2611"/>
                  </a:lnTo>
                  <a:lnTo>
                    <a:pt x="7420" y="2851"/>
                  </a:lnTo>
                  <a:lnTo>
                    <a:pt x="7442" y="2851"/>
                  </a:lnTo>
                  <a:lnTo>
                    <a:pt x="7442" y="2829"/>
                  </a:lnTo>
                  <a:lnTo>
                    <a:pt x="7147" y="2637"/>
                  </a:lnTo>
                  <a:lnTo>
                    <a:pt x="7147" y="2637"/>
                  </a:lnTo>
                  <a:lnTo>
                    <a:pt x="6876" y="2546"/>
                  </a:lnTo>
                  <a:lnTo>
                    <a:pt x="6811" y="2524"/>
                  </a:lnTo>
                  <a:lnTo>
                    <a:pt x="6071" y="2285"/>
                  </a:lnTo>
                  <a:close/>
                  <a:moveTo>
                    <a:pt x="5657" y="2677"/>
                  </a:moveTo>
                  <a:lnTo>
                    <a:pt x="5865" y="2884"/>
                  </a:lnTo>
                  <a:lnTo>
                    <a:pt x="6006" y="2938"/>
                  </a:lnTo>
                  <a:lnTo>
                    <a:pt x="5775" y="2707"/>
                  </a:lnTo>
                  <a:lnTo>
                    <a:pt x="5775" y="2707"/>
                  </a:lnTo>
                  <a:lnTo>
                    <a:pt x="5657" y="2677"/>
                  </a:lnTo>
                  <a:close/>
                  <a:moveTo>
                    <a:pt x="4395" y="4069"/>
                  </a:moveTo>
                  <a:lnTo>
                    <a:pt x="4547" y="4172"/>
                  </a:lnTo>
                  <a:lnTo>
                    <a:pt x="4547" y="4172"/>
                  </a:lnTo>
                  <a:lnTo>
                    <a:pt x="4744" y="4243"/>
                  </a:lnTo>
                  <a:lnTo>
                    <a:pt x="4574" y="4125"/>
                  </a:lnTo>
                  <a:lnTo>
                    <a:pt x="4395" y="4069"/>
                  </a:lnTo>
                  <a:close/>
                  <a:moveTo>
                    <a:pt x="5244" y="2655"/>
                  </a:moveTo>
                  <a:lnTo>
                    <a:pt x="5244" y="2677"/>
                  </a:lnTo>
                  <a:cubicBezTo>
                    <a:pt x="5280" y="2723"/>
                    <a:pt x="5323" y="2771"/>
                    <a:pt x="5368" y="2820"/>
                  </a:cubicBezTo>
                  <a:lnTo>
                    <a:pt x="5368" y="2820"/>
                  </a:lnTo>
                  <a:lnTo>
                    <a:pt x="5222" y="2764"/>
                  </a:lnTo>
                  <a:lnTo>
                    <a:pt x="5222" y="2764"/>
                  </a:lnTo>
                  <a:cubicBezTo>
                    <a:pt x="5337" y="2911"/>
                    <a:pt x="5513" y="3071"/>
                    <a:pt x="5659" y="3225"/>
                  </a:cubicBezTo>
                  <a:lnTo>
                    <a:pt x="5659" y="3225"/>
                  </a:lnTo>
                  <a:cubicBezTo>
                    <a:pt x="5266" y="3071"/>
                    <a:pt x="4782" y="2917"/>
                    <a:pt x="4417" y="2764"/>
                  </a:cubicBezTo>
                  <a:lnTo>
                    <a:pt x="4395" y="2764"/>
                  </a:lnTo>
                  <a:lnTo>
                    <a:pt x="4395" y="2785"/>
                  </a:lnTo>
                  <a:cubicBezTo>
                    <a:pt x="4523" y="2866"/>
                    <a:pt x="4663" y="2948"/>
                    <a:pt x="4807" y="3032"/>
                  </a:cubicBezTo>
                  <a:lnTo>
                    <a:pt x="4807" y="3032"/>
                  </a:lnTo>
                  <a:cubicBezTo>
                    <a:pt x="4716" y="2998"/>
                    <a:pt x="4629" y="2966"/>
                    <a:pt x="4548" y="2938"/>
                  </a:cubicBezTo>
                  <a:lnTo>
                    <a:pt x="4548" y="2938"/>
                  </a:lnTo>
                  <a:cubicBezTo>
                    <a:pt x="4896" y="3112"/>
                    <a:pt x="5331" y="3395"/>
                    <a:pt x="5679" y="3591"/>
                  </a:cubicBezTo>
                  <a:lnTo>
                    <a:pt x="5701" y="3612"/>
                  </a:lnTo>
                  <a:cubicBezTo>
                    <a:pt x="5882" y="3729"/>
                    <a:pt x="6110" y="3861"/>
                    <a:pt x="6333" y="3990"/>
                  </a:cubicBezTo>
                  <a:lnTo>
                    <a:pt x="6333" y="3990"/>
                  </a:lnTo>
                  <a:cubicBezTo>
                    <a:pt x="6109" y="3907"/>
                    <a:pt x="5856" y="3819"/>
                    <a:pt x="5657" y="3743"/>
                  </a:cubicBezTo>
                  <a:lnTo>
                    <a:pt x="5592" y="3721"/>
                  </a:lnTo>
                  <a:cubicBezTo>
                    <a:pt x="5179" y="3547"/>
                    <a:pt x="4635" y="3373"/>
                    <a:pt x="4243" y="3199"/>
                  </a:cubicBezTo>
                  <a:lnTo>
                    <a:pt x="4200" y="3199"/>
                  </a:lnTo>
                  <a:lnTo>
                    <a:pt x="4200" y="3221"/>
                  </a:lnTo>
                  <a:cubicBezTo>
                    <a:pt x="4267" y="3275"/>
                    <a:pt x="4341" y="3329"/>
                    <a:pt x="4419" y="3385"/>
                  </a:cubicBezTo>
                  <a:lnTo>
                    <a:pt x="4419" y="3385"/>
                  </a:lnTo>
                  <a:cubicBezTo>
                    <a:pt x="4373" y="3366"/>
                    <a:pt x="4329" y="3348"/>
                    <a:pt x="4287" y="3329"/>
                  </a:cubicBezTo>
                  <a:lnTo>
                    <a:pt x="4287" y="3329"/>
                  </a:lnTo>
                  <a:cubicBezTo>
                    <a:pt x="4569" y="3547"/>
                    <a:pt x="4939" y="3830"/>
                    <a:pt x="5244" y="4026"/>
                  </a:cubicBezTo>
                  <a:lnTo>
                    <a:pt x="5266" y="4047"/>
                  </a:lnTo>
                  <a:lnTo>
                    <a:pt x="5694" y="4338"/>
                  </a:lnTo>
                  <a:lnTo>
                    <a:pt x="5694" y="4338"/>
                  </a:lnTo>
                  <a:lnTo>
                    <a:pt x="5810" y="4374"/>
                  </a:lnTo>
                  <a:lnTo>
                    <a:pt x="5353" y="4047"/>
                  </a:lnTo>
                  <a:lnTo>
                    <a:pt x="5331" y="4026"/>
                  </a:lnTo>
                  <a:cubicBezTo>
                    <a:pt x="5072" y="3819"/>
                    <a:pt x="4717" y="3598"/>
                    <a:pt x="4419" y="3385"/>
                  </a:cubicBezTo>
                  <a:lnTo>
                    <a:pt x="4419" y="3385"/>
                  </a:lnTo>
                  <a:cubicBezTo>
                    <a:pt x="4749" y="3518"/>
                    <a:pt x="5156" y="3650"/>
                    <a:pt x="5462" y="3765"/>
                  </a:cubicBezTo>
                  <a:lnTo>
                    <a:pt x="5527" y="3808"/>
                  </a:lnTo>
                  <a:cubicBezTo>
                    <a:pt x="5875" y="3939"/>
                    <a:pt x="6354" y="4134"/>
                    <a:pt x="6745" y="4265"/>
                  </a:cubicBezTo>
                  <a:lnTo>
                    <a:pt x="6767" y="4265"/>
                  </a:lnTo>
                  <a:lnTo>
                    <a:pt x="6767" y="4243"/>
                  </a:lnTo>
                  <a:cubicBezTo>
                    <a:pt x="6635" y="4164"/>
                    <a:pt x="6485" y="4077"/>
                    <a:pt x="6333" y="3990"/>
                  </a:cubicBezTo>
                  <a:lnTo>
                    <a:pt x="6333" y="3990"/>
                  </a:lnTo>
                  <a:cubicBezTo>
                    <a:pt x="6427" y="4025"/>
                    <a:pt x="6516" y="4059"/>
                    <a:pt x="6593" y="4091"/>
                  </a:cubicBezTo>
                  <a:lnTo>
                    <a:pt x="5788" y="3612"/>
                  </a:lnTo>
                  <a:lnTo>
                    <a:pt x="5766" y="3591"/>
                  </a:lnTo>
                  <a:cubicBezTo>
                    <a:pt x="5480" y="3410"/>
                    <a:pt x="5132" y="3219"/>
                    <a:pt x="4807" y="3032"/>
                  </a:cubicBezTo>
                  <a:lnTo>
                    <a:pt x="4807" y="3032"/>
                  </a:lnTo>
                  <a:cubicBezTo>
                    <a:pt x="5130" y="3151"/>
                    <a:pt x="5494" y="3293"/>
                    <a:pt x="5766" y="3395"/>
                  </a:cubicBezTo>
                  <a:lnTo>
                    <a:pt x="5788" y="3395"/>
                  </a:lnTo>
                  <a:lnTo>
                    <a:pt x="5788" y="3373"/>
                  </a:lnTo>
                  <a:cubicBezTo>
                    <a:pt x="5750" y="3325"/>
                    <a:pt x="5706" y="3275"/>
                    <a:pt x="5659" y="3225"/>
                  </a:cubicBezTo>
                  <a:lnTo>
                    <a:pt x="5659" y="3225"/>
                  </a:lnTo>
                  <a:cubicBezTo>
                    <a:pt x="5711" y="3245"/>
                    <a:pt x="5761" y="3266"/>
                    <a:pt x="5810" y="3286"/>
                  </a:cubicBezTo>
                  <a:cubicBezTo>
                    <a:pt x="5694" y="3137"/>
                    <a:pt x="5514" y="2975"/>
                    <a:pt x="5368" y="2820"/>
                  </a:cubicBezTo>
                  <a:lnTo>
                    <a:pt x="5368" y="2820"/>
                  </a:lnTo>
                  <a:lnTo>
                    <a:pt x="5962" y="3047"/>
                  </a:lnTo>
                  <a:lnTo>
                    <a:pt x="5984" y="3047"/>
                  </a:lnTo>
                  <a:lnTo>
                    <a:pt x="5984" y="3003"/>
                  </a:lnTo>
                  <a:lnTo>
                    <a:pt x="5865" y="2884"/>
                  </a:lnTo>
                  <a:lnTo>
                    <a:pt x="5266" y="2655"/>
                  </a:lnTo>
                  <a:close/>
                  <a:moveTo>
                    <a:pt x="4178" y="4200"/>
                  </a:moveTo>
                  <a:lnTo>
                    <a:pt x="4314" y="4356"/>
                  </a:lnTo>
                  <a:lnTo>
                    <a:pt x="4314" y="4356"/>
                  </a:lnTo>
                  <a:lnTo>
                    <a:pt x="4461" y="4396"/>
                  </a:lnTo>
                  <a:lnTo>
                    <a:pt x="4337" y="4253"/>
                  </a:lnTo>
                  <a:lnTo>
                    <a:pt x="4337" y="4253"/>
                  </a:lnTo>
                  <a:lnTo>
                    <a:pt x="4178" y="4200"/>
                  </a:lnTo>
                  <a:close/>
                  <a:moveTo>
                    <a:pt x="4178" y="4047"/>
                  </a:moveTo>
                  <a:lnTo>
                    <a:pt x="4178" y="4069"/>
                  </a:lnTo>
                  <a:lnTo>
                    <a:pt x="4337" y="4253"/>
                  </a:lnTo>
                  <a:lnTo>
                    <a:pt x="4337" y="4253"/>
                  </a:lnTo>
                  <a:lnTo>
                    <a:pt x="4831" y="4417"/>
                  </a:lnTo>
                  <a:lnTo>
                    <a:pt x="4874" y="4417"/>
                  </a:lnTo>
                  <a:lnTo>
                    <a:pt x="4874" y="4396"/>
                  </a:lnTo>
                  <a:lnTo>
                    <a:pt x="4547" y="4172"/>
                  </a:lnTo>
                  <a:lnTo>
                    <a:pt x="4547" y="4172"/>
                  </a:lnTo>
                  <a:lnTo>
                    <a:pt x="4200" y="4047"/>
                  </a:lnTo>
                  <a:close/>
                  <a:moveTo>
                    <a:pt x="4308" y="3917"/>
                  </a:moveTo>
                  <a:lnTo>
                    <a:pt x="4308" y="3939"/>
                  </a:lnTo>
                  <a:lnTo>
                    <a:pt x="4574" y="4125"/>
                  </a:lnTo>
                  <a:lnTo>
                    <a:pt x="5026" y="4265"/>
                  </a:lnTo>
                  <a:lnTo>
                    <a:pt x="5092" y="4265"/>
                  </a:lnTo>
                  <a:lnTo>
                    <a:pt x="5853" y="4483"/>
                  </a:lnTo>
                  <a:lnTo>
                    <a:pt x="5875" y="4483"/>
                  </a:lnTo>
                  <a:lnTo>
                    <a:pt x="5875" y="4461"/>
                  </a:lnTo>
                  <a:lnTo>
                    <a:pt x="5694" y="4338"/>
                  </a:lnTo>
                  <a:lnTo>
                    <a:pt x="5694" y="4338"/>
                  </a:lnTo>
                  <a:lnTo>
                    <a:pt x="5179" y="4178"/>
                  </a:lnTo>
                  <a:lnTo>
                    <a:pt x="5135" y="4156"/>
                  </a:lnTo>
                  <a:lnTo>
                    <a:pt x="4352" y="3917"/>
                  </a:lnTo>
                  <a:close/>
                  <a:moveTo>
                    <a:pt x="4091" y="4309"/>
                  </a:moveTo>
                  <a:lnTo>
                    <a:pt x="4091" y="4352"/>
                  </a:lnTo>
                  <a:lnTo>
                    <a:pt x="4243" y="4483"/>
                  </a:lnTo>
                  <a:lnTo>
                    <a:pt x="4047" y="4417"/>
                  </a:lnTo>
                  <a:lnTo>
                    <a:pt x="4026" y="4461"/>
                  </a:lnTo>
                  <a:lnTo>
                    <a:pt x="4026" y="4483"/>
                  </a:lnTo>
                  <a:lnTo>
                    <a:pt x="4171" y="4619"/>
                  </a:lnTo>
                  <a:lnTo>
                    <a:pt x="4171" y="4619"/>
                  </a:lnTo>
                  <a:lnTo>
                    <a:pt x="4243" y="4635"/>
                  </a:lnTo>
                  <a:lnTo>
                    <a:pt x="4265" y="4635"/>
                  </a:lnTo>
                  <a:lnTo>
                    <a:pt x="4265" y="4613"/>
                  </a:lnTo>
                  <a:lnTo>
                    <a:pt x="4134" y="4483"/>
                  </a:lnTo>
                  <a:lnTo>
                    <a:pt x="4439" y="4570"/>
                  </a:lnTo>
                  <a:lnTo>
                    <a:pt x="4461" y="4570"/>
                  </a:lnTo>
                  <a:lnTo>
                    <a:pt x="4461" y="4526"/>
                  </a:lnTo>
                  <a:lnTo>
                    <a:pt x="4314" y="4356"/>
                  </a:lnTo>
                  <a:lnTo>
                    <a:pt x="4314" y="4356"/>
                  </a:lnTo>
                  <a:lnTo>
                    <a:pt x="4134" y="4309"/>
                  </a:lnTo>
                  <a:close/>
                  <a:moveTo>
                    <a:pt x="4047" y="4591"/>
                  </a:moveTo>
                  <a:lnTo>
                    <a:pt x="4242" y="4786"/>
                  </a:lnTo>
                  <a:lnTo>
                    <a:pt x="4242" y="4786"/>
                  </a:lnTo>
                  <a:lnTo>
                    <a:pt x="4374" y="4809"/>
                  </a:lnTo>
                  <a:lnTo>
                    <a:pt x="4171" y="4619"/>
                  </a:lnTo>
                  <a:lnTo>
                    <a:pt x="4171" y="4619"/>
                  </a:lnTo>
                  <a:lnTo>
                    <a:pt x="4047" y="4591"/>
                  </a:lnTo>
                  <a:close/>
                  <a:moveTo>
                    <a:pt x="3612" y="4678"/>
                  </a:moveTo>
                  <a:lnTo>
                    <a:pt x="3612" y="4700"/>
                  </a:lnTo>
                  <a:lnTo>
                    <a:pt x="3756" y="4831"/>
                  </a:lnTo>
                  <a:lnTo>
                    <a:pt x="4352" y="4940"/>
                  </a:lnTo>
                  <a:lnTo>
                    <a:pt x="4374" y="4940"/>
                  </a:lnTo>
                  <a:lnTo>
                    <a:pt x="4374" y="4918"/>
                  </a:lnTo>
                  <a:lnTo>
                    <a:pt x="4242" y="4786"/>
                  </a:lnTo>
                  <a:lnTo>
                    <a:pt x="4242" y="4786"/>
                  </a:lnTo>
                  <a:lnTo>
                    <a:pt x="3634" y="4678"/>
                  </a:lnTo>
                  <a:close/>
                  <a:moveTo>
                    <a:pt x="3634" y="4809"/>
                  </a:moveTo>
                  <a:lnTo>
                    <a:pt x="3966" y="5098"/>
                  </a:lnTo>
                  <a:lnTo>
                    <a:pt x="3966" y="5098"/>
                  </a:lnTo>
                  <a:cubicBezTo>
                    <a:pt x="3696" y="5019"/>
                    <a:pt x="3352" y="4933"/>
                    <a:pt x="3090" y="4896"/>
                  </a:cubicBezTo>
                  <a:lnTo>
                    <a:pt x="3068" y="4918"/>
                  </a:lnTo>
                  <a:lnTo>
                    <a:pt x="3068" y="4940"/>
                  </a:lnTo>
                  <a:lnTo>
                    <a:pt x="3211" y="5082"/>
                  </a:lnTo>
                  <a:lnTo>
                    <a:pt x="3211" y="5082"/>
                  </a:lnTo>
                  <a:cubicBezTo>
                    <a:pt x="3169" y="5071"/>
                    <a:pt x="3129" y="5059"/>
                    <a:pt x="3090" y="5048"/>
                  </a:cubicBezTo>
                  <a:lnTo>
                    <a:pt x="3090" y="5048"/>
                  </a:lnTo>
                  <a:cubicBezTo>
                    <a:pt x="3241" y="5199"/>
                    <a:pt x="3418" y="5389"/>
                    <a:pt x="3580" y="5558"/>
                  </a:cubicBezTo>
                  <a:lnTo>
                    <a:pt x="3580" y="5558"/>
                  </a:lnTo>
                  <a:cubicBezTo>
                    <a:pt x="3629" y="5569"/>
                    <a:pt x="3676" y="5581"/>
                    <a:pt x="3721" y="5592"/>
                  </a:cubicBezTo>
                  <a:lnTo>
                    <a:pt x="3211" y="5082"/>
                  </a:lnTo>
                  <a:lnTo>
                    <a:pt x="3211" y="5082"/>
                  </a:lnTo>
                  <a:cubicBezTo>
                    <a:pt x="3498" y="5162"/>
                    <a:pt x="3844" y="5250"/>
                    <a:pt x="4091" y="5288"/>
                  </a:cubicBezTo>
                  <a:lnTo>
                    <a:pt x="4134" y="5266"/>
                  </a:lnTo>
                  <a:lnTo>
                    <a:pt x="4134" y="5244"/>
                  </a:lnTo>
                  <a:lnTo>
                    <a:pt x="3966" y="5098"/>
                  </a:lnTo>
                  <a:lnTo>
                    <a:pt x="3966" y="5098"/>
                  </a:lnTo>
                  <a:cubicBezTo>
                    <a:pt x="4010" y="5111"/>
                    <a:pt x="4052" y="5123"/>
                    <a:pt x="4091" y="5135"/>
                  </a:cubicBezTo>
                  <a:lnTo>
                    <a:pt x="3756" y="4831"/>
                  </a:lnTo>
                  <a:lnTo>
                    <a:pt x="3634" y="4809"/>
                  </a:lnTo>
                  <a:close/>
                  <a:moveTo>
                    <a:pt x="2524" y="5331"/>
                  </a:moveTo>
                  <a:lnTo>
                    <a:pt x="2524" y="5353"/>
                  </a:lnTo>
                  <a:cubicBezTo>
                    <a:pt x="2582" y="5401"/>
                    <a:pt x="2646" y="5451"/>
                    <a:pt x="2714" y="5503"/>
                  </a:cubicBezTo>
                  <a:lnTo>
                    <a:pt x="2714" y="5503"/>
                  </a:lnTo>
                  <a:cubicBezTo>
                    <a:pt x="2656" y="5489"/>
                    <a:pt x="2599" y="5475"/>
                    <a:pt x="2546" y="5462"/>
                  </a:cubicBezTo>
                  <a:lnTo>
                    <a:pt x="2546" y="5462"/>
                  </a:lnTo>
                  <a:cubicBezTo>
                    <a:pt x="2785" y="5658"/>
                    <a:pt x="3155" y="5897"/>
                    <a:pt x="3395" y="6093"/>
                  </a:cubicBezTo>
                  <a:lnTo>
                    <a:pt x="3416" y="6114"/>
                  </a:lnTo>
                  <a:lnTo>
                    <a:pt x="3820" y="6403"/>
                  </a:lnTo>
                  <a:lnTo>
                    <a:pt x="3820" y="6403"/>
                  </a:lnTo>
                  <a:lnTo>
                    <a:pt x="3938" y="6441"/>
                  </a:lnTo>
                  <a:lnTo>
                    <a:pt x="3938" y="6441"/>
                  </a:lnTo>
                  <a:lnTo>
                    <a:pt x="3482" y="6093"/>
                  </a:lnTo>
                  <a:lnTo>
                    <a:pt x="3438" y="6049"/>
                  </a:lnTo>
                  <a:cubicBezTo>
                    <a:pt x="3235" y="5880"/>
                    <a:pt x="2952" y="5684"/>
                    <a:pt x="2714" y="5503"/>
                  </a:cubicBezTo>
                  <a:lnTo>
                    <a:pt x="2714" y="5503"/>
                  </a:lnTo>
                  <a:cubicBezTo>
                    <a:pt x="3037" y="5581"/>
                    <a:pt x="3423" y="5668"/>
                    <a:pt x="3699" y="5723"/>
                  </a:cubicBezTo>
                  <a:lnTo>
                    <a:pt x="3721" y="5723"/>
                  </a:lnTo>
                  <a:lnTo>
                    <a:pt x="3721" y="5701"/>
                  </a:lnTo>
                  <a:cubicBezTo>
                    <a:pt x="3676" y="5656"/>
                    <a:pt x="3629" y="5608"/>
                    <a:pt x="3580" y="5558"/>
                  </a:cubicBezTo>
                  <a:lnTo>
                    <a:pt x="3580" y="5558"/>
                  </a:lnTo>
                  <a:cubicBezTo>
                    <a:pt x="3252" y="5478"/>
                    <a:pt x="2849" y="5388"/>
                    <a:pt x="2546" y="5331"/>
                  </a:cubicBezTo>
                  <a:close/>
                  <a:moveTo>
                    <a:pt x="2002" y="5810"/>
                  </a:moveTo>
                  <a:lnTo>
                    <a:pt x="2002" y="5832"/>
                  </a:lnTo>
                  <a:cubicBezTo>
                    <a:pt x="2057" y="5877"/>
                    <a:pt x="2119" y="5924"/>
                    <a:pt x="2184" y="5972"/>
                  </a:cubicBezTo>
                  <a:lnTo>
                    <a:pt x="2184" y="5972"/>
                  </a:lnTo>
                  <a:cubicBezTo>
                    <a:pt x="2152" y="5961"/>
                    <a:pt x="2120" y="5951"/>
                    <a:pt x="2089" y="5940"/>
                  </a:cubicBezTo>
                  <a:lnTo>
                    <a:pt x="2089" y="5940"/>
                  </a:lnTo>
                  <a:cubicBezTo>
                    <a:pt x="2247" y="6070"/>
                    <a:pt x="2453" y="6238"/>
                    <a:pt x="2657" y="6387"/>
                  </a:cubicBezTo>
                  <a:lnTo>
                    <a:pt x="2657" y="6387"/>
                  </a:lnTo>
                  <a:cubicBezTo>
                    <a:pt x="2293" y="6244"/>
                    <a:pt x="1857" y="6069"/>
                    <a:pt x="1545" y="5940"/>
                  </a:cubicBezTo>
                  <a:lnTo>
                    <a:pt x="1523" y="5940"/>
                  </a:lnTo>
                  <a:lnTo>
                    <a:pt x="1523" y="5984"/>
                  </a:lnTo>
                  <a:cubicBezTo>
                    <a:pt x="1602" y="6039"/>
                    <a:pt x="1689" y="6101"/>
                    <a:pt x="1780" y="6166"/>
                  </a:cubicBezTo>
                  <a:lnTo>
                    <a:pt x="1780" y="6166"/>
                  </a:lnTo>
                  <a:cubicBezTo>
                    <a:pt x="1736" y="6148"/>
                    <a:pt x="1694" y="6131"/>
                    <a:pt x="1654" y="6114"/>
                  </a:cubicBezTo>
                  <a:lnTo>
                    <a:pt x="1654" y="6114"/>
                  </a:lnTo>
                  <a:cubicBezTo>
                    <a:pt x="1980" y="6354"/>
                    <a:pt x="2437" y="6658"/>
                    <a:pt x="2764" y="6898"/>
                  </a:cubicBezTo>
                  <a:lnTo>
                    <a:pt x="2785" y="6920"/>
                  </a:lnTo>
                  <a:cubicBezTo>
                    <a:pt x="3019" y="7081"/>
                    <a:pt x="3297" y="7272"/>
                    <a:pt x="3546" y="7444"/>
                  </a:cubicBezTo>
                  <a:lnTo>
                    <a:pt x="3546" y="7444"/>
                  </a:lnTo>
                  <a:cubicBezTo>
                    <a:pt x="3260" y="7382"/>
                    <a:pt x="2930" y="7303"/>
                    <a:pt x="2655" y="7224"/>
                  </a:cubicBezTo>
                  <a:lnTo>
                    <a:pt x="2611" y="7224"/>
                  </a:lnTo>
                  <a:cubicBezTo>
                    <a:pt x="2307" y="7137"/>
                    <a:pt x="1915" y="7072"/>
                    <a:pt x="1632" y="6985"/>
                  </a:cubicBezTo>
                  <a:lnTo>
                    <a:pt x="1589" y="7007"/>
                  </a:lnTo>
                  <a:lnTo>
                    <a:pt x="1589" y="7028"/>
                  </a:lnTo>
                  <a:lnTo>
                    <a:pt x="1825" y="7170"/>
                  </a:lnTo>
                  <a:lnTo>
                    <a:pt x="1825" y="7170"/>
                  </a:lnTo>
                  <a:cubicBezTo>
                    <a:pt x="1782" y="7159"/>
                    <a:pt x="1739" y="7148"/>
                    <a:pt x="1697" y="7137"/>
                  </a:cubicBezTo>
                  <a:lnTo>
                    <a:pt x="1697" y="7137"/>
                  </a:lnTo>
                  <a:lnTo>
                    <a:pt x="2123" y="7393"/>
                  </a:lnTo>
                  <a:lnTo>
                    <a:pt x="2123" y="7393"/>
                  </a:lnTo>
                  <a:cubicBezTo>
                    <a:pt x="2164" y="7401"/>
                    <a:pt x="2203" y="7410"/>
                    <a:pt x="2241" y="7420"/>
                  </a:cubicBezTo>
                  <a:lnTo>
                    <a:pt x="1825" y="7170"/>
                  </a:lnTo>
                  <a:lnTo>
                    <a:pt x="1825" y="7170"/>
                  </a:lnTo>
                  <a:cubicBezTo>
                    <a:pt x="2049" y="7229"/>
                    <a:pt x="2283" y="7296"/>
                    <a:pt x="2502" y="7333"/>
                  </a:cubicBezTo>
                  <a:lnTo>
                    <a:pt x="2546" y="7333"/>
                  </a:lnTo>
                  <a:cubicBezTo>
                    <a:pt x="2872" y="7420"/>
                    <a:pt x="3329" y="7529"/>
                    <a:pt x="3656" y="7616"/>
                  </a:cubicBezTo>
                  <a:lnTo>
                    <a:pt x="3699" y="7572"/>
                  </a:lnTo>
                  <a:lnTo>
                    <a:pt x="3699" y="7550"/>
                  </a:lnTo>
                  <a:cubicBezTo>
                    <a:pt x="3650" y="7516"/>
                    <a:pt x="3598" y="7481"/>
                    <a:pt x="3546" y="7444"/>
                  </a:cubicBezTo>
                  <a:lnTo>
                    <a:pt x="3546" y="7444"/>
                  </a:lnTo>
                  <a:cubicBezTo>
                    <a:pt x="3576" y="7451"/>
                    <a:pt x="3605" y="7457"/>
                    <a:pt x="3634" y="7463"/>
                  </a:cubicBezTo>
                  <a:cubicBezTo>
                    <a:pt x="3395" y="7311"/>
                    <a:pt x="3090" y="7094"/>
                    <a:pt x="2851" y="6920"/>
                  </a:cubicBezTo>
                  <a:lnTo>
                    <a:pt x="2829" y="6898"/>
                  </a:lnTo>
                  <a:cubicBezTo>
                    <a:pt x="2520" y="6692"/>
                    <a:pt x="2118" y="6406"/>
                    <a:pt x="1780" y="6166"/>
                  </a:cubicBezTo>
                  <a:lnTo>
                    <a:pt x="1780" y="6166"/>
                  </a:lnTo>
                  <a:cubicBezTo>
                    <a:pt x="2136" y="6309"/>
                    <a:pt x="2589" y="6482"/>
                    <a:pt x="2938" y="6637"/>
                  </a:cubicBezTo>
                  <a:lnTo>
                    <a:pt x="2959" y="6637"/>
                  </a:lnTo>
                  <a:lnTo>
                    <a:pt x="2959" y="6593"/>
                  </a:lnTo>
                  <a:cubicBezTo>
                    <a:pt x="2864" y="6534"/>
                    <a:pt x="2761" y="6463"/>
                    <a:pt x="2657" y="6387"/>
                  </a:cubicBezTo>
                  <a:lnTo>
                    <a:pt x="2657" y="6387"/>
                  </a:lnTo>
                  <a:cubicBezTo>
                    <a:pt x="2724" y="6413"/>
                    <a:pt x="2789" y="6439"/>
                    <a:pt x="2851" y="6463"/>
                  </a:cubicBezTo>
                  <a:cubicBezTo>
                    <a:pt x="2666" y="6312"/>
                    <a:pt x="2404" y="6135"/>
                    <a:pt x="2184" y="5972"/>
                  </a:cubicBezTo>
                  <a:lnTo>
                    <a:pt x="2184" y="5972"/>
                  </a:lnTo>
                  <a:cubicBezTo>
                    <a:pt x="2497" y="6078"/>
                    <a:pt x="2881" y="6212"/>
                    <a:pt x="3177" y="6310"/>
                  </a:cubicBezTo>
                  <a:lnTo>
                    <a:pt x="3220" y="6332"/>
                  </a:lnTo>
                  <a:lnTo>
                    <a:pt x="3982" y="6571"/>
                  </a:lnTo>
                  <a:lnTo>
                    <a:pt x="4026" y="6571"/>
                  </a:lnTo>
                  <a:lnTo>
                    <a:pt x="4026" y="6550"/>
                  </a:lnTo>
                  <a:lnTo>
                    <a:pt x="3820" y="6403"/>
                  </a:lnTo>
                  <a:lnTo>
                    <a:pt x="3820" y="6403"/>
                  </a:lnTo>
                  <a:lnTo>
                    <a:pt x="3329" y="6245"/>
                  </a:lnTo>
                  <a:lnTo>
                    <a:pt x="3286" y="6223"/>
                  </a:lnTo>
                  <a:cubicBezTo>
                    <a:pt x="2894" y="6114"/>
                    <a:pt x="2415" y="5940"/>
                    <a:pt x="2024" y="5810"/>
                  </a:cubicBezTo>
                  <a:close/>
                  <a:moveTo>
                    <a:pt x="1371" y="7246"/>
                  </a:moveTo>
                  <a:lnTo>
                    <a:pt x="1349" y="7289"/>
                  </a:lnTo>
                  <a:lnTo>
                    <a:pt x="1349" y="7311"/>
                  </a:lnTo>
                  <a:lnTo>
                    <a:pt x="1562" y="7436"/>
                  </a:lnTo>
                  <a:lnTo>
                    <a:pt x="1562" y="7436"/>
                  </a:lnTo>
                  <a:cubicBezTo>
                    <a:pt x="1527" y="7431"/>
                    <a:pt x="1492" y="7425"/>
                    <a:pt x="1458" y="7420"/>
                  </a:cubicBezTo>
                  <a:lnTo>
                    <a:pt x="1458" y="7420"/>
                  </a:lnTo>
                  <a:lnTo>
                    <a:pt x="1994" y="7726"/>
                  </a:lnTo>
                  <a:lnTo>
                    <a:pt x="1994" y="7726"/>
                  </a:lnTo>
                  <a:cubicBezTo>
                    <a:pt x="1710" y="7668"/>
                    <a:pt x="1384" y="7607"/>
                    <a:pt x="1110" y="7529"/>
                  </a:cubicBezTo>
                  <a:lnTo>
                    <a:pt x="1088" y="7550"/>
                  </a:lnTo>
                  <a:lnTo>
                    <a:pt x="1088" y="7572"/>
                  </a:lnTo>
                  <a:lnTo>
                    <a:pt x="1271" y="7698"/>
                  </a:lnTo>
                  <a:lnTo>
                    <a:pt x="1271" y="7698"/>
                  </a:lnTo>
                  <a:cubicBezTo>
                    <a:pt x="1246" y="7692"/>
                    <a:pt x="1221" y="7687"/>
                    <a:pt x="1197" y="7681"/>
                  </a:cubicBezTo>
                  <a:lnTo>
                    <a:pt x="1197" y="7681"/>
                  </a:lnTo>
                  <a:lnTo>
                    <a:pt x="1692" y="8032"/>
                  </a:lnTo>
                  <a:lnTo>
                    <a:pt x="1692" y="8032"/>
                  </a:lnTo>
                  <a:lnTo>
                    <a:pt x="1784" y="8051"/>
                  </a:lnTo>
                  <a:lnTo>
                    <a:pt x="1271" y="7698"/>
                  </a:lnTo>
                  <a:lnTo>
                    <a:pt x="1271" y="7698"/>
                  </a:lnTo>
                  <a:cubicBezTo>
                    <a:pt x="1549" y="7761"/>
                    <a:pt x="1919" y="7839"/>
                    <a:pt x="2198" y="7899"/>
                  </a:cubicBezTo>
                  <a:lnTo>
                    <a:pt x="2220" y="7877"/>
                  </a:lnTo>
                  <a:lnTo>
                    <a:pt x="2220" y="7855"/>
                  </a:lnTo>
                  <a:lnTo>
                    <a:pt x="1994" y="7726"/>
                  </a:lnTo>
                  <a:lnTo>
                    <a:pt x="1994" y="7726"/>
                  </a:lnTo>
                  <a:cubicBezTo>
                    <a:pt x="2027" y="7733"/>
                    <a:pt x="2058" y="7740"/>
                    <a:pt x="2089" y="7746"/>
                  </a:cubicBezTo>
                  <a:lnTo>
                    <a:pt x="1562" y="7436"/>
                  </a:lnTo>
                  <a:lnTo>
                    <a:pt x="1562" y="7436"/>
                  </a:lnTo>
                  <a:cubicBezTo>
                    <a:pt x="1823" y="7479"/>
                    <a:pt x="2118" y="7534"/>
                    <a:pt x="2328" y="7572"/>
                  </a:cubicBezTo>
                  <a:lnTo>
                    <a:pt x="2350" y="7550"/>
                  </a:lnTo>
                  <a:lnTo>
                    <a:pt x="2350" y="7529"/>
                  </a:lnTo>
                  <a:lnTo>
                    <a:pt x="2123" y="7393"/>
                  </a:lnTo>
                  <a:lnTo>
                    <a:pt x="2123" y="7393"/>
                  </a:lnTo>
                  <a:cubicBezTo>
                    <a:pt x="1886" y="7342"/>
                    <a:pt x="1613" y="7302"/>
                    <a:pt x="1371" y="7246"/>
                  </a:cubicBezTo>
                  <a:close/>
                  <a:moveTo>
                    <a:pt x="1240" y="7942"/>
                  </a:moveTo>
                  <a:lnTo>
                    <a:pt x="1219" y="7964"/>
                  </a:lnTo>
                  <a:lnTo>
                    <a:pt x="1219" y="7986"/>
                  </a:lnTo>
                  <a:lnTo>
                    <a:pt x="1456" y="8121"/>
                  </a:lnTo>
                  <a:lnTo>
                    <a:pt x="1456" y="8121"/>
                  </a:lnTo>
                  <a:lnTo>
                    <a:pt x="1850" y="8203"/>
                  </a:lnTo>
                  <a:lnTo>
                    <a:pt x="1871" y="8181"/>
                  </a:lnTo>
                  <a:lnTo>
                    <a:pt x="1871" y="8160"/>
                  </a:lnTo>
                  <a:lnTo>
                    <a:pt x="1692" y="8032"/>
                  </a:lnTo>
                  <a:lnTo>
                    <a:pt x="1692" y="8032"/>
                  </a:lnTo>
                  <a:lnTo>
                    <a:pt x="1240" y="7942"/>
                  </a:lnTo>
                  <a:close/>
                  <a:moveTo>
                    <a:pt x="1328" y="8094"/>
                  </a:moveTo>
                  <a:lnTo>
                    <a:pt x="1980" y="8486"/>
                  </a:lnTo>
                  <a:lnTo>
                    <a:pt x="2002" y="8508"/>
                  </a:lnTo>
                  <a:lnTo>
                    <a:pt x="2042" y="8530"/>
                  </a:lnTo>
                  <a:lnTo>
                    <a:pt x="2133" y="8530"/>
                  </a:lnTo>
                  <a:lnTo>
                    <a:pt x="2002" y="8443"/>
                  </a:lnTo>
                  <a:lnTo>
                    <a:pt x="1980" y="8421"/>
                  </a:lnTo>
                  <a:lnTo>
                    <a:pt x="1456" y="8121"/>
                  </a:lnTo>
                  <a:lnTo>
                    <a:pt x="1456" y="8121"/>
                  </a:lnTo>
                  <a:lnTo>
                    <a:pt x="1328" y="8094"/>
                  </a:lnTo>
                  <a:close/>
                  <a:moveTo>
                    <a:pt x="1523" y="8508"/>
                  </a:moveTo>
                  <a:lnTo>
                    <a:pt x="1480" y="8530"/>
                  </a:lnTo>
                  <a:lnTo>
                    <a:pt x="1480" y="8551"/>
                  </a:lnTo>
                  <a:lnTo>
                    <a:pt x="1654" y="8643"/>
                  </a:lnTo>
                  <a:lnTo>
                    <a:pt x="1654" y="8643"/>
                  </a:lnTo>
                  <a:lnTo>
                    <a:pt x="1871" y="8660"/>
                  </a:lnTo>
                  <a:lnTo>
                    <a:pt x="1915" y="8660"/>
                  </a:lnTo>
                  <a:lnTo>
                    <a:pt x="2220" y="8704"/>
                  </a:lnTo>
                  <a:lnTo>
                    <a:pt x="2241" y="8660"/>
                  </a:lnTo>
                  <a:lnTo>
                    <a:pt x="2241" y="8638"/>
                  </a:lnTo>
                  <a:lnTo>
                    <a:pt x="2042" y="8530"/>
                  </a:lnTo>
                  <a:lnTo>
                    <a:pt x="1915" y="8530"/>
                  </a:lnTo>
                  <a:lnTo>
                    <a:pt x="1523" y="8508"/>
                  </a:lnTo>
                  <a:close/>
                  <a:moveTo>
                    <a:pt x="697" y="8508"/>
                  </a:moveTo>
                  <a:lnTo>
                    <a:pt x="697" y="8530"/>
                  </a:lnTo>
                  <a:cubicBezTo>
                    <a:pt x="759" y="8583"/>
                    <a:pt x="825" y="8642"/>
                    <a:pt x="892" y="8705"/>
                  </a:cubicBezTo>
                  <a:lnTo>
                    <a:pt x="892" y="8705"/>
                  </a:lnTo>
                  <a:cubicBezTo>
                    <a:pt x="854" y="8689"/>
                    <a:pt x="818" y="8674"/>
                    <a:pt x="784" y="8660"/>
                  </a:cubicBezTo>
                  <a:lnTo>
                    <a:pt x="784" y="8660"/>
                  </a:lnTo>
                  <a:cubicBezTo>
                    <a:pt x="1023" y="8878"/>
                    <a:pt x="1349" y="9204"/>
                    <a:pt x="1589" y="9422"/>
                  </a:cubicBezTo>
                  <a:lnTo>
                    <a:pt x="1632" y="9465"/>
                  </a:lnTo>
                  <a:lnTo>
                    <a:pt x="1901" y="9707"/>
                  </a:lnTo>
                  <a:lnTo>
                    <a:pt x="1901" y="9707"/>
                  </a:lnTo>
                  <a:lnTo>
                    <a:pt x="1958" y="9726"/>
                  </a:lnTo>
                  <a:lnTo>
                    <a:pt x="1632" y="9400"/>
                  </a:lnTo>
                  <a:lnTo>
                    <a:pt x="1589" y="9378"/>
                  </a:lnTo>
                  <a:cubicBezTo>
                    <a:pt x="1385" y="9192"/>
                    <a:pt x="1129" y="8926"/>
                    <a:pt x="892" y="8705"/>
                  </a:cubicBezTo>
                  <a:lnTo>
                    <a:pt x="892" y="8705"/>
                  </a:lnTo>
                  <a:cubicBezTo>
                    <a:pt x="1145" y="8807"/>
                    <a:pt x="1470" y="8930"/>
                    <a:pt x="1697" y="8987"/>
                  </a:cubicBezTo>
                  <a:lnTo>
                    <a:pt x="1763" y="9030"/>
                  </a:lnTo>
                  <a:cubicBezTo>
                    <a:pt x="2067" y="9139"/>
                    <a:pt x="2437" y="9269"/>
                    <a:pt x="2742" y="9378"/>
                  </a:cubicBezTo>
                  <a:lnTo>
                    <a:pt x="2764" y="9356"/>
                  </a:lnTo>
                  <a:lnTo>
                    <a:pt x="2764" y="9313"/>
                  </a:lnTo>
                  <a:cubicBezTo>
                    <a:pt x="2669" y="9258"/>
                    <a:pt x="2559" y="9194"/>
                    <a:pt x="2446" y="9128"/>
                  </a:cubicBezTo>
                  <a:lnTo>
                    <a:pt x="2446" y="9128"/>
                  </a:lnTo>
                  <a:lnTo>
                    <a:pt x="2546" y="9161"/>
                  </a:lnTo>
                  <a:lnTo>
                    <a:pt x="2546" y="9161"/>
                  </a:lnTo>
                  <a:lnTo>
                    <a:pt x="1871" y="8769"/>
                  </a:lnTo>
                  <a:lnTo>
                    <a:pt x="1850" y="8747"/>
                  </a:lnTo>
                  <a:lnTo>
                    <a:pt x="1654" y="8643"/>
                  </a:lnTo>
                  <a:lnTo>
                    <a:pt x="1654" y="8643"/>
                  </a:lnTo>
                  <a:lnTo>
                    <a:pt x="1589" y="8638"/>
                  </a:lnTo>
                  <a:lnTo>
                    <a:pt x="1850" y="8769"/>
                  </a:lnTo>
                  <a:lnTo>
                    <a:pt x="1871" y="8812"/>
                  </a:lnTo>
                  <a:cubicBezTo>
                    <a:pt x="2038" y="8896"/>
                    <a:pt x="2248" y="9014"/>
                    <a:pt x="2446" y="9128"/>
                  </a:cubicBezTo>
                  <a:lnTo>
                    <a:pt x="2446" y="9128"/>
                  </a:lnTo>
                  <a:lnTo>
                    <a:pt x="1806" y="8921"/>
                  </a:lnTo>
                  <a:lnTo>
                    <a:pt x="1763" y="8878"/>
                  </a:lnTo>
                  <a:cubicBezTo>
                    <a:pt x="1436" y="8769"/>
                    <a:pt x="1023" y="8617"/>
                    <a:pt x="718" y="8508"/>
                  </a:cubicBezTo>
                  <a:close/>
                  <a:moveTo>
                    <a:pt x="22" y="8965"/>
                  </a:moveTo>
                  <a:lnTo>
                    <a:pt x="0" y="8987"/>
                  </a:lnTo>
                  <a:lnTo>
                    <a:pt x="0" y="9030"/>
                  </a:lnTo>
                  <a:cubicBezTo>
                    <a:pt x="51" y="9068"/>
                    <a:pt x="103" y="9107"/>
                    <a:pt x="156" y="9148"/>
                  </a:cubicBezTo>
                  <a:lnTo>
                    <a:pt x="156" y="9148"/>
                  </a:lnTo>
                  <a:cubicBezTo>
                    <a:pt x="148" y="9145"/>
                    <a:pt x="139" y="9142"/>
                    <a:pt x="131" y="9139"/>
                  </a:cubicBezTo>
                  <a:lnTo>
                    <a:pt x="131" y="9139"/>
                  </a:lnTo>
                  <a:cubicBezTo>
                    <a:pt x="181" y="9173"/>
                    <a:pt x="232" y="9209"/>
                    <a:pt x="284" y="9246"/>
                  </a:cubicBezTo>
                  <a:lnTo>
                    <a:pt x="284" y="9246"/>
                  </a:lnTo>
                  <a:cubicBezTo>
                    <a:pt x="240" y="9213"/>
                    <a:pt x="198" y="9180"/>
                    <a:pt x="156" y="9148"/>
                  </a:cubicBezTo>
                  <a:lnTo>
                    <a:pt x="156" y="9148"/>
                  </a:lnTo>
                  <a:cubicBezTo>
                    <a:pt x="567" y="9300"/>
                    <a:pt x="1118" y="9512"/>
                    <a:pt x="1523" y="9683"/>
                  </a:cubicBezTo>
                  <a:lnTo>
                    <a:pt x="1545" y="9705"/>
                  </a:lnTo>
                  <a:lnTo>
                    <a:pt x="2024" y="9900"/>
                  </a:lnTo>
                  <a:lnTo>
                    <a:pt x="2067" y="9900"/>
                  </a:lnTo>
                  <a:lnTo>
                    <a:pt x="2067" y="9857"/>
                  </a:lnTo>
                  <a:lnTo>
                    <a:pt x="1901" y="9707"/>
                  </a:lnTo>
                  <a:lnTo>
                    <a:pt x="1901" y="9707"/>
                  </a:lnTo>
                  <a:lnTo>
                    <a:pt x="1567" y="9596"/>
                  </a:lnTo>
                  <a:lnTo>
                    <a:pt x="1545" y="9574"/>
                  </a:lnTo>
                  <a:cubicBezTo>
                    <a:pt x="1088" y="9378"/>
                    <a:pt x="479" y="9139"/>
                    <a:pt x="22" y="8965"/>
                  </a:cubicBezTo>
                  <a:close/>
                  <a:moveTo>
                    <a:pt x="284" y="9246"/>
                  </a:moveTo>
                  <a:cubicBezTo>
                    <a:pt x="662" y="9539"/>
                    <a:pt x="1086" y="9881"/>
                    <a:pt x="1415" y="10140"/>
                  </a:cubicBezTo>
                  <a:lnTo>
                    <a:pt x="1436" y="10161"/>
                  </a:lnTo>
                  <a:lnTo>
                    <a:pt x="2024" y="10618"/>
                  </a:lnTo>
                  <a:lnTo>
                    <a:pt x="1415" y="10270"/>
                  </a:lnTo>
                  <a:lnTo>
                    <a:pt x="1371" y="10248"/>
                  </a:lnTo>
                  <a:lnTo>
                    <a:pt x="762" y="9900"/>
                  </a:lnTo>
                  <a:lnTo>
                    <a:pt x="718" y="9900"/>
                  </a:lnTo>
                  <a:lnTo>
                    <a:pt x="718" y="9922"/>
                  </a:lnTo>
                  <a:lnTo>
                    <a:pt x="1197" y="10379"/>
                  </a:lnTo>
                  <a:cubicBezTo>
                    <a:pt x="1023" y="10379"/>
                    <a:pt x="827" y="10357"/>
                    <a:pt x="675" y="10357"/>
                  </a:cubicBezTo>
                  <a:lnTo>
                    <a:pt x="675" y="10379"/>
                  </a:lnTo>
                  <a:lnTo>
                    <a:pt x="697" y="10401"/>
                  </a:lnTo>
                  <a:cubicBezTo>
                    <a:pt x="871" y="10401"/>
                    <a:pt x="1088" y="10444"/>
                    <a:pt x="1262" y="10444"/>
                  </a:cubicBezTo>
                  <a:lnTo>
                    <a:pt x="1262" y="10401"/>
                  </a:lnTo>
                  <a:lnTo>
                    <a:pt x="871" y="10009"/>
                  </a:lnTo>
                  <a:lnTo>
                    <a:pt x="871" y="10009"/>
                  </a:lnTo>
                  <a:lnTo>
                    <a:pt x="1371" y="10292"/>
                  </a:lnTo>
                  <a:lnTo>
                    <a:pt x="1415" y="10336"/>
                  </a:lnTo>
                  <a:cubicBezTo>
                    <a:pt x="1676" y="10488"/>
                    <a:pt x="2002" y="10684"/>
                    <a:pt x="2285" y="10836"/>
                  </a:cubicBezTo>
                  <a:lnTo>
                    <a:pt x="2307" y="10836"/>
                  </a:lnTo>
                  <a:lnTo>
                    <a:pt x="2307" y="10814"/>
                  </a:lnTo>
                  <a:cubicBezTo>
                    <a:pt x="2067" y="10618"/>
                    <a:pt x="1697" y="10357"/>
                    <a:pt x="1458" y="10161"/>
                  </a:cubicBezTo>
                  <a:lnTo>
                    <a:pt x="1436" y="10140"/>
                  </a:lnTo>
                  <a:cubicBezTo>
                    <a:pt x="1092" y="9872"/>
                    <a:pt x="663" y="9520"/>
                    <a:pt x="284" y="924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29"/>
            <p:cNvSpPr/>
            <p:nvPr/>
          </p:nvSpPr>
          <p:spPr>
            <a:xfrm>
              <a:off x="6921800" y="3064125"/>
              <a:ext cx="50075" cy="63125"/>
            </a:xfrm>
            <a:custGeom>
              <a:rect b="b" l="l" r="r" t="t"/>
              <a:pathLst>
                <a:path extrusionOk="0" h="2525" w="2003">
                  <a:moveTo>
                    <a:pt x="1" y="0"/>
                  </a:moveTo>
                  <a:lnTo>
                    <a:pt x="1" y="1371"/>
                  </a:lnTo>
                  <a:lnTo>
                    <a:pt x="2003" y="2524"/>
                  </a:lnTo>
                  <a:lnTo>
                    <a:pt x="2003" y="1153"/>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9"/>
            <p:cNvSpPr/>
            <p:nvPr/>
          </p:nvSpPr>
          <p:spPr>
            <a:xfrm>
              <a:off x="6741750" y="3226750"/>
              <a:ext cx="156700" cy="124600"/>
            </a:xfrm>
            <a:custGeom>
              <a:rect b="b" l="l" r="r" t="t"/>
              <a:pathLst>
                <a:path extrusionOk="0" h="4984" w="6268">
                  <a:moveTo>
                    <a:pt x="1" y="1"/>
                  </a:moveTo>
                  <a:lnTo>
                    <a:pt x="1" y="1350"/>
                  </a:lnTo>
                  <a:lnTo>
                    <a:pt x="6267" y="4983"/>
                  </a:lnTo>
                  <a:lnTo>
                    <a:pt x="6267" y="361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9"/>
            <p:cNvSpPr/>
            <p:nvPr/>
          </p:nvSpPr>
          <p:spPr>
            <a:xfrm>
              <a:off x="6898425" y="3102725"/>
              <a:ext cx="368275" cy="248625"/>
            </a:xfrm>
            <a:custGeom>
              <a:rect b="b" l="l" r="r" t="t"/>
              <a:pathLst>
                <a:path extrusionOk="0" h="9945" w="14731">
                  <a:moveTo>
                    <a:pt x="14731" y="1"/>
                  </a:moveTo>
                  <a:lnTo>
                    <a:pt x="0" y="8574"/>
                  </a:lnTo>
                  <a:lnTo>
                    <a:pt x="0" y="9944"/>
                  </a:lnTo>
                  <a:lnTo>
                    <a:pt x="14731" y="1372"/>
                  </a:lnTo>
                  <a:lnTo>
                    <a:pt x="1473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9"/>
            <p:cNvSpPr/>
            <p:nvPr/>
          </p:nvSpPr>
          <p:spPr>
            <a:xfrm>
              <a:off x="6741750" y="2983075"/>
              <a:ext cx="524950" cy="334000"/>
            </a:xfrm>
            <a:custGeom>
              <a:rect b="b" l="l" r="r" t="t"/>
              <a:pathLst>
                <a:path extrusionOk="0" h="13360" w="20998">
                  <a:moveTo>
                    <a:pt x="12751" y="0"/>
                  </a:moveTo>
                  <a:lnTo>
                    <a:pt x="7203" y="3242"/>
                  </a:lnTo>
                  <a:lnTo>
                    <a:pt x="9205" y="4395"/>
                  </a:lnTo>
                  <a:lnTo>
                    <a:pt x="1" y="9748"/>
                  </a:lnTo>
                  <a:lnTo>
                    <a:pt x="6267" y="13360"/>
                  </a:lnTo>
                  <a:lnTo>
                    <a:pt x="20998" y="4787"/>
                  </a:lnTo>
                  <a:lnTo>
                    <a:pt x="14753" y="1175"/>
                  </a:lnTo>
                  <a:lnTo>
                    <a:pt x="127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9"/>
            <p:cNvSpPr/>
            <p:nvPr/>
          </p:nvSpPr>
          <p:spPr>
            <a:xfrm>
              <a:off x="6667250" y="2855225"/>
              <a:ext cx="85950" cy="34450"/>
            </a:xfrm>
            <a:custGeom>
              <a:rect b="b" l="l" r="r" t="t"/>
              <a:pathLst>
                <a:path extrusionOk="0" h="1378" w="3438">
                  <a:moveTo>
                    <a:pt x="0" y="1"/>
                  </a:moveTo>
                  <a:lnTo>
                    <a:pt x="0" y="197"/>
                  </a:lnTo>
                  <a:cubicBezTo>
                    <a:pt x="0" y="501"/>
                    <a:pt x="174" y="806"/>
                    <a:pt x="566" y="1024"/>
                  </a:cubicBezTo>
                  <a:cubicBezTo>
                    <a:pt x="967" y="1257"/>
                    <a:pt x="1499" y="1377"/>
                    <a:pt x="2031" y="1377"/>
                  </a:cubicBezTo>
                  <a:cubicBezTo>
                    <a:pt x="2538" y="1377"/>
                    <a:pt x="3045" y="1268"/>
                    <a:pt x="3438" y="1045"/>
                  </a:cubicBezTo>
                  <a:lnTo>
                    <a:pt x="3438" y="850"/>
                  </a:lnTo>
                  <a:cubicBezTo>
                    <a:pt x="3045" y="1073"/>
                    <a:pt x="2538" y="1182"/>
                    <a:pt x="2031" y="1182"/>
                  </a:cubicBezTo>
                  <a:cubicBezTo>
                    <a:pt x="1499" y="1182"/>
                    <a:pt x="967" y="1062"/>
                    <a:pt x="566" y="828"/>
                  </a:cubicBezTo>
                  <a:cubicBezTo>
                    <a:pt x="174" y="610"/>
                    <a:pt x="0" y="306"/>
                    <a:pt x="0" y="1"/>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9"/>
            <p:cNvSpPr/>
            <p:nvPr/>
          </p:nvSpPr>
          <p:spPr>
            <a:xfrm>
              <a:off x="6753175" y="2856325"/>
              <a:ext cx="15800" cy="25600"/>
            </a:xfrm>
            <a:custGeom>
              <a:rect b="b" l="l" r="r" t="t"/>
              <a:pathLst>
                <a:path extrusionOk="0" h="1024" w="632">
                  <a:moveTo>
                    <a:pt x="632" y="0"/>
                  </a:moveTo>
                  <a:cubicBezTo>
                    <a:pt x="632" y="283"/>
                    <a:pt x="436" y="610"/>
                    <a:pt x="1" y="827"/>
                  </a:cubicBezTo>
                  <a:lnTo>
                    <a:pt x="1" y="1023"/>
                  </a:lnTo>
                  <a:cubicBezTo>
                    <a:pt x="414" y="806"/>
                    <a:pt x="632" y="479"/>
                    <a:pt x="632" y="175"/>
                  </a:cubicBezTo>
                  <a:lnTo>
                    <a:pt x="632" y="0"/>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9"/>
            <p:cNvSpPr/>
            <p:nvPr/>
          </p:nvSpPr>
          <p:spPr>
            <a:xfrm>
              <a:off x="6661800" y="2826600"/>
              <a:ext cx="112625" cy="58925"/>
            </a:xfrm>
            <a:custGeom>
              <a:rect b="b" l="l" r="r" t="t"/>
              <a:pathLst>
                <a:path extrusionOk="0" h="2357" w="4505">
                  <a:moveTo>
                    <a:pt x="2234" y="324"/>
                  </a:moveTo>
                  <a:cubicBezTo>
                    <a:pt x="2619" y="324"/>
                    <a:pt x="3005" y="412"/>
                    <a:pt x="3286" y="580"/>
                  </a:cubicBezTo>
                  <a:cubicBezTo>
                    <a:pt x="3852" y="928"/>
                    <a:pt x="3830" y="1451"/>
                    <a:pt x="3264" y="1777"/>
                  </a:cubicBezTo>
                  <a:cubicBezTo>
                    <a:pt x="2975" y="1937"/>
                    <a:pt x="2613" y="2019"/>
                    <a:pt x="2251" y="2019"/>
                  </a:cubicBezTo>
                  <a:cubicBezTo>
                    <a:pt x="1878" y="2019"/>
                    <a:pt x="1506" y="1932"/>
                    <a:pt x="1219" y="1755"/>
                  </a:cubicBezTo>
                  <a:cubicBezTo>
                    <a:pt x="653" y="1407"/>
                    <a:pt x="675" y="885"/>
                    <a:pt x="1241" y="558"/>
                  </a:cubicBezTo>
                  <a:cubicBezTo>
                    <a:pt x="1514" y="401"/>
                    <a:pt x="1874" y="324"/>
                    <a:pt x="2234" y="324"/>
                  </a:cubicBezTo>
                  <a:close/>
                  <a:moveTo>
                    <a:pt x="2236" y="0"/>
                  </a:moveTo>
                  <a:cubicBezTo>
                    <a:pt x="1732" y="0"/>
                    <a:pt x="1226" y="110"/>
                    <a:pt x="827" y="341"/>
                  </a:cubicBezTo>
                  <a:cubicBezTo>
                    <a:pt x="22" y="776"/>
                    <a:pt x="0" y="1538"/>
                    <a:pt x="784" y="1995"/>
                  </a:cubicBezTo>
                  <a:cubicBezTo>
                    <a:pt x="1189" y="2231"/>
                    <a:pt x="1728" y="2357"/>
                    <a:pt x="2266" y="2357"/>
                  </a:cubicBezTo>
                  <a:cubicBezTo>
                    <a:pt x="2767" y="2357"/>
                    <a:pt x="3267" y="2247"/>
                    <a:pt x="3656" y="2016"/>
                  </a:cubicBezTo>
                  <a:cubicBezTo>
                    <a:pt x="4483" y="1559"/>
                    <a:pt x="4504" y="820"/>
                    <a:pt x="3721" y="363"/>
                  </a:cubicBezTo>
                  <a:cubicBezTo>
                    <a:pt x="3316" y="126"/>
                    <a:pt x="2777" y="0"/>
                    <a:pt x="22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9"/>
            <p:cNvSpPr/>
            <p:nvPr/>
          </p:nvSpPr>
          <p:spPr>
            <a:xfrm>
              <a:off x="6743400" y="2800300"/>
              <a:ext cx="10900" cy="70725"/>
            </a:xfrm>
            <a:custGeom>
              <a:rect b="b" l="l" r="r" t="t"/>
              <a:pathLst>
                <a:path extrusionOk="0" h="2829" w="436">
                  <a:moveTo>
                    <a:pt x="435" y="0"/>
                  </a:moveTo>
                  <a:cubicBezTo>
                    <a:pt x="435" y="218"/>
                    <a:pt x="283" y="436"/>
                    <a:pt x="0" y="610"/>
                  </a:cubicBezTo>
                  <a:lnTo>
                    <a:pt x="0" y="2829"/>
                  </a:lnTo>
                  <a:cubicBezTo>
                    <a:pt x="283" y="2677"/>
                    <a:pt x="435" y="2459"/>
                    <a:pt x="435" y="2241"/>
                  </a:cubicBezTo>
                  <a:lnTo>
                    <a:pt x="435" y="0"/>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9"/>
            <p:cNvSpPr/>
            <p:nvPr/>
          </p:nvSpPr>
          <p:spPr>
            <a:xfrm>
              <a:off x="6681925" y="2800300"/>
              <a:ext cx="61500" cy="77125"/>
            </a:xfrm>
            <a:custGeom>
              <a:rect b="b" l="l" r="r" t="t"/>
              <a:pathLst>
                <a:path extrusionOk="0" h="3085" w="2460">
                  <a:moveTo>
                    <a:pt x="1" y="0"/>
                  </a:moveTo>
                  <a:lnTo>
                    <a:pt x="1" y="2241"/>
                  </a:lnTo>
                  <a:cubicBezTo>
                    <a:pt x="1" y="2416"/>
                    <a:pt x="131" y="2633"/>
                    <a:pt x="414" y="2829"/>
                  </a:cubicBezTo>
                  <a:cubicBezTo>
                    <a:pt x="695" y="2998"/>
                    <a:pt x="1075" y="3085"/>
                    <a:pt x="1457" y="3085"/>
                  </a:cubicBezTo>
                  <a:cubicBezTo>
                    <a:pt x="1815" y="3085"/>
                    <a:pt x="2175" y="3008"/>
                    <a:pt x="2459" y="2851"/>
                  </a:cubicBezTo>
                  <a:lnTo>
                    <a:pt x="2459" y="631"/>
                  </a:lnTo>
                  <a:cubicBezTo>
                    <a:pt x="2175" y="789"/>
                    <a:pt x="1815" y="866"/>
                    <a:pt x="1457" y="866"/>
                  </a:cubicBezTo>
                  <a:cubicBezTo>
                    <a:pt x="1075" y="866"/>
                    <a:pt x="695" y="778"/>
                    <a:pt x="414" y="610"/>
                  </a:cubicBezTo>
                  <a:cubicBezTo>
                    <a:pt x="131" y="436"/>
                    <a:pt x="1" y="218"/>
                    <a:pt x="1" y="0"/>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9"/>
            <p:cNvSpPr/>
            <p:nvPr/>
          </p:nvSpPr>
          <p:spPr>
            <a:xfrm>
              <a:off x="6678650" y="2778925"/>
              <a:ext cx="79450" cy="42225"/>
            </a:xfrm>
            <a:custGeom>
              <a:rect b="b" l="l" r="r" t="t"/>
              <a:pathLst>
                <a:path extrusionOk="0" h="1689" w="3178">
                  <a:moveTo>
                    <a:pt x="1581" y="267"/>
                  </a:moveTo>
                  <a:cubicBezTo>
                    <a:pt x="1847" y="267"/>
                    <a:pt x="2113" y="328"/>
                    <a:pt x="2307" y="442"/>
                  </a:cubicBezTo>
                  <a:cubicBezTo>
                    <a:pt x="2699" y="703"/>
                    <a:pt x="2655" y="1051"/>
                    <a:pt x="2286" y="1269"/>
                  </a:cubicBezTo>
                  <a:cubicBezTo>
                    <a:pt x="2084" y="1375"/>
                    <a:pt x="1841" y="1429"/>
                    <a:pt x="1599" y="1429"/>
                  </a:cubicBezTo>
                  <a:cubicBezTo>
                    <a:pt x="1345" y="1429"/>
                    <a:pt x="1094" y="1370"/>
                    <a:pt x="893" y="1247"/>
                  </a:cubicBezTo>
                  <a:cubicBezTo>
                    <a:pt x="523" y="986"/>
                    <a:pt x="545" y="638"/>
                    <a:pt x="915" y="420"/>
                  </a:cubicBezTo>
                  <a:cubicBezTo>
                    <a:pt x="1101" y="317"/>
                    <a:pt x="1341" y="267"/>
                    <a:pt x="1581" y="267"/>
                  </a:cubicBezTo>
                  <a:close/>
                  <a:moveTo>
                    <a:pt x="1523" y="0"/>
                  </a:moveTo>
                  <a:cubicBezTo>
                    <a:pt x="1175" y="0"/>
                    <a:pt x="831" y="72"/>
                    <a:pt x="567" y="224"/>
                  </a:cubicBezTo>
                  <a:cubicBezTo>
                    <a:pt x="1" y="551"/>
                    <a:pt x="1" y="1095"/>
                    <a:pt x="545" y="1421"/>
                  </a:cubicBezTo>
                  <a:cubicBezTo>
                    <a:pt x="835" y="1595"/>
                    <a:pt x="1230" y="1689"/>
                    <a:pt x="1625" y="1689"/>
                  </a:cubicBezTo>
                  <a:cubicBezTo>
                    <a:pt x="1971" y="1689"/>
                    <a:pt x="2316" y="1617"/>
                    <a:pt x="2590" y="1465"/>
                  </a:cubicBezTo>
                  <a:cubicBezTo>
                    <a:pt x="3156" y="1138"/>
                    <a:pt x="3178" y="594"/>
                    <a:pt x="2612" y="268"/>
                  </a:cubicBezTo>
                  <a:cubicBezTo>
                    <a:pt x="2322" y="94"/>
                    <a:pt x="1921" y="0"/>
                    <a:pt x="1523"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9"/>
            <p:cNvSpPr/>
            <p:nvPr/>
          </p:nvSpPr>
          <p:spPr>
            <a:xfrm>
              <a:off x="6735775" y="2792675"/>
              <a:ext cx="7650" cy="17450"/>
            </a:xfrm>
            <a:custGeom>
              <a:rect b="b" l="l" r="r" t="t"/>
              <a:pathLst>
                <a:path extrusionOk="0" h="698" w="306">
                  <a:moveTo>
                    <a:pt x="305" y="1"/>
                  </a:moveTo>
                  <a:cubicBezTo>
                    <a:pt x="305" y="175"/>
                    <a:pt x="196" y="305"/>
                    <a:pt x="1" y="414"/>
                  </a:cubicBezTo>
                  <a:lnTo>
                    <a:pt x="1" y="697"/>
                  </a:lnTo>
                  <a:cubicBezTo>
                    <a:pt x="196" y="588"/>
                    <a:pt x="305" y="414"/>
                    <a:pt x="305" y="284"/>
                  </a:cubicBezTo>
                  <a:lnTo>
                    <a:pt x="305" y="1"/>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29"/>
            <p:cNvSpPr/>
            <p:nvPr/>
          </p:nvSpPr>
          <p:spPr>
            <a:xfrm>
              <a:off x="6693350" y="2792675"/>
              <a:ext cx="41900" cy="22000"/>
            </a:xfrm>
            <a:custGeom>
              <a:rect b="b" l="l" r="r" t="t"/>
              <a:pathLst>
                <a:path extrusionOk="0" h="880" w="1676">
                  <a:moveTo>
                    <a:pt x="0" y="1"/>
                  </a:moveTo>
                  <a:lnTo>
                    <a:pt x="0" y="284"/>
                  </a:lnTo>
                  <a:cubicBezTo>
                    <a:pt x="0" y="436"/>
                    <a:pt x="87" y="588"/>
                    <a:pt x="283" y="697"/>
                  </a:cubicBezTo>
                  <a:cubicBezTo>
                    <a:pt x="473" y="820"/>
                    <a:pt x="730" y="879"/>
                    <a:pt x="990" y="879"/>
                  </a:cubicBezTo>
                  <a:cubicBezTo>
                    <a:pt x="1237" y="879"/>
                    <a:pt x="1485" y="825"/>
                    <a:pt x="1676" y="719"/>
                  </a:cubicBezTo>
                  <a:lnTo>
                    <a:pt x="1676" y="436"/>
                  </a:lnTo>
                  <a:cubicBezTo>
                    <a:pt x="1490" y="539"/>
                    <a:pt x="1250" y="589"/>
                    <a:pt x="1009" y="589"/>
                  </a:cubicBezTo>
                  <a:cubicBezTo>
                    <a:pt x="744" y="589"/>
                    <a:pt x="477" y="528"/>
                    <a:pt x="283" y="414"/>
                  </a:cubicBezTo>
                  <a:cubicBezTo>
                    <a:pt x="87" y="305"/>
                    <a:pt x="0" y="153"/>
                    <a:pt x="0" y="1"/>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29"/>
            <p:cNvSpPr/>
            <p:nvPr/>
          </p:nvSpPr>
          <p:spPr>
            <a:xfrm>
              <a:off x="6691725" y="2777850"/>
              <a:ext cx="53325" cy="29200"/>
            </a:xfrm>
            <a:custGeom>
              <a:rect b="b" l="l" r="r" t="t"/>
              <a:pathLst>
                <a:path extrusionOk="0" h="1168" w="2133">
                  <a:moveTo>
                    <a:pt x="1062" y="0"/>
                  </a:moveTo>
                  <a:cubicBezTo>
                    <a:pt x="820" y="0"/>
                    <a:pt x="579" y="55"/>
                    <a:pt x="392" y="159"/>
                  </a:cubicBezTo>
                  <a:cubicBezTo>
                    <a:pt x="0" y="376"/>
                    <a:pt x="0" y="768"/>
                    <a:pt x="370" y="985"/>
                  </a:cubicBezTo>
                  <a:cubicBezTo>
                    <a:pt x="571" y="1108"/>
                    <a:pt x="828" y="1168"/>
                    <a:pt x="1084" y="1168"/>
                  </a:cubicBezTo>
                  <a:cubicBezTo>
                    <a:pt x="1328" y="1168"/>
                    <a:pt x="1571" y="1113"/>
                    <a:pt x="1763" y="1007"/>
                  </a:cubicBezTo>
                  <a:cubicBezTo>
                    <a:pt x="2132" y="790"/>
                    <a:pt x="2132" y="441"/>
                    <a:pt x="1784" y="202"/>
                  </a:cubicBezTo>
                  <a:cubicBezTo>
                    <a:pt x="1591" y="66"/>
                    <a:pt x="1326" y="0"/>
                    <a:pt x="10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29"/>
            <p:cNvSpPr/>
            <p:nvPr/>
          </p:nvSpPr>
          <p:spPr>
            <a:xfrm>
              <a:off x="6469250" y="2958050"/>
              <a:ext cx="6000" cy="24500"/>
            </a:xfrm>
            <a:custGeom>
              <a:rect b="b" l="l" r="r" t="t"/>
              <a:pathLst>
                <a:path extrusionOk="0" h="980" w="240">
                  <a:moveTo>
                    <a:pt x="22" y="0"/>
                  </a:moveTo>
                  <a:lnTo>
                    <a:pt x="0" y="979"/>
                  </a:lnTo>
                  <a:lnTo>
                    <a:pt x="239" y="131"/>
                  </a:lnTo>
                  <a:lnTo>
                    <a:pt x="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29"/>
            <p:cNvSpPr/>
            <p:nvPr/>
          </p:nvSpPr>
          <p:spPr>
            <a:xfrm>
              <a:off x="6467600" y="2808450"/>
              <a:ext cx="275825" cy="154525"/>
            </a:xfrm>
            <a:custGeom>
              <a:rect b="b" l="l" r="r" t="t"/>
              <a:pathLst>
                <a:path extrusionOk="0" h="6181" w="11033">
                  <a:moveTo>
                    <a:pt x="8574" y="1"/>
                  </a:moveTo>
                  <a:lnTo>
                    <a:pt x="88" y="5984"/>
                  </a:lnTo>
                  <a:lnTo>
                    <a:pt x="1" y="6180"/>
                  </a:lnTo>
                  <a:lnTo>
                    <a:pt x="305" y="6115"/>
                  </a:lnTo>
                  <a:lnTo>
                    <a:pt x="11032" y="632"/>
                  </a:lnTo>
                  <a:lnTo>
                    <a:pt x="11032" y="632"/>
                  </a:lnTo>
                  <a:cubicBezTo>
                    <a:pt x="10639" y="806"/>
                    <a:pt x="10276" y="876"/>
                    <a:pt x="9960" y="876"/>
                  </a:cubicBezTo>
                  <a:cubicBezTo>
                    <a:pt x="9525" y="876"/>
                    <a:pt x="9179" y="743"/>
                    <a:pt x="8965" y="566"/>
                  </a:cubicBezTo>
                  <a:cubicBezTo>
                    <a:pt x="8595" y="327"/>
                    <a:pt x="8574" y="1"/>
                    <a:pt x="857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29"/>
            <p:cNvSpPr/>
            <p:nvPr/>
          </p:nvSpPr>
          <p:spPr>
            <a:xfrm>
              <a:off x="6468700" y="2824225"/>
              <a:ext cx="274725" cy="139275"/>
            </a:xfrm>
            <a:custGeom>
              <a:rect b="b" l="l" r="r" t="t"/>
              <a:pathLst>
                <a:path extrusionOk="0" h="5571" w="10989">
                  <a:moveTo>
                    <a:pt x="10988" y="1"/>
                  </a:moveTo>
                  <a:lnTo>
                    <a:pt x="261" y="5484"/>
                  </a:lnTo>
                  <a:lnTo>
                    <a:pt x="0" y="5549"/>
                  </a:lnTo>
                  <a:lnTo>
                    <a:pt x="261" y="5571"/>
                  </a:lnTo>
                  <a:lnTo>
                    <a:pt x="10988" y="327"/>
                  </a:lnTo>
                  <a:lnTo>
                    <a:pt x="10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29"/>
            <p:cNvSpPr/>
            <p:nvPr/>
          </p:nvSpPr>
          <p:spPr>
            <a:xfrm>
              <a:off x="6771675" y="2912350"/>
              <a:ext cx="86525" cy="34425"/>
            </a:xfrm>
            <a:custGeom>
              <a:rect b="b" l="l" r="r" t="t"/>
              <a:pathLst>
                <a:path extrusionOk="0" h="1377" w="3461">
                  <a:moveTo>
                    <a:pt x="1" y="1"/>
                  </a:moveTo>
                  <a:lnTo>
                    <a:pt x="1" y="196"/>
                  </a:lnTo>
                  <a:cubicBezTo>
                    <a:pt x="1" y="501"/>
                    <a:pt x="196" y="806"/>
                    <a:pt x="566" y="1023"/>
                  </a:cubicBezTo>
                  <a:cubicBezTo>
                    <a:pt x="978" y="1257"/>
                    <a:pt x="1510" y="1377"/>
                    <a:pt x="2042" y="1377"/>
                  </a:cubicBezTo>
                  <a:cubicBezTo>
                    <a:pt x="2549" y="1377"/>
                    <a:pt x="3057" y="1268"/>
                    <a:pt x="3460" y="1045"/>
                  </a:cubicBezTo>
                  <a:lnTo>
                    <a:pt x="3460" y="849"/>
                  </a:lnTo>
                  <a:cubicBezTo>
                    <a:pt x="3057" y="1072"/>
                    <a:pt x="2549" y="1181"/>
                    <a:pt x="2042" y="1181"/>
                  </a:cubicBezTo>
                  <a:cubicBezTo>
                    <a:pt x="1510" y="1181"/>
                    <a:pt x="978" y="1061"/>
                    <a:pt x="566" y="827"/>
                  </a:cubicBezTo>
                  <a:cubicBezTo>
                    <a:pt x="196" y="610"/>
                    <a:pt x="1" y="305"/>
                    <a:pt x="1" y="1"/>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29"/>
            <p:cNvSpPr/>
            <p:nvPr/>
          </p:nvSpPr>
          <p:spPr>
            <a:xfrm>
              <a:off x="6858175" y="2912350"/>
              <a:ext cx="15800" cy="26125"/>
            </a:xfrm>
            <a:custGeom>
              <a:rect b="b" l="l" r="r" t="t"/>
              <a:pathLst>
                <a:path extrusionOk="0" h="1045" w="632">
                  <a:moveTo>
                    <a:pt x="631" y="1"/>
                  </a:moveTo>
                  <a:cubicBezTo>
                    <a:pt x="631" y="327"/>
                    <a:pt x="414" y="632"/>
                    <a:pt x="0" y="849"/>
                  </a:cubicBezTo>
                  <a:lnTo>
                    <a:pt x="0" y="1045"/>
                  </a:lnTo>
                  <a:cubicBezTo>
                    <a:pt x="414" y="827"/>
                    <a:pt x="631" y="501"/>
                    <a:pt x="631" y="196"/>
                  </a:cubicBezTo>
                  <a:lnTo>
                    <a:pt x="631" y="1"/>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29"/>
            <p:cNvSpPr/>
            <p:nvPr/>
          </p:nvSpPr>
          <p:spPr>
            <a:xfrm>
              <a:off x="6766250" y="2882900"/>
              <a:ext cx="113150" cy="59000"/>
            </a:xfrm>
            <a:custGeom>
              <a:rect b="b" l="l" r="r" t="t"/>
              <a:pathLst>
                <a:path extrusionOk="0" h="2360" w="4526">
                  <a:moveTo>
                    <a:pt x="2245" y="335"/>
                  </a:moveTo>
                  <a:cubicBezTo>
                    <a:pt x="2625" y="335"/>
                    <a:pt x="3005" y="422"/>
                    <a:pt x="3286" y="591"/>
                  </a:cubicBezTo>
                  <a:cubicBezTo>
                    <a:pt x="3873" y="939"/>
                    <a:pt x="3829" y="1461"/>
                    <a:pt x="3264" y="1788"/>
                  </a:cubicBezTo>
                  <a:cubicBezTo>
                    <a:pt x="2985" y="1948"/>
                    <a:pt x="2618" y="2030"/>
                    <a:pt x="2251" y="2030"/>
                  </a:cubicBezTo>
                  <a:cubicBezTo>
                    <a:pt x="1872" y="2030"/>
                    <a:pt x="1495" y="1943"/>
                    <a:pt x="1219" y="1766"/>
                  </a:cubicBezTo>
                  <a:cubicBezTo>
                    <a:pt x="653" y="1396"/>
                    <a:pt x="675" y="896"/>
                    <a:pt x="1262" y="569"/>
                  </a:cubicBezTo>
                  <a:cubicBezTo>
                    <a:pt x="1535" y="412"/>
                    <a:pt x="1890" y="335"/>
                    <a:pt x="2245" y="335"/>
                  </a:cubicBezTo>
                  <a:close/>
                  <a:moveTo>
                    <a:pt x="2238" y="0"/>
                  </a:moveTo>
                  <a:cubicBezTo>
                    <a:pt x="1737" y="0"/>
                    <a:pt x="1237" y="109"/>
                    <a:pt x="849" y="330"/>
                  </a:cubicBezTo>
                  <a:cubicBezTo>
                    <a:pt x="22" y="787"/>
                    <a:pt x="0" y="1548"/>
                    <a:pt x="783" y="2005"/>
                  </a:cubicBezTo>
                  <a:cubicBezTo>
                    <a:pt x="1195" y="2239"/>
                    <a:pt x="1727" y="2359"/>
                    <a:pt x="2259" y="2359"/>
                  </a:cubicBezTo>
                  <a:cubicBezTo>
                    <a:pt x="2766" y="2359"/>
                    <a:pt x="3274" y="2250"/>
                    <a:pt x="3677" y="2027"/>
                  </a:cubicBezTo>
                  <a:cubicBezTo>
                    <a:pt x="4482" y="1592"/>
                    <a:pt x="4526" y="830"/>
                    <a:pt x="3721" y="373"/>
                  </a:cubicBezTo>
                  <a:cubicBezTo>
                    <a:pt x="3315" y="126"/>
                    <a:pt x="2776" y="0"/>
                    <a:pt x="22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29"/>
            <p:cNvSpPr/>
            <p:nvPr/>
          </p:nvSpPr>
          <p:spPr>
            <a:xfrm>
              <a:off x="6847825" y="2856875"/>
              <a:ext cx="10900" cy="70725"/>
            </a:xfrm>
            <a:custGeom>
              <a:rect b="b" l="l" r="r" t="t"/>
              <a:pathLst>
                <a:path extrusionOk="0" h="2829" w="436">
                  <a:moveTo>
                    <a:pt x="436" y="0"/>
                  </a:moveTo>
                  <a:cubicBezTo>
                    <a:pt x="436" y="218"/>
                    <a:pt x="305" y="435"/>
                    <a:pt x="1" y="588"/>
                  </a:cubicBezTo>
                  <a:lnTo>
                    <a:pt x="1" y="2829"/>
                  </a:lnTo>
                  <a:cubicBezTo>
                    <a:pt x="305" y="2655"/>
                    <a:pt x="436" y="2437"/>
                    <a:pt x="436" y="2220"/>
                  </a:cubicBezTo>
                  <a:lnTo>
                    <a:pt x="436" y="0"/>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9"/>
            <p:cNvSpPr/>
            <p:nvPr/>
          </p:nvSpPr>
          <p:spPr>
            <a:xfrm>
              <a:off x="6786900" y="2856875"/>
              <a:ext cx="60950" cy="77125"/>
            </a:xfrm>
            <a:custGeom>
              <a:rect b="b" l="l" r="r" t="t"/>
              <a:pathLst>
                <a:path extrusionOk="0" h="3085" w="2438">
                  <a:moveTo>
                    <a:pt x="1" y="0"/>
                  </a:moveTo>
                  <a:lnTo>
                    <a:pt x="1" y="2220"/>
                  </a:lnTo>
                  <a:cubicBezTo>
                    <a:pt x="1" y="2437"/>
                    <a:pt x="131" y="2633"/>
                    <a:pt x="393" y="2829"/>
                  </a:cubicBezTo>
                  <a:cubicBezTo>
                    <a:pt x="674" y="2997"/>
                    <a:pt x="1059" y="3085"/>
                    <a:pt x="1444" y="3085"/>
                  </a:cubicBezTo>
                  <a:cubicBezTo>
                    <a:pt x="1804" y="3085"/>
                    <a:pt x="2164" y="3008"/>
                    <a:pt x="2438" y="2851"/>
                  </a:cubicBezTo>
                  <a:lnTo>
                    <a:pt x="2438" y="631"/>
                  </a:lnTo>
                  <a:cubicBezTo>
                    <a:pt x="2174" y="784"/>
                    <a:pt x="1829" y="855"/>
                    <a:pt x="1481" y="855"/>
                  </a:cubicBezTo>
                  <a:cubicBezTo>
                    <a:pt x="1084" y="855"/>
                    <a:pt x="683" y="762"/>
                    <a:pt x="393" y="588"/>
                  </a:cubicBezTo>
                  <a:cubicBezTo>
                    <a:pt x="131" y="435"/>
                    <a:pt x="1" y="218"/>
                    <a:pt x="1" y="0"/>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9"/>
            <p:cNvSpPr/>
            <p:nvPr/>
          </p:nvSpPr>
          <p:spPr>
            <a:xfrm>
              <a:off x="6783100" y="2835250"/>
              <a:ext cx="79975" cy="42175"/>
            </a:xfrm>
            <a:custGeom>
              <a:rect b="b" l="l" r="r" t="t"/>
              <a:pathLst>
                <a:path extrusionOk="0" h="1687" w="3199">
                  <a:moveTo>
                    <a:pt x="1562" y="277"/>
                  </a:moveTo>
                  <a:cubicBezTo>
                    <a:pt x="1825" y="277"/>
                    <a:pt x="2091" y="338"/>
                    <a:pt x="2285" y="452"/>
                  </a:cubicBezTo>
                  <a:cubicBezTo>
                    <a:pt x="2677" y="691"/>
                    <a:pt x="2655" y="1061"/>
                    <a:pt x="2263" y="1279"/>
                  </a:cubicBezTo>
                  <a:cubicBezTo>
                    <a:pt x="2087" y="1382"/>
                    <a:pt x="1851" y="1437"/>
                    <a:pt x="1610" y="1437"/>
                  </a:cubicBezTo>
                  <a:cubicBezTo>
                    <a:pt x="1346" y="1437"/>
                    <a:pt x="1076" y="1372"/>
                    <a:pt x="871" y="1235"/>
                  </a:cubicBezTo>
                  <a:cubicBezTo>
                    <a:pt x="501" y="996"/>
                    <a:pt x="523" y="648"/>
                    <a:pt x="914" y="430"/>
                  </a:cubicBezTo>
                  <a:cubicBezTo>
                    <a:pt x="1090" y="327"/>
                    <a:pt x="1325" y="277"/>
                    <a:pt x="1562" y="277"/>
                  </a:cubicBezTo>
                  <a:close/>
                  <a:moveTo>
                    <a:pt x="1571" y="0"/>
                  </a:moveTo>
                  <a:cubicBezTo>
                    <a:pt x="1216" y="0"/>
                    <a:pt x="861" y="76"/>
                    <a:pt x="588" y="234"/>
                  </a:cubicBezTo>
                  <a:cubicBezTo>
                    <a:pt x="1" y="561"/>
                    <a:pt x="1" y="1105"/>
                    <a:pt x="545" y="1431"/>
                  </a:cubicBezTo>
                  <a:cubicBezTo>
                    <a:pt x="826" y="1600"/>
                    <a:pt x="1211" y="1687"/>
                    <a:pt x="1596" y="1687"/>
                  </a:cubicBezTo>
                  <a:cubicBezTo>
                    <a:pt x="1956" y="1687"/>
                    <a:pt x="2316" y="1610"/>
                    <a:pt x="2590" y="1453"/>
                  </a:cubicBezTo>
                  <a:cubicBezTo>
                    <a:pt x="3155" y="1126"/>
                    <a:pt x="3199" y="626"/>
                    <a:pt x="2612" y="256"/>
                  </a:cubicBezTo>
                  <a:cubicBezTo>
                    <a:pt x="2331" y="87"/>
                    <a:pt x="1951" y="0"/>
                    <a:pt x="1571"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9"/>
            <p:cNvSpPr/>
            <p:nvPr/>
          </p:nvSpPr>
          <p:spPr>
            <a:xfrm>
              <a:off x="6839675" y="2849800"/>
              <a:ext cx="7650" cy="17425"/>
            </a:xfrm>
            <a:custGeom>
              <a:rect b="b" l="l" r="r" t="t"/>
              <a:pathLst>
                <a:path extrusionOk="0" h="697" w="306">
                  <a:moveTo>
                    <a:pt x="305" y="0"/>
                  </a:moveTo>
                  <a:cubicBezTo>
                    <a:pt x="305" y="153"/>
                    <a:pt x="218" y="305"/>
                    <a:pt x="0" y="414"/>
                  </a:cubicBezTo>
                  <a:lnTo>
                    <a:pt x="0" y="697"/>
                  </a:lnTo>
                  <a:cubicBezTo>
                    <a:pt x="196" y="588"/>
                    <a:pt x="305" y="414"/>
                    <a:pt x="305" y="283"/>
                  </a:cubicBezTo>
                  <a:lnTo>
                    <a:pt x="305" y="0"/>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9"/>
            <p:cNvSpPr/>
            <p:nvPr/>
          </p:nvSpPr>
          <p:spPr>
            <a:xfrm>
              <a:off x="6798325" y="2849800"/>
              <a:ext cx="41375" cy="21975"/>
            </a:xfrm>
            <a:custGeom>
              <a:rect b="b" l="l" r="r" t="t"/>
              <a:pathLst>
                <a:path extrusionOk="0" h="879" w="1655">
                  <a:moveTo>
                    <a:pt x="1" y="0"/>
                  </a:moveTo>
                  <a:lnTo>
                    <a:pt x="1" y="283"/>
                  </a:lnTo>
                  <a:cubicBezTo>
                    <a:pt x="1" y="414"/>
                    <a:pt x="88" y="544"/>
                    <a:pt x="262" y="697"/>
                  </a:cubicBezTo>
                  <a:cubicBezTo>
                    <a:pt x="462" y="819"/>
                    <a:pt x="726" y="879"/>
                    <a:pt x="984" y="879"/>
                  </a:cubicBezTo>
                  <a:cubicBezTo>
                    <a:pt x="1231" y="879"/>
                    <a:pt x="1474" y="825"/>
                    <a:pt x="1654" y="718"/>
                  </a:cubicBezTo>
                  <a:lnTo>
                    <a:pt x="1654" y="436"/>
                  </a:lnTo>
                  <a:cubicBezTo>
                    <a:pt x="1479" y="539"/>
                    <a:pt x="1244" y="588"/>
                    <a:pt x="1004" y="588"/>
                  </a:cubicBezTo>
                  <a:cubicBezTo>
                    <a:pt x="739" y="588"/>
                    <a:pt x="467" y="528"/>
                    <a:pt x="262" y="414"/>
                  </a:cubicBezTo>
                  <a:cubicBezTo>
                    <a:pt x="66" y="305"/>
                    <a:pt x="1" y="153"/>
                    <a:pt x="1" y="0"/>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29"/>
            <p:cNvSpPr/>
            <p:nvPr/>
          </p:nvSpPr>
          <p:spPr>
            <a:xfrm>
              <a:off x="6795600" y="2834975"/>
              <a:ext cx="54425" cy="29200"/>
            </a:xfrm>
            <a:custGeom>
              <a:rect b="b" l="l" r="r" t="t"/>
              <a:pathLst>
                <a:path extrusionOk="0" h="1168" w="2177">
                  <a:moveTo>
                    <a:pt x="1074" y="0"/>
                  </a:moveTo>
                  <a:cubicBezTo>
                    <a:pt x="838" y="0"/>
                    <a:pt x="601" y="54"/>
                    <a:pt x="414" y="158"/>
                  </a:cubicBezTo>
                  <a:cubicBezTo>
                    <a:pt x="1" y="376"/>
                    <a:pt x="1" y="767"/>
                    <a:pt x="371" y="985"/>
                  </a:cubicBezTo>
                  <a:cubicBezTo>
                    <a:pt x="571" y="1108"/>
                    <a:pt x="835" y="1167"/>
                    <a:pt x="1093" y="1167"/>
                  </a:cubicBezTo>
                  <a:cubicBezTo>
                    <a:pt x="1340" y="1167"/>
                    <a:pt x="1583" y="1113"/>
                    <a:pt x="1763" y="1007"/>
                  </a:cubicBezTo>
                  <a:cubicBezTo>
                    <a:pt x="2177" y="789"/>
                    <a:pt x="2177" y="419"/>
                    <a:pt x="1785" y="202"/>
                  </a:cubicBezTo>
                  <a:cubicBezTo>
                    <a:pt x="1592" y="65"/>
                    <a:pt x="1333" y="0"/>
                    <a:pt x="10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9"/>
            <p:cNvSpPr/>
            <p:nvPr/>
          </p:nvSpPr>
          <p:spPr>
            <a:xfrm>
              <a:off x="6573125" y="3015150"/>
              <a:ext cx="7100" cy="24500"/>
            </a:xfrm>
            <a:custGeom>
              <a:rect b="b" l="l" r="r" t="t"/>
              <a:pathLst>
                <a:path extrusionOk="0" h="980" w="284">
                  <a:moveTo>
                    <a:pt x="66" y="1"/>
                  </a:moveTo>
                  <a:lnTo>
                    <a:pt x="1" y="980"/>
                  </a:lnTo>
                  <a:lnTo>
                    <a:pt x="284" y="110"/>
                  </a:lnTo>
                  <a:lnTo>
                    <a:pt x="6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29"/>
            <p:cNvSpPr/>
            <p:nvPr/>
          </p:nvSpPr>
          <p:spPr>
            <a:xfrm>
              <a:off x="6572050" y="2865575"/>
              <a:ext cx="275275" cy="153425"/>
            </a:xfrm>
            <a:custGeom>
              <a:rect b="b" l="l" r="r" t="t"/>
              <a:pathLst>
                <a:path extrusionOk="0" h="6137" w="11011">
                  <a:moveTo>
                    <a:pt x="8551" y="0"/>
                  </a:moveTo>
                  <a:lnTo>
                    <a:pt x="66" y="5962"/>
                  </a:lnTo>
                  <a:lnTo>
                    <a:pt x="0" y="6136"/>
                  </a:lnTo>
                  <a:lnTo>
                    <a:pt x="283" y="6093"/>
                  </a:lnTo>
                  <a:lnTo>
                    <a:pt x="11010" y="610"/>
                  </a:lnTo>
                  <a:lnTo>
                    <a:pt x="11010" y="610"/>
                  </a:lnTo>
                  <a:cubicBezTo>
                    <a:pt x="10607" y="778"/>
                    <a:pt x="10245" y="846"/>
                    <a:pt x="9930" y="846"/>
                  </a:cubicBezTo>
                  <a:cubicBezTo>
                    <a:pt x="9513" y="846"/>
                    <a:pt x="9178" y="727"/>
                    <a:pt x="8943" y="566"/>
                  </a:cubicBezTo>
                  <a:cubicBezTo>
                    <a:pt x="8595" y="327"/>
                    <a:pt x="8551" y="0"/>
                    <a:pt x="85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9"/>
            <p:cNvSpPr/>
            <p:nvPr/>
          </p:nvSpPr>
          <p:spPr>
            <a:xfrm>
              <a:off x="6572600" y="2880800"/>
              <a:ext cx="275250" cy="139275"/>
            </a:xfrm>
            <a:custGeom>
              <a:rect b="b" l="l" r="r" t="t"/>
              <a:pathLst>
                <a:path extrusionOk="0" h="5571" w="11010">
                  <a:moveTo>
                    <a:pt x="11010" y="1"/>
                  </a:moveTo>
                  <a:lnTo>
                    <a:pt x="305" y="5484"/>
                  </a:lnTo>
                  <a:lnTo>
                    <a:pt x="0" y="5549"/>
                  </a:lnTo>
                  <a:lnTo>
                    <a:pt x="305" y="5571"/>
                  </a:lnTo>
                  <a:lnTo>
                    <a:pt x="11010" y="349"/>
                  </a:lnTo>
                  <a:lnTo>
                    <a:pt x="1101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9"/>
            <p:cNvSpPr/>
            <p:nvPr/>
          </p:nvSpPr>
          <p:spPr>
            <a:xfrm>
              <a:off x="6891900" y="2983075"/>
              <a:ext cx="86500" cy="34425"/>
            </a:xfrm>
            <a:custGeom>
              <a:rect b="b" l="l" r="r" t="t"/>
              <a:pathLst>
                <a:path extrusionOk="0" h="1377" w="3460">
                  <a:moveTo>
                    <a:pt x="0" y="0"/>
                  </a:moveTo>
                  <a:lnTo>
                    <a:pt x="0" y="196"/>
                  </a:lnTo>
                  <a:cubicBezTo>
                    <a:pt x="0" y="501"/>
                    <a:pt x="196" y="805"/>
                    <a:pt x="588" y="1023"/>
                  </a:cubicBezTo>
                  <a:cubicBezTo>
                    <a:pt x="989" y="1257"/>
                    <a:pt x="1521" y="1377"/>
                    <a:pt x="2053" y="1377"/>
                  </a:cubicBezTo>
                  <a:cubicBezTo>
                    <a:pt x="2560" y="1377"/>
                    <a:pt x="3067" y="1268"/>
                    <a:pt x="3460" y="1044"/>
                  </a:cubicBezTo>
                  <a:lnTo>
                    <a:pt x="3460" y="849"/>
                  </a:lnTo>
                  <a:cubicBezTo>
                    <a:pt x="3067" y="1072"/>
                    <a:pt x="2560" y="1181"/>
                    <a:pt x="2053" y="1181"/>
                  </a:cubicBezTo>
                  <a:cubicBezTo>
                    <a:pt x="1521" y="1181"/>
                    <a:pt x="989" y="1061"/>
                    <a:pt x="588" y="827"/>
                  </a:cubicBezTo>
                  <a:cubicBezTo>
                    <a:pt x="196" y="609"/>
                    <a:pt x="0" y="305"/>
                    <a:pt x="0" y="0"/>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9"/>
            <p:cNvSpPr/>
            <p:nvPr/>
          </p:nvSpPr>
          <p:spPr>
            <a:xfrm>
              <a:off x="6978375" y="2984150"/>
              <a:ext cx="15800" cy="25600"/>
            </a:xfrm>
            <a:custGeom>
              <a:rect b="b" l="l" r="r" t="t"/>
              <a:pathLst>
                <a:path extrusionOk="0" h="1024" w="632">
                  <a:moveTo>
                    <a:pt x="632" y="1"/>
                  </a:moveTo>
                  <a:cubicBezTo>
                    <a:pt x="632" y="283"/>
                    <a:pt x="436" y="610"/>
                    <a:pt x="1" y="827"/>
                  </a:cubicBezTo>
                  <a:lnTo>
                    <a:pt x="1" y="1023"/>
                  </a:lnTo>
                  <a:cubicBezTo>
                    <a:pt x="414" y="806"/>
                    <a:pt x="632" y="479"/>
                    <a:pt x="632" y="175"/>
                  </a:cubicBezTo>
                  <a:lnTo>
                    <a:pt x="632" y="1"/>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9"/>
            <p:cNvSpPr/>
            <p:nvPr/>
          </p:nvSpPr>
          <p:spPr>
            <a:xfrm>
              <a:off x="6887550" y="2954425"/>
              <a:ext cx="112075" cy="58925"/>
            </a:xfrm>
            <a:custGeom>
              <a:rect b="b" l="l" r="r" t="t"/>
              <a:pathLst>
                <a:path extrusionOk="0" h="2357" w="4483">
                  <a:moveTo>
                    <a:pt x="2215" y="317"/>
                  </a:moveTo>
                  <a:cubicBezTo>
                    <a:pt x="2588" y="317"/>
                    <a:pt x="2965" y="404"/>
                    <a:pt x="3264" y="580"/>
                  </a:cubicBezTo>
                  <a:cubicBezTo>
                    <a:pt x="3830" y="929"/>
                    <a:pt x="3808" y="1451"/>
                    <a:pt x="3220" y="1777"/>
                  </a:cubicBezTo>
                  <a:cubicBezTo>
                    <a:pt x="2947" y="1935"/>
                    <a:pt x="2597" y="2011"/>
                    <a:pt x="2245" y="2011"/>
                  </a:cubicBezTo>
                  <a:cubicBezTo>
                    <a:pt x="1868" y="2011"/>
                    <a:pt x="1489" y="1924"/>
                    <a:pt x="1197" y="1755"/>
                  </a:cubicBezTo>
                  <a:cubicBezTo>
                    <a:pt x="609" y="1407"/>
                    <a:pt x="653" y="885"/>
                    <a:pt x="1219" y="559"/>
                  </a:cubicBezTo>
                  <a:cubicBezTo>
                    <a:pt x="1497" y="398"/>
                    <a:pt x="1854" y="317"/>
                    <a:pt x="2215" y="317"/>
                  </a:cubicBezTo>
                  <a:close/>
                  <a:moveTo>
                    <a:pt x="2236" y="1"/>
                  </a:moveTo>
                  <a:cubicBezTo>
                    <a:pt x="1731" y="1"/>
                    <a:pt x="1226" y="110"/>
                    <a:pt x="827" y="341"/>
                  </a:cubicBezTo>
                  <a:cubicBezTo>
                    <a:pt x="22" y="776"/>
                    <a:pt x="0" y="1538"/>
                    <a:pt x="783" y="1995"/>
                  </a:cubicBezTo>
                  <a:cubicBezTo>
                    <a:pt x="1189" y="2231"/>
                    <a:pt x="1728" y="2357"/>
                    <a:pt x="2266" y="2357"/>
                  </a:cubicBezTo>
                  <a:cubicBezTo>
                    <a:pt x="2767" y="2357"/>
                    <a:pt x="3267" y="2247"/>
                    <a:pt x="3655" y="2016"/>
                  </a:cubicBezTo>
                  <a:cubicBezTo>
                    <a:pt x="4461" y="1560"/>
                    <a:pt x="4482" y="820"/>
                    <a:pt x="3721" y="363"/>
                  </a:cubicBezTo>
                  <a:cubicBezTo>
                    <a:pt x="3315" y="126"/>
                    <a:pt x="2776" y="1"/>
                    <a:pt x="22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9"/>
            <p:cNvSpPr/>
            <p:nvPr/>
          </p:nvSpPr>
          <p:spPr>
            <a:xfrm>
              <a:off x="6969125" y="2928125"/>
              <a:ext cx="10925" cy="70750"/>
            </a:xfrm>
            <a:custGeom>
              <a:rect b="b" l="l" r="r" t="t"/>
              <a:pathLst>
                <a:path extrusionOk="0" h="2830" w="437">
                  <a:moveTo>
                    <a:pt x="436" y="1"/>
                  </a:moveTo>
                  <a:cubicBezTo>
                    <a:pt x="436" y="218"/>
                    <a:pt x="262" y="436"/>
                    <a:pt x="1" y="610"/>
                  </a:cubicBezTo>
                  <a:lnTo>
                    <a:pt x="1" y="2829"/>
                  </a:lnTo>
                  <a:cubicBezTo>
                    <a:pt x="284" y="2677"/>
                    <a:pt x="436" y="2459"/>
                    <a:pt x="436" y="2242"/>
                  </a:cubicBezTo>
                  <a:lnTo>
                    <a:pt x="436" y="1"/>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9"/>
            <p:cNvSpPr/>
            <p:nvPr/>
          </p:nvSpPr>
          <p:spPr>
            <a:xfrm>
              <a:off x="6907125" y="2928125"/>
              <a:ext cx="60950" cy="77150"/>
            </a:xfrm>
            <a:custGeom>
              <a:rect b="b" l="l" r="r" t="t"/>
              <a:pathLst>
                <a:path extrusionOk="0" h="3086" w="2438">
                  <a:moveTo>
                    <a:pt x="0" y="1"/>
                  </a:moveTo>
                  <a:lnTo>
                    <a:pt x="0" y="2242"/>
                  </a:lnTo>
                  <a:cubicBezTo>
                    <a:pt x="0" y="2416"/>
                    <a:pt x="131" y="2633"/>
                    <a:pt x="414" y="2829"/>
                  </a:cubicBezTo>
                  <a:cubicBezTo>
                    <a:pt x="695" y="2998"/>
                    <a:pt x="1075" y="3085"/>
                    <a:pt x="1454" y="3085"/>
                  </a:cubicBezTo>
                  <a:cubicBezTo>
                    <a:pt x="1809" y="3085"/>
                    <a:pt x="2164" y="3009"/>
                    <a:pt x="2437" y="2851"/>
                  </a:cubicBezTo>
                  <a:lnTo>
                    <a:pt x="2437" y="632"/>
                  </a:lnTo>
                  <a:cubicBezTo>
                    <a:pt x="2164" y="789"/>
                    <a:pt x="1809" y="866"/>
                    <a:pt x="1454" y="866"/>
                  </a:cubicBezTo>
                  <a:cubicBezTo>
                    <a:pt x="1075" y="866"/>
                    <a:pt x="695" y="778"/>
                    <a:pt x="414" y="610"/>
                  </a:cubicBezTo>
                  <a:cubicBezTo>
                    <a:pt x="131" y="436"/>
                    <a:pt x="0" y="218"/>
                    <a:pt x="0" y="1"/>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9"/>
            <p:cNvSpPr/>
            <p:nvPr/>
          </p:nvSpPr>
          <p:spPr>
            <a:xfrm>
              <a:off x="6903850" y="2906750"/>
              <a:ext cx="79450" cy="42225"/>
            </a:xfrm>
            <a:custGeom>
              <a:rect b="b" l="l" r="r" t="t"/>
              <a:pathLst>
                <a:path extrusionOk="0" h="1689" w="3178">
                  <a:moveTo>
                    <a:pt x="1574" y="268"/>
                  </a:moveTo>
                  <a:cubicBezTo>
                    <a:pt x="1836" y="268"/>
                    <a:pt x="2102" y="328"/>
                    <a:pt x="2307" y="442"/>
                  </a:cubicBezTo>
                  <a:cubicBezTo>
                    <a:pt x="2677" y="681"/>
                    <a:pt x="2655" y="1051"/>
                    <a:pt x="2285" y="1269"/>
                  </a:cubicBezTo>
                  <a:cubicBezTo>
                    <a:pt x="2088" y="1373"/>
                    <a:pt x="1841" y="1427"/>
                    <a:pt x="1599" y="1427"/>
                  </a:cubicBezTo>
                  <a:cubicBezTo>
                    <a:pt x="1334" y="1427"/>
                    <a:pt x="1075" y="1362"/>
                    <a:pt x="893" y="1225"/>
                  </a:cubicBezTo>
                  <a:cubicBezTo>
                    <a:pt x="501" y="986"/>
                    <a:pt x="545" y="638"/>
                    <a:pt x="915" y="420"/>
                  </a:cubicBezTo>
                  <a:cubicBezTo>
                    <a:pt x="1101" y="317"/>
                    <a:pt x="1336" y="268"/>
                    <a:pt x="1574" y="268"/>
                  </a:cubicBezTo>
                  <a:close/>
                  <a:moveTo>
                    <a:pt x="1523" y="0"/>
                  </a:moveTo>
                  <a:cubicBezTo>
                    <a:pt x="1175" y="0"/>
                    <a:pt x="831" y="72"/>
                    <a:pt x="567" y="225"/>
                  </a:cubicBezTo>
                  <a:cubicBezTo>
                    <a:pt x="1" y="551"/>
                    <a:pt x="1" y="1095"/>
                    <a:pt x="545" y="1421"/>
                  </a:cubicBezTo>
                  <a:cubicBezTo>
                    <a:pt x="835" y="1595"/>
                    <a:pt x="1230" y="1689"/>
                    <a:pt x="1622" y="1689"/>
                  </a:cubicBezTo>
                  <a:cubicBezTo>
                    <a:pt x="1964" y="1689"/>
                    <a:pt x="2304" y="1617"/>
                    <a:pt x="2568" y="1465"/>
                  </a:cubicBezTo>
                  <a:cubicBezTo>
                    <a:pt x="3156" y="1138"/>
                    <a:pt x="3178" y="594"/>
                    <a:pt x="2612" y="268"/>
                  </a:cubicBezTo>
                  <a:cubicBezTo>
                    <a:pt x="2322" y="94"/>
                    <a:pt x="1920" y="0"/>
                    <a:pt x="1523" y="0"/>
                  </a:cubicBezTo>
                  <a:close/>
                </a:path>
              </a:pathLst>
            </a:cu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9"/>
            <p:cNvSpPr/>
            <p:nvPr/>
          </p:nvSpPr>
          <p:spPr>
            <a:xfrm>
              <a:off x="6960975" y="2920500"/>
              <a:ext cx="7100" cy="17450"/>
            </a:xfrm>
            <a:custGeom>
              <a:rect b="b" l="l" r="r" t="t"/>
              <a:pathLst>
                <a:path extrusionOk="0" h="698" w="284">
                  <a:moveTo>
                    <a:pt x="283" y="1"/>
                  </a:moveTo>
                  <a:cubicBezTo>
                    <a:pt x="283" y="175"/>
                    <a:pt x="175" y="306"/>
                    <a:pt x="0" y="414"/>
                  </a:cubicBezTo>
                  <a:lnTo>
                    <a:pt x="0" y="697"/>
                  </a:lnTo>
                  <a:cubicBezTo>
                    <a:pt x="175" y="588"/>
                    <a:pt x="283" y="414"/>
                    <a:pt x="283" y="284"/>
                  </a:cubicBezTo>
                  <a:lnTo>
                    <a:pt x="283" y="1"/>
                  </a:lnTo>
                  <a:close/>
                </a:path>
              </a:pathLst>
            </a:custGeom>
            <a:solidFill>
              <a:srgbClr val="7373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9"/>
            <p:cNvSpPr/>
            <p:nvPr/>
          </p:nvSpPr>
          <p:spPr>
            <a:xfrm>
              <a:off x="6918550" y="2921600"/>
              <a:ext cx="41350" cy="21450"/>
            </a:xfrm>
            <a:custGeom>
              <a:rect b="b" l="l" r="r" t="t"/>
              <a:pathLst>
                <a:path extrusionOk="0" h="858" w="1654">
                  <a:moveTo>
                    <a:pt x="0" y="0"/>
                  </a:moveTo>
                  <a:lnTo>
                    <a:pt x="0" y="262"/>
                  </a:lnTo>
                  <a:cubicBezTo>
                    <a:pt x="0" y="392"/>
                    <a:pt x="87" y="544"/>
                    <a:pt x="283" y="675"/>
                  </a:cubicBezTo>
                  <a:cubicBezTo>
                    <a:pt x="473" y="797"/>
                    <a:pt x="730" y="857"/>
                    <a:pt x="986" y="857"/>
                  </a:cubicBezTo>
                  <a:cubicBezTo>
                    <a:pt x="1231" y="857"/>
                    <a:pt x="1473" y="803"/>
                    <a:pt x="1654" y="697"/>
                  </a:cubicBezTo>
                  <a:lnTo>
                    <a:pt x="1654" y="436"/>
                  </a:lnTo>
                  <a:cubicBezTo>
                    <a:pt x="1484" y="526"/>
                    <a:pt x="1258" y="570"/>
                    <a:pt x="1028" y="570"/>
                  </a:cubicBezTo>
                  <a:cubicBezTo>
                    <a:pt x="758" y="570"/>
                    <a:pt x="483" y="509"/>
                    <a:pt x="283" y="392"/>
                  </a:cubicBezTo>
                  <a:cubicBezTo>
                    <a:pt x="87" y="283"/>
                    <a:pt x="0" y="131"/>
                    <a:pt x="0" y="0"/>
                  </a:cubicBezTo>
                  <a:close/>
                </a:path>
              </a:pathLst>
            </a:custGeom>
            <a:solidFill>
              <a:srgbClr val="C4C3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29"/>
            <p:cNvSpPr/>
            <p:nvPr/>
          </p:nvSpPr>
          <p:spPr>
            <a:xfrm>
              <a:off x="6916375" y="2906225"/>
              <a:ext cx="53875" cy="29200"/>
            </a:xfrm>
            <a:custGeom>
              <a:rect b="b" l="l" r="r" t="t"/>
              <a:pathLst>
                <a:path extrusionOk="0" h="1168" w="2155">
                  <a:moveTo>
                    <a:pt x="1076" y="0"/>
                  </a:moveTo>
                  <a:cubicBezTo>
                    <a:pt x="837" y="0"/>
                    <a:pt x="601" y="55"/>
                    <a:pt x="414" y="159"/>
                  </a:cubicBezTo>
                  <a:cubicBezTo>
                    <a:pt x="0" y="398"/>
                    <a:pt x="0" y="768"/>
                    <a:pt x="392" y="985"/>
                  </a:cubicBezTo>
                  <a:cubicBezTo>
                    <a:pt x="581" y="1108"/>
                    <a:pt x="839" y="1168"/>
                    <a:pt x="1098" y="1168"/>
                  </a:cubicBezTo>
                  <a:cubicBezTo>
                    <a:pt x="1345" y="1168"/>
                    <a:pt x="1593" y="1113"/>
                    <a:pt x="1784" y="1007"/>
                  </a:cubicBezTo>
                  <a:cubicBezTo>
                    <a:pt x="2154" y="768"/>
                    <a:pt x="2154" y="420"/>
                    <a:pt x="1806" y="202"/>
                  </a:cubicBezTo>
                  <a:cubicBezTo>
                    <a:pt x="1601" y="66"/>
                    <a:pt x="1337" y="0"/>
                    <a:pt x="107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29"/>
            <p:cNvSpPr/>
            <p:nvPr/>
          </p:nvSpPr>
          <p:spPr>
            <a:xfrm>
              <a:off x="6694425" y="3085875"/>
              <a:ext cx="6025" cy="24500"/>
            </a:xfrm>
            <a:custGeom>
              <a:rect b="b" l="l" r="r" t="t"/>
              <a:pathLst>
                <a:path extrusionOk="0" h="980" w="241">
                  <a:moveTo>
                    <a:pt x="44" y="0"/>
                  </a:moveTo>
                  <a:lnTo>
                    <a:pt x="1" y="980"/>
                  </a:lnTo>
                  <a:lnTo>
                    <a:pt x="240" y="131"/>
                  </a:lnTo>
                  <a:lnTo>
                    <a:pt x="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29"/>
            <p:cNvSpPr/>
            <p:nvPr/>
          </p:nvSpPr>
          <p:spPr>
            <a:xfrm>
              <a:off x="6692800" y="2936275"/>
              <a:ext cx="275275" cy="153425"/>
            </a:xfrm>
            <a:custGeom>
              <a:rect b="b" l="l" r="r" t="t"/>
              <a:pathLst>
                <a:path extrusionOk="0" h="6137" w="11011">
                  <a:moveTo>
                    <a:pt x="8573" y="1"/>
                  </a:moveTo>
                  <a:lnTo>
                    <a:pt x="88" y="5963"/>
                  </a:lnTo>
                  <a:lnTo>
                    <a:pt x="1" y="6137"/>
                  </a:lnTo>
                  <a:lnTo>
                    <a:pt x="305" y="6093"/>
                  </a:lnTo>
                  <a:lnTo>
                    <a:pt x="11010" y="588"/>
                  </a:lnTo>
                  <a:lnTo>
                    <a:pt x="11010" y="588"/>
                  </a:lnTo>
                  <a:cubicBezTo>
                    <a:pt x="10610" y="789"/>
                    <a:pt x="10239" y="868"/>
                    <a:pt x="9915" y="868"/>
                  </a:cubicBezTo>
                  <a:cubicBezTo>
                    <a:pt x="9500" y="868"/>
                    <a:pt x="9163" y="738"/>
                    <a:pt x="8943" y="567"/>
                  </a:cubicBezTo>
                  <a:cubicBezTo>
                    <a:pt x="8595" y="327"/>
                    <a:pt x="8573" y="1"/>
                    <a:pt x="85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29"/>
            <p:cNvSpPr/>
            <p:nvPr/>
          </p:nvSpPr>
          <p:spPr>
            <a:xfrm>
              <a:off x="6693350" y="2952050"/>
              <a:ext cx="274725" cy="139275"/>
            </a:xfrm>
            <a:custGeom>
              <a:rect b="b" l="l" r="r" t="t"/>
              <a:pathLst>
                <a:path extrusionOk="0" h="5571" w="10989">
                  <a:moveTo>
                    <a:pt x="10988" y="1"/>
                  </a:moveTo>
                  <a:lnTo>
                    <a:pt x="283" y="5484"/>
                  </a:lnTo>
                  <a:lnTo>
                    <a:pt x="0" y="5549"/>
                  </a:lnTo>
                  <a:lnTo>
                    <a:pt x="283" y="5571"/>
                  </a:lnTo>
                  <a:lnTo>
                    <a:pt x="10988" y="349"/>
                  </a:lnTo>
                  <a:lnTo>
                    <a:pt x="1098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29"/>
            <p:cNvSpPr/>
            <p:nvPr/>
          </p:nvSpPr>
          <p:spPr>
            <a:xfrm>
              <a:off x="6960975" y="3094025"/>
              <a:ext cx="76725" cy="44100"/>
            </a:xfrm>
            <a:custGeom>
              <a:rect b="b" l="l" r="r" t="t"/>
              <a:pathLst>
                <a:path extrusionOk="0" h="1764" w="3069">
                  <a:moveTo>
                    <a:pt x="1524" y="1"/>
                  </a:moveTo>
                  <a:lnTo>
                    <a:pt x="0" y="871"/>
                  </a:lnTo>
                  <a:lnTo>
                    <a:pt x="1545" y="1763"/>
                  </a:lnTo>
                  <a:lnTo>
                    <a:pt x="3068" y="871"/>
                  </a:lnTo>
                  <a:lnTo>
                    <a:pt x="15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9"/>
            <p:cNvSpPr/>
            <p:nvPr/>
          </p:nvSpPr>
          <p:spPr>
            <a:xfrm>
              <a:off x="6999600" y="3102725"/>
              <a:ext cx="32650" cy="32125"/>
            </a:xfrm>
            <a:custGeom>
              <a:rect b="b" l="l" r="r" t="t"/>
              <a:pathLst>
                <a:path extrusionOk="0" h="1285" w="1306">
                  <a:moveTo>
                    <a:pt x="1306" y="1"/>
                  </a:moveTo>
                  <a:lnTo>
                    <a:pt x="0" y="762"/>
                  </a:lnTo>
                  <a:lnTo>
                    <a:pt x="0" y="1285"/>
                  </a:lnTo>
                  <a:lnTo>
                    <a:pt x="1306" y="523"/>
                  </a:lnTo>
                  <a:lnTo>
                    <a:pt x="13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9"/>
            <p:cNvSpPr/>
            <p:nvPr/>
          </p:nvSpPr>
          <p:spPr>
            <a:xfrm>
              <a:off x="6966425" y="3102725"/>
              <a:ext cx="33200" cy="32125"/>
            </a:xfrm>
            <a:custGeom>
              <a:rect b="b" l="l" r="r" t="t"/>
              <a:pathLst>
                <a:path extrusionOk="0" h="1285" w="1328">
                  <a:moveTo>
                    <a:pt x="0" y="1"/>
                  </a:moveTo>
                  <a:lnTo>
                    <a:pt x="0" y="523"/>
                  </a:lnTo>
                  <a:lnTo>
                    <a:pt x="1327" y="1285"/>
                  </a:lnTo>
                  <a:lnTo>
                    <a:pt x="1327" y="762"/>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9"/>
            <p:cNvSpPr/>
            <p:nvPr/>
          </p:nvSpPr>
          <p:spPr>
            <a:xfrm>
              <a:off x="6966425" y="3083150"/>
              <a:ext cx="65825" cy="38650"/>
            </a:xfrm>
            <a:custGeom>
              <a:rect b="b" l="l" r="r" t="t"/>
              <a:pathLst>
                <a:path extrusionOk="0" h="1546" w="2633">
                  <a:moveTo>
                    <a:pt x="1306" y="1"/>
                  </a:moveTo>
                  <a:lnTo>
                    <a:pt x="0" y="784"/>
                  </a:lnTo>
                  <a:lnTo>
                    <a:pt x="1327" y="1545"/>
                  </a:lnTo>
                  <a:lnTo>
                    <a:pt x="2633" y="784"/>
                  </a:lnTo>
                  <a:lnTo>
                    <a:pt x="130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9"/>
            <p:cNvSpPr/>
            <p:nvPr/>
          </p:nvSpPr>
          <p:spPr>
            <a:xfrm>
              <a:off x="6966425" y="3033650"/>
              <a:ext cx="76175" cy="44100"/>
            </a:xfrm>
            <a:custGeom>
              <a:rect b="b" l="l" r="r" t="t"/>
              <a:pathLst>
                <a:path extrusionOk="0" h="1764" w="3047">
                  <a:moveTo>
                    <a:pt x="1523" y="1"/>
                  </a:moveTo>
                  <a:lnTo>
                    <a:pt x="0" y="893"/>
                  </a:lnTo>
                  <a:lnTo>
                    <a:pt x="1523" y="1763"/>
                  </a:lnTo>
                  <a:lnTo>
                    <a:pt x="3046" y="893"/>
                  </a:lnTo>
                  <a:lnTo>
                    <a:pt x="15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9"/>
            <p:cNvSpPr/>
            <p:nvPr/>
          </p:nvSpPr>
          <p:spPr>
            <a:xfrm>
              <a:off x="7004500" y="3042350"/>
              <a:ext cx="33200" cy="32125"/>
            </a:xfrm>
            <a:custGeom>
              <a:rect b="b" l="l" r="r" t="t"/>
              <a:pathLst>
                <a:path extrusionOk="0" h="1285" w="1328">
                  <a:moveTo>
                    <a:pt x="1327" y="1"/>
                  </a:moveTo>
                  <a:lnTo>
                    <a:pt x="0" y="762"/>
                  </a:lnTo>
                  <a:lnTo>
                    <a:pt x="0" y="1284"/>
                  </a:lnTo>
                  <a:lnTo>
                    <a:pt x="1327" y="523"/>
                  </a:lnTo>
                  <a:lnTo>
                    <a:pt x="13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9"/>
            <p:cNvSpPr/>
            <p:nvPr/>
          </p:nvSpPr>
          <p:spPr>
            <a:xfrm>
              <a:off x="6970775" y="3042350"/>
              <a:ext cx="33750" cy="32125"/>
            </a:xfrm>
            <a:custGeom>
              <a:rect b="b" l="l" r="r" t="t"/>
              <a:pathLst>
                <a:path extrusionOk="0" h="1285" w="1350">
                  <a:moveTo>
                    <a:pt x="0" y="1"/>
                  </a:moveTo>
                  <a:lnTo>
                    <a:pt x="0" y="523"/>
                  </a:lnTo>
                  <a:lnTo>
                    <a:pt x="1349" y="1284"/>
                  </a:lnTo>
                  <a:lnTo>
                    <a:pt x="1349" y="762"/>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9"/>
            <p:cNvSpPr/>
            <p:nvPr/>
          </p:nvSpPr>
          <p:spPr>
            <a:xfrm>
              <a:off x="6970775" y="3022775"/>
              <a:ext cx="66925" cy="38650"/>
            </a:xfrm>
            <a:custGeom>
              <a:rect b="b" l="l" r="r" t="t"/>
              <a:pathLst>
                <a:path extrusionOk="0" h="1546" w="2677">
                  <a:moveTo>
                    <a:pt x="1349" y="0"/>
                  </a:moveTo>
                  <a:lnTo>
                    <a:pt x="0" y="784"/>
                  </a:lnTo>
                  <a:lnTo>
                    <a:pt x="1349" y="1545"/>
                  </a:lnTo>
                  <a:lnTo>
                    <a:pt x="2676" y="784"/>
                  </a:lnTo>
                  <a:lnTo>
                    <a:pt x="134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9"/>
            <p:cNvSpPr/>
            <p:nvPr/>
          </p:nvSpPr>
          <p:spPr>
            <a:xfrm>
              <a:off x="6918550" y="3118500"/>
              <a:ext cx="76725" cy="44100"/>
            </a:xfrm>
            <a:custGeom>
              <a:rect b="b" l="l" r="r" t="t"/>
              <a:pathLst>
                <a:path extrusionOk="0" h="1764" w="3069">
                  <a:moveTo>
                    <a:pt x="1545" y="1"/>
                  </a:moveTo>
                  <a:lnTo>
                    <a:pt x="0" y="871"/>
                  </a:lnTo>
                  <a:lnTo>
                    <a:pt x="1545" y="1763"/>
                  </a:lnTo>
                  <a:lnTo>
                    <a:pt x="3068" y="871"/>
                  </a:lnTo>
                  <a:lnTo>
                    <a:pt x="154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9"/>
            <p:cNvSpPr/>
            <p:nvPr/>
          </p:nvSpPr>
          <p:spPr>
            <a:xfrm>
              <a:off x="6957175" y="3126675"/>
              <a:ext cx="32650" cy="32650"/>
            </a:xfrm>
            <a:custGeom>
              <a:rect b="b" l="l" r="r" t="t"/>
              <a:pathLst>
                <a:path extrusionOk="0" h="1306" w="1306">
                  <a:moveTo>
                    <a:pt x="1306" y="0"/>
                  </a:moveTo>
                  <a:lnTo>
                    <a:pt x="0" y="784"/>
                  </a:lnTo>
                  <a:lnTo>
                    <a:pt x="0" y="1306"/>
                  </a:lnTo>
                  <a:lnTo>
                    <a:pt x="1306" y="522"/>
                  </a:lnTo>
                  <a:lnTo>
                    <a:pt x="13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9"/>
            <p:cNvSpPr/>
            <p:nvPr/>
          </p:nvSpPr>
          <p:spPr>
            <a:xfrm>
              <a:off x="6923975" y="3126675"/>
              <a:ext cx="33225" cy="32650"/>
            </a:xfrm>
            <a:custGeom>
              <a:rect b="b" l="l" r="r" t="t"/>
              <a:pathLst>
                <a:path extrusionOk="0" h="1306" w="1329">
                  <a:moveTo>
                    <a:pt x="1" y="0"/>
                  </a:moveTo>
                  <a:lnTo>
                    <a:pt x="1" y="522"/>
                  </a:lnTo>
                  <a:lnTo>
                    <a:pt x="1328" y="1306"/>
                  </a:lnTo>
                  <a:lnTo>
                    <a:pt x="1328" y="784"/>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9"/>
            <p:cNvSpPr/>
            <p:nvPr/>
          </p:nvSpPr>
          <p:spPr>
            <a:xfrm>
              <a:off x="6923975" y="3107625"/>
              <a:ext cx="65850" cy="38650"/>
            </a:xfrm>
            <a:custGeom>
              <a:rect b="b" l="l" r="r" t="t"/>
              <a:pathLst>
                <a:path extrusionOk="0" h="1546" w="2634">
                  <a:moveTo>
                    <a:pt x="1328" y="1"/>
                  </a:moveTo>
                  <a:lnTo>
                    <a:pt x="1" y="762"/>
                  </a:lnTo>
                  <a:lnTo>
                    <a:pt x="1328" y="1546"/>
                  </a:lnTo>
                  <a:lnTo>
                    <a:pt x="2634" y="762"/>
                  </a:lnTo>
                  <a:lnTo>
                    <a:pt x="13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9"/>
            <p:cNvSpPr/>
            <p:nvPr/>
          </p:nvSpPr>
          <p:spPr>
            <a:xfrm>
              <a:off x="6876650" y="3142450"/>
              <a:ext cx="76725" cy="44625"/>
            </a:xfrm>
            <a:custGeom>
              <a:rect b="b" l="l" r="r" t="t"/>
              <a:pathLst>
                <a:path extrusionOk="0" h="1785" w="3069">
                  <a:moveTo>
                    <a:pt x="1546" y="0"/>
                  </a:moveTo>
                  <a:lnTo>
                    <a:pt x="1" y="892"/>
                  </a:lnTo>
                  <a:lnTo>
                    <a:pt x="1546" y="1784"/>
                  </a:lnTo>
                  <a:lnTo>
                    <a:pt x="3069" y="892"/>
                  </a:lnTo>
                  <a:lnTo>
                    <a:pt x="154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9"/>
            <p:cNvSpPr/>
            <p:nvPr/>
          </p:nvSpPr>
          <p:spPr>
            <a:xfrm>
              <a:off x="6915275" y="3151150"/>
              <a:ext cx="32675" cy="32125"/>
            </a:xfrm>
            <a:custGeom>
              <a:rect b="b" l="l" r="r" t="t"/>
              <a:pathLst>
                <a:path extrusionOk="0" h="1285" w="1307">
                  <a:moveTo>
                    <a:pt x="1306" y="0"/>
                  </a:moveTo>
                  <a:lnTo>
                    <a:pt x="1" y="762"/>
                  </a:lnTo>
                  <a:lnTo>
                    <a:pt x="1" y="1284"/>
                  </a:lnTo>
                  <a:lnTo>
                    <a:pt x="1306" y="523"/>
                  </a:lnTo>
                  <a:lnTo>
                    <a:pt x="130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9"/>
            <p:cNvSpPr/>
            <p:nvPr/>
          </p:nvSpPr>
          <p:spPr>
            <a:xfrm>
              <a:off x="6882100" y="3151150"/>
              <a:ext cx="33200" cy="32125"/>
            </a:xfrm>
            <a:custGeom>
              <a:rect b="b" l="l" r="r" t="t"/>
              <a:pathLst>
                <a:path extrusionOk="0" h="1285" w="1328">
                  <a:moveTo>
                    <a:pt x="1" y="0"/>
                  </a:moveTo>
                  <a:lnTo>
                    <a:pt x="1" y="523"/>
                  </a:lnTo>
                  <a:lnTo>
                    <a:pt x="1328" y="1284"/>
                  </a:lnTo>
                  <a:lnTo>
                    <a:pt x="1328" y="76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9"/>
            <p:cNvSpPr/>
            <p:nvPr/>
          </p:nvSpPr>
          <p:spPr>
            <a:xfrm>
              <a:off x="6882100" y="3132100"/>
              <a:ext cx="65850" cy="38100"/>
            </a:xfrm>
            <a:custGeom>
              <a:rect b="b" l="l" r="r" t="t"/>
              <a:pathLst>
                <a:path extrusionOk="0" h="1524" w="2634">
                  <a:moveTo>
                    <a:pt x="1328" y="1"/>
                  </a:moveTo>
                  <a:lnTo>
                    <a:pt x="1" y="762"/>
                  </a:lnTo>
                  <a:lnTo>
                    <a:pt x="1328" y="1524"/>
                  </a:lnTo>
                  <a:lnTo>
                    <a:pt x="2633" y="762"/>
                  </a:lnTo>
                  <a:lnTo>
                    <a:pt x="13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9"/>
            <p:cNvSpPr/>
            <p:nvPr/>
          </p:nvSpPr>
          <p:spPr>
            <a:xfrm>
              <a:off x="6834775" y="3166925"/>
              <a:ext cx="76175" cy="44075"/>
            </a:xfrm>
            <a:custGeom>
              <a:rect b="b" l="l" r="r" t="t"/>
              <a:pathLst>
                <a:path extrusionOk="0" h="1763" w="3047">
                  <a:moveTo>
                    <a:pt x="1524" y="0"/>
                  </a:moveTo>
                  <a:lnTo>
                    <a:pt x="1" y="892"/>
                  </a:lnTo>
                  <a:lnTo>
                    <a:pt x="1524" y="1763"/>
                  </a:lnTo>
                  <a:lnTo>
                    <a:pt x="3047" y="892"/>
                  </a:lnTo>
                  <a:lnTo>
                    <a:pt x="15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9"/>
            <p:cNvSpPr/>
            <p:nvPr/>
          </p:nvSpPr>
          <p:spPr>
            <a:xfrm>
              <a:off x="6872850" y="3175625"/>
              <a:ext cx="33750" cy="32125"/>
            </a:xfrm>
            <a:custGeom>
              <a:rect b="b" l="l" r="r" t="t"/>
              <a:pathLst>
                <a:path extrusionOk="0" h="1285" w="1350">
                  <a:moveTo>
                    <a:pt x="1350" y="0"/>
                  </a:moveTo>
                  <a:lnTo>
                    <a:pt x="1" y="762"/>
                  </a:lnTo>
                  <a:lnTo>
                    <a:pt x="1" y="1284"/>
                  </a:lnTo>
                  <a:lnTo>
                    <a:pt x="1350" y="523"/>
                  </a:lnTo>
                  <a:lnTo>
                    <a:pt x="13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9"/>
            <p:cNvSpPr/>
            <p:nvPr/>
          </p:nvSpPr>
          <p:spPr>
            <a:xfrm>
              <a:off x="6839675" y="3175625"/>
              <a:ext cx="33200" cy="32125"/>
            </a:xfrm>
            <a:custGeom>
              <a:rect b="b" l="l" r="r" t="t"/>
              <a:pathLst>
                <a:path extrusionOk="0" h="1285" w="1328">
                  <a:moveTo>
                    <a:pt x="0" y="0"/>
                  </a:moveTo>
                  <a:lnTo>
                    <a:pt x="0" y="523"/>
                  </a:lnTo>
                  <a:lnTo>
                    <a:pt x="1328" y="1284"/>
                  </a:lnTo>
                  <a:lnTo>
                    <a:pt x="1328" y="762"/>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9"/>
            <p:cNvSpPr/>
            <p:nvPr/>
          </p:nvSpPr>
          <p:spPr>
            <a:xfrm>
              <a:off x="6839675" y="3156575"/>
              <a:ext cx="66925" cy="38125"/>
            </a:xfrm>
            <a:custGeom>
              <a:rect b="b" l="l" r="r" t="t"/>
              <a:pathLst>
                <a:path extrusionOk="0" h="1525" w="2677">
                  <a:moveTo>
                    <a:pt x="1328" y="1"/>
                  </a:moveTo>
                  <a:lnTo>
                    <a:pt x="0" y="762"/>
                  </a:lnTo>
                  <a:lnTo>
                    <a:pt x="1328" y="1524"/>
                  </a:lnTo>
                  <a:lnTo>
                    <a:pt x="2677" y="762"/>
                  </a:lnTo>
                  <a:lnTo>
                    <a:pt x="13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9"/>
            <p:cNvSpPr/>
            <p:nvPr/>
          </p:nvSpPr>
          <p:spPr>
            <a:xfrm>
              <a:off x="6792900" y="3191400"/>
              <a:ext cx="76175" cy="44075"/>
            </a:xfrm>
            <a:custGeom>
              <a:rect b="b" l="l" r="r" t="t"/>
              <a:pathLst>
                <a:path extrusionOk="0" h="1763" w="3047">
                  <a:moveTo>
                    <a:pt x="1523" y="0"/>
                  </a:moveTo>
                  <a:lnTo>
                    <a:pt x="0" y="871"/>
                  </a:lnTo>
                  <a:lnTo>
                    <a:pt x="1523" y="1763"/>
                  </a:lnTo>
                  <a:lnTo>
                    <a:pt x="3046" y="871"/>
                  </a:lnTo>
                  <a:lnTo>
                    <a:pt x="15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9"/>
            <p:cNvSpPr/>
            <p:nvPr/>
          </p:nvSpPr>
          <p:spPr>
            <a:xfrm>
              <a:off x="6830975" y="3200100"/>
              <a:ext cx="33200" cy="32125"/>
            </a:xfrm>
            <a:custGeom>
              <a:rect b="b" l="l" r="r" t="t"/>
              <a:pathLst>
                <a:path extrusionOk="0" h="1285" w="1328">
                  <a:moveTo>
                    <a:pt x="1328" y="1"/>
                  </a:moveTo>
                  <a:lnTo>
                    <a:pt x="0" y="762"/>
                  </a:lnTo>
                  <a:lnTo>
                    <a:pt x="0" y="1284"/>
                  </a:lnTo>
                  <a:lnTo>
                    <a:pt x="1328" y="523"/>
                  </a:lnTo>
                  <a:lnTo>
                    <a:pt x="13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9"/>
            <p:cNvSpPr/>
            <p:nvPr/>
          </p:nvSpPr>
          <p:spPr>
            <a:xfrm>
              <a:off x="6797800" y="3200100"/>
              <a:ext cx="33200" cy="32125"/>
            </a:xfrm>
            <a:custGeom>
              <a:rect b="b" l="l" r="r" t="t"/>
              <a:pathLst>
                <a:path extrusionOk="0" h="1285" w="1328">
                  <a:moveTo>
                    <a:pt x="0" y="1"/>
                  </a:moveTo>
                  <a:lnTo>
                    <a:pt x="0" y="523"/>
                  </a:lnTo>
                  <a:lnTo>
                    <a:pt x="1327" y="1284"/>
                  </a:lnTo>
                  <a:lnTo>
                    <a:pt x="1327" y="762"/>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9"/>
            <p:cNvSpPr/>
            <p:nvPr/>
          </p:nvSpPr>
          <p:spPr>
            <a:xfrm>
              <a:off x="6797800" y="3180525"/>
              <a:ext cx="66375" cy="38650"/>
            </a:xfrm>
            <a:custGeom>
              <a:rect b="b" l="l" r="r" t="t"/>
              <a:pathLst>
                <a:path extrusionOk="0" h="1546" w="2655">
                  <a:moveTo>
                    <a:pt x="1327" y="0"/>
                  </a:moveTo>
                  <a:lnTo>
                    <a:pt x="0" y="784"/>
                  </a:lnTo>
                  <a:lnTo>
                    <a:pt x="1327" y="1545"/>
                  </a:lnTo>
                  <a:lnTo>
                    <a:pt x="2655" y="784"/>
                  </a:lnTo>
                  <a:lnTo>
                    <a:pt x="132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9"/>
            <p:cNvSpPr/>
            <p:nvPr/>
          </p:nvSpPr>
          <p:spPr>
            <a:xfrm>
              <a:off x="7025150" y="3131425"/>
              <a:ext cx="83250" cy="47075"/>
            </a:xfrm>
            <a:custGeom>
              <a:rect b="b" l="l" r="r" t="t"/>
              <a:pathLst>
                <a:path extrusionOk="0" h="1883" w="3330">
                  <a:moveTo>
                    <a:pt x="382" y="1"/>
                  </a:moveTo>
                  <a:cubicBezTo>
                    <a:pt x="300" y="1"/>
                    <a:pt x="219" y="17"/>
                    <a:pt x="153" y="50"/>
                  </a:cubicBezTo>
                  <a:cubicBezTo>
                    <a:pt x="1" y="137"/>
                    <a:pt x="1" y="245"/>
                    <a:pt x="153" y="332"/>
                  </a:cubicBezTo>
                  <a:lnTo>
                    <a:pt x="2721" y="1834"/>
                  </a:lnTo>
                  <a:cubicBezTo>
                    <a:pt x="2797" y="1866"/>
                    <a:pt x="2878" y="1883"/>
                    <a:pt x="2960" y="1883"/>
                  </a:cubicBezTo>
                  <a:cubicBezTo>
                    <a:pt x="3042" y="1883"/>
                    <a:pt x="3123" y="1866"/>
                    <a:pt x="3199" y="1834"/>
                  </a:cubicBezTo>
                  <a:cubicBezTo>
                    <a:pt x="3330" y="1747"/>
                    <a:pt x="3330" y="1638"/>
                    <a:pt x="3199" y="1551"/>
                  </a:cubicBezTo>
                  <a:lnTo>
                    <a:pt x="610" y="50"/>
                  </a:lnTo>
                  <a:cubicBezTo>
                    <a:pt x="545" y="17"/>
                    <a:pt x="463" y="1"/>
                    <a:pt x="3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9"/>
            <p:cNvSpPr/>
            <p:nvPr/>
          </p:nvSpPr>
          <p:spPr>
            <a:xfrm>
              <a:off x="7028975" y="3069550"/>
              <a:ext cx="82700" cy="47350"/>
            </a:xfrm>
            <a:custGeom>
              <a:rect b="b" l="l" r="r" t="t"/>
              <a:pathLst>
                <a:path extrusionOk="0" h="1894" w="3308">
                  <a:moveTo>
                    <a:pt x="359" y="1"/>
                  </a:moveTo>
                  <a:cubicBezTo>
                    <a:pt x="278" y="1"/>
                    <a:pt x="196" y="22"/>
                    <a:pt x="131" y="66"/>
                  </a:cubicBezTo>
                  <a:cubicBezTo>
                    <a:pt x="0" y="131"/>
                    <a:pt x="0" y="240"/>
                    <a:pt x="131" y="327"/>
                  </a:cubicBezTo>
                  <a:lnTo>
                    <a:pt x="2720" y="1828"/>
                  </a:lnTo>
                  <a:cubicBezTo>
                    <a:pt x="2774" y="1872"/>
                    <a:pt x="2856" y="1894"/>
                    <a:pt x="2940" y="1894"/>
                  </a:cubicBezTo>
                  <a:cubicBezTo>
                    <a:pt x="3025" y="1894"/>
                    <a:pt x="3112" y="1872"/>
                    <a:pt x="3177" y="1828"/>
                  </a:cubicBezTo>
                  <a:cubicBezTo>
                    <a:pt x="3307" y="1741"/>
                    <a:pt x="3307" y="1633"/>
                    <a:pt x="3177" y="1545"/>
                  </a:cubicBezTo>
                  <a:lnTo>
                    <a:pt x="588" y="66"/>
                  </a:lnTo>
                  <a:cubicBezTo>
                    <a:pt x="522" y="22"/>
                    <a:pt x="441" y="1"/>
                    <a:pt x="3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9"/>
            <p:cNvSpPr/>
            <p:nvPr/>
          </p:nvSpPr>
          <p:spPr>
            <a:xfrm>
              <a:off x="6985450" y="3154400"/>
              <a:ext cx="82700" cy="47350"/>
            </a:xfrm>
            <a:custGeom>
              <a:rect b="b" l="l" r="r" t="t"/>
              <a:pathLst>
                <a:path extrusionOk="0" h="1894" w="3308">
                  <a:moveTo>
                    <a:pt x="360" y="1"/>
                  </a:moveTo>
                  <a:cubicBezTo>
                    <a:pt x="278" y="1"/>
                    <a:pt x="196" y="23"/>
                    <a:pt x="131" y="66"/>
                  </a:cubicBezTo>
                  <a:cubicBezTo>
                    <a:pt x="1" y="131"/>
                    <a:pt x="1" y="262"/>
                    <a:pt x="131" y="327"/>
                  </a:cubicBezTo>
                  <a:lnTo>
                    <a:pt x="2720" y="1829"/>
                  </a:lnTo>
                  <a:cubicBezTo>
                    <a:pt x="2775" y="1872"/>
                    <a:pt x="2856" y="1894"/>
                    <a:pt x="2941" y="1894"/>
                  </a:cubicBezTo>
                  <a:cubicBezTo>
                    <a:pt x="3025" y="1894"/>
                    <a:pt x="3112" y="1872"/>
                    <a:pt x="3177" y="1829"/>
                  </a:cubicBezTo>
                  <a:cubicBezTo>
                    <a:pt x="3308" y="1742"/>
                    <a:pt x="3308" y="1633"/>
                    <a:pt x="3177" y="1568"/>
                  </a:cubicBezTo>
                  <a:lnTo>
                    <a:pt x="588" y="66"/>
                  </a:lnTo>
                  <a:cubicBezTo>
                    <a:pt x="523" y="23"/>
                    <a:pt x="441" y="1"/>
                    <a:pt x="3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9"/>
            <p:cNvSpPr/>
            <p:nvPr/>
          </p:nvSpPr>
          <p:spPr>
            <a:xfrm>
              <a:off x="6944650" y="3177675"/>
              <a:ext cx="82700" cy="46925"/>
            </a:xfrm>
            <a:custGeom>
              <a:rect b="b" l="l" r="r" t="t"/>
              <a:pathLst>
                <a:path extrusionOk="0" h="1877" w="3308">
                  <a:moveTo>
                    <a:pt x="360" y="0"/>
                  </a:moveTo>
                  <a:cubicBezTo>
                    <a:pt x="278" y="0"/>
                    <a:pt x="197" y="16"/>
                    <a:pt x="131" y="49"/>
                  </a:cubicBezTo>
                  <a:cubicBezTo>
                    <a:pt x="1" y="136"/>
                    <a:pt x="1" y="245"/>
                    <a:pt x="131" y="332"/>
                  </a:cubicBezTo>
                  <a:lnTo>
                    <a:pt x="2721" y="1811"/>
                  </a:lnTo>
                  <a:cubicBezTo>
                    <a:pt x="2786" y="1855"/>
                    <a:pt x="2867" y="1877"/>
                    <a:pt x="2949" y="1877"/>
                  </a:cubicBezTo>
                  <a:cubicBezTo>
                    <a:pt x="3031" y="1877"/>
                    <a:pt x="3112" y="1855"/>
                    <a:pt x="3177" y="1811"/>
                  </a:cubicBezTo>
                  <a:cubicBezTo>
                    <a:pt x="3308" y="1746"/>
                    <a:pt x="3308" y="1637"/>
                    <a:pt x="3177" y="1550"/>
                  </a:cubicBezTo>
                  <a:lnTo>
                    <a:pt x="588" y="49"/>
                  </a:lnTo>
                  <a:cubicBezTo>
                    <a:pt x="523" y="16"/>
                    <a:pt x="441" y="0"/>
                    <a:pt x="3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9"/>
            <p:cNvSpPr/>
            <p:nvPr/>
          </p:nvSpPr>
          <p:spPr>
            <a:xfrm>
              <a:off x="6904400" y="3201200"/>
              <a:ext cx="82700" cy="46925"/>
            </a:xfrm>
            <a:custGeom>
              <a:rect b="b" l="l" r="r" t="t"/>
              <a:pathLst>
                <a:path extrusionOk="0" h="1877" w="3308">
                  <a:moveTo>
                    <a:pt x="360" y="0"/>
                  </a:moveTo>
                  <a:cubicBezTo>
                    <a:pt x="278" y="0"/>
                    <a:pt x="196" y="22"/>
                    <a:pt x="131" y="65"/>
                  </a:cubicBezTo>
                  <a:cubicBezTo>
                    <a:pt x="1" y="152"/>
                    <a:pt x="1" y="261"/>
                    <a:pt x="131" y="326"/>
                  </a:cubicBezTo>
                  <a:lnTo>
                    <a:pt x="2720" y="1828"/>
                  </a:lnTo>
                  <a:cubicBezTo>
                    <a:pt x="2775" y="1860"/>
                    <a:pt x="2856" y="1877"/>
                    <a:pt x="2941" y="1877"/>
                  </a:cubicBezTo>
                  <a:cubicBezTo>
                    <a:pt x="3025" y="1877"/>
                    <a:pt x="3112" y="1860"/>
                    <a:pt x="3177" y="1828"/>
                  </a:cubicBezTo>
                  <a:cubicBezTo>
                    <a:pt x="3308" y="1763"/>
                    <a:pt x="3308" y="1632"/>
                    <a:pt x="3177" y="1567"/>
                  </a:cubicBezTo>
                  <a:lnTo>
                    <a:pt x="588" y="65"/>
                  </a:lnTo>
                  <a:cubicBezTo>
                    <a:pt x="523" y="22"/>
                    <a:pt x="441" y="0"/>
                    <a:pt x="3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9"/>
            <p:cNvSpPr/>
            <p:nvPr/>
          </p:nvSpPr>
          <p:spPr>
            <a:xfrm>
              <a:off x="6863600" y="3224575"/>
              <a:ext cx="82700" cy="46550"/>
            </a:xfrm>
            <a:custGeom>
              <a:rect b="b" l="l" r="r" t="t"/>
              <a:pathLst>
                <a:path extrusionOk="0" h="1862" w="3308">
                  <a:moveTo>
                    <a:pt x="360" y="1"/>
                  </a:moveTo>
                  <a:cubicBezTo>
                    <a:pt x="278" y="1"/>
                    <a:pt x="197" y="22"/>
                    <a:pt x="131" y="66"/>
                  </a:cubicBezTo>
                  <a:cubicBezTo>
                    <a:pt x="1" y="131"/>
                    <a:pt x="1" y="240"/>
                    <a:pt x="131" y="327"/>
                  </a:cubicBezTo>
                  <a:lnTo>
                    <a:pt x="2721" y="1828"/>
                  </a:lnTo>
                  <a:cubicBezTo>
                    <a:pt x="2786" y="1850"/>
                    <a:pt x="2867" y="1861"/>
                    <a:pt x="2949" y="1861"/>
                  </a:cubicBezTo>
                  <a:cubicBezTo>
                    <a:pt x="3031" y="1861"/>
                    <a:pt x="3112" y="1850"/>
                    <a:pt x="3177" y="1828"/>
                  </a:cubicBezTo>
                  <a:cubicBezTo>
                    <a:pt x="3308" y="1741"/>
                    <a:pt x="3308" y="1633"/>
                    <a:pt x="3177" y="1546"/>
                  </a:cubicBezTo>
                  <a:lnTo>
                    <a:pt x="588" y="66"/>
                  </a:lnTo>
                  <a:cubicBezTo>
                    <a:pt x="523" y="22"/>
                    <a:pt x="441" y="1"/>
                    <a:pt x="3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9"/>
            <p:cNvSpPr/>
            <p:nvPr/>
          </p:nvSpPr>
          <p:spPr>
            <a:xfrm>
              <a:off x="6580750" y="2764250"/>
              <a:ext cx="82700" cy="42725"/>
            </a:xfrm>
            <a:custGeom>
              <a:rect b="b" l="l" r="r" t="t"/>
              <a:pathLst>
                <a:path extrusionOk="0" h="1709" w="3308">
                  <a:moveTo>
                    <a:pt x="1670" y="1"/>
                  </a:moveTo>
                  <a:cubicBezTo>
                    <a:pt x="1284" y="1"/>
                    <a:pt x="893" y="82"/>
                    <a:pt x="588" y="246"/>
                  </a:cubicBezTo>
                  <a:cubicBezTo>
                    <a:pt x="1" y="572"/>
                    <a:pt x="1" y="1138"/>
                    <a:pt x="588" y="1464"/>
                  </a:cubicBezTo>
                  <a:cubicBezTo>
                    <a:pt x="871" y="1627"/>
                    <a:pt x="1252" y="1709"/>
                    <a:pt x="1638" y="1709"/>
                  </a:cubicBezTo>
                  <a:cubicBezTo>
                    <a:pt x="2024" y="1709"/>
                    <a:pt x="2416" y="1627"/>
                    <a:pt x="2720" y="1464"/>
                  </a:cubicBezTo>
                  <a:cubicBezTo>
                    <a:pt x="3308" y="1138"/>
                    <a:pt x="3308" y="572"/>
                    <a:pt x="2720" y="246"/>
                  </a:cubicBezTo>
                  <a:cubicBezTo>
                    <a:pt x="2437" y="82"/>
                    <a:pt x="2057" y="1"/>
                    <a:pt x="1670" y="1"/>
                  </a:cubicBezTo>
                  <a:close/>
                </a:path>
              </a:pathLst>
            </a:custGeom>
            <a:solidFill>
              <a:srgbClr val="000000">
                <a:alpha val="19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9"/>
            <p:cNvSpPr/>
            <p:nvPr/>
          </p:nvSpPr>
          <p:spPr>
            <a:xfrm>
              <a:off x="6645475" y="2765475"/>
              <a:ext cx="9825" cy="31575"/>
            </a:xfrm>
            <a:custGeom>
              <a:rect b="b" l="l" r="r" t="t"/>
              <a:pathLst>
                <a:path extrusionOk="0" h="1263" w="393">
                  <a:moveTo>
                    <a:pt x="392" y="1"/>
                  </a:moveTo>
                  <a:cubicBezTo>
                    <a:pt x="392" y="218"/>
                    <a:pt x="262" y="414"/>
                    <a:pt x="1" y="588"/>
                  </a:cubicBezTo>
                  <a:lnTo>
                    <a:pt x="1" y="1263"/>
                  </a:lnTo>
                  <a:cubicBezTo>
                    <a:pt x="262" y="1089"/>
                    <a:pt x="392" y="915"/>
                    <a:pt x="392" y="697"/>
                  </a:cubicBezTo>
                  <a:lnTo>
                    <a:pt x="39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29"/>
            <p:cNvSpPr/>
            <p:nvPr/>
          </p:nvSpPr>
          <p:spPr>
            <a:xfrm>
              <a:off x="6586725" y="2765475"/>
              <a:ext cx="60949" cy="37225"/>
            </a:xfrm>
            <a:custGeom>
              <a:rect b="b" l="l" r="r" t="t"/>
              <a:pathLst>
                <a:path extrusionOk="0" h="1489" w="2308">
                  <a:moveTo>
                    <a:pt x="1" y="1"/>
                  </a:moveTo>
                  <a:lnTo>
                    <a:pt x="1" y="697"/>
                  </a:lnTo>
                  <a:cubicBezTo>
                    <a:pt x="1" y="871"/>
                    <a:pt x="131" y="1067"/>
                    <a:pt x="393" y="1241"/>
                  </a:cubicBezTo>
                  <a:cubicBezTo>
                    <a:pt x="647" y="1407"/>
                    <a:pt x="997" y="1489"/>
                    <a:pt x="1352" y="1489"/>
                  </a:cubicBezTo>
                  <a:cubicBezTo>
                    <a:pt x="1694" y="1489"/>
                    <a:pt x="2040" y="1413"/>
                    <a:pt x="2307" y="1263"/>
                  </a:cubicBezTo>
                  <a:lnTo>
                    <a:pt x="2307" y="588"/>
                  </a:lnTo>
                  <a:cubicBezTo>
                    <a:pt x="2045" y="725"/>
                    <a:pt x="1707" y="795"/>
                    <a:pt x="1371" y="795"/>
                  </a:cubicBezTo>
                  <a:cubicBezTo>
                    <a:pt x="1010" y="795"/>
                    <a:pt x="652" y="714"/>
                    <a:pt x="393" y="545"/>
                  </a:cubicBezTo>
                  <a:cubicBezTo>
                    <a:pt x="131" y="414"/>
                    <a:pt x="1" y="197"/>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29"/>
            <p:cNvSpPr/>
            <p:nvPr/>
          </p:nvSpPr>
          <p:spPr>
            <a:xfrm>
              <a:off x="6587275" y="2731625"/>
              <a:ext cx="66397" cy="57249"/>
            </a:xfrm>
            <a:custGeom>
              <a:rect b="b" l="l" r="r" t="t"/>
              <a:pathLst>
                <a:path extrusionOk="0" h="2150" w="2612">
                  <a:moveTo>
                    <a:pt x="1375" y="1"/>
                  </a:moveTo>
                  <a:cubicBezTo>
                    <a:pt x="1121" y="1"/>
                    <a:pt x="875" y="49"/>
                    <a:pt x="675" y="158"/>
                  </a:cubicBezTo>
                  <a:cubicBezTo>
                    <a:pt x="457" y="310"/>
                    <a:pt x="283" y="463"/>
                    <a:pt x="152" y="680"/>
                  </a:cubicBezTo>
                  <a:cubicBezTo>
                    <a:pt x="65" y="811"/>
                    <a:pt x="22" y="985"/>
                    <a:pt x="22" y="1028"/>
                  </a:cubicBezTo>
                  <a:cubicBezTo>
                    <a:pt x="0" y="1137"/>
                    <a:pt x="0" y="1246"/>
                    <a:pt x="0" y="1355"/>
                  </a:cubicBezTo>
                  <a:cubicBezTo>
                    <a:pt x="0" y="1551"/>
                    <a:pt x="131" y="1768"/>
                    <a:pt x="370" y="1899"/>
                  </a:cubicBezTo>
                  <a:cubicBezTo>
                    <a:pt x="640" y="2068"/>
                    <a:pt x="1004" y="2149"/>
                    <a:pt x="1368" y="2149"/>
                  </a:cubicBezTo>
                  <a:cubicBezTo>
                    <a:pt x="1706" y="2149"/>
                    <a:pt x="2044" y="2079"/>
                    <a:pt x="2307" y="1942"/>
                  </a:cubicBezTo>
                  <a:cubicBezTo>
                    <a:pt x="2285" y="1942"/>
                    <a:pt x="2611" y="441"/>
                    <a:pt x="1523" y="6"/>
                  </a:cubicBezTo>
                  <a:cubicBezTo>
                    <a:pt x="1474" y="2"/>
                    <a:pt x="1424" y="1"/>
                    <a:pt x="13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29"/>
            <p:cNvSpPr/>
            <p:nvPr/>
          </p:nvSpPr>
          <p:spPr>
            <a:xfrm>
              <a:off x="6625350" y="2731750"/>
              <a:ext cx="29950" cy="48450"/>
            </a:xfrm>
            <a:custGeom>
              <a:rect b="b" l="l" r="r" t="t"/>
              <a:pathLst>
                <a:path extrusionOk="0" h="1938" w="1198">
                  <a:moveTo>
                    <a:pt x="1" y="1"/>
                  </a:moveTo>
                  <a:lnTo>
                    <a:pt x="1" y="1"/>
                  </a:lnTo>
                  <a:cubicBezTo>
                    <a:pt x="1132" y="436"/>
                    <a:pt x="762" y="1937"/>
                    <a:pt x="762" y="1937"/>
                  </a:cubicBezTo>
                  <a:cubicBezTo>
                    <a:pt x="1067" y="1763"/>
                    <a:pt x="1197" y="1567"/>
                    <a:pt x="1197" y="1350"/>
                  </a:cubicBezTo>
                  <a:cubicBezTo>
                    <a:pt x="1197" y="1198"/>
                    <a:pt x="1176" y="958"/>
                    <a:pt x="1002" y="675"/>
                  </a:cubicBezTo>
                  <a:cubicBezTo>
                    <a:pt x="936" y="545"/>
                    <a:pt x="806" y="349"/>
                    <a:pt x="523" y="197"/>
                  </a:cubicBezTo>
                  <a:cubicBezTo>
                    <a:pt x="371" y="88"/>
                    <a:pt x="197" y="23"/>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29"/>
            <p:cNvSpPr/>
            <p:nvPr/>
          </p:nvSpPr>
          <p:spPr>
            <a:xfrm>
              <a:off x="6588375" y="2738900"/>
              <a:ext cx="26125" cy="34375"/>
            </a:xfrm>
            <a:custGeom>
              <a:rect b="b" l="l" r="r" t="t"/>
              <a:pathLst>
                <a:path extrusionOk="0" h="1375" w="1045">
                  <a:moveTo>
                    <a:pt x="740" y="0"/>
                  </a:moveTo>
                  <a:cubicBezTo>
                    <a:pt x="559" y="0"/>
                    <a:pt x="301" y="202"/>
                    <a:pt x="152" y="498"/>
                  </a:cubicBezTo>
                  <a:cubicBezTo>
                    <a:pt x="0" y="846"/>
                    <a:pt x="22" y="1238"/>
                    <a:pt x="218" y="1347"/>
                  </a:cubicBezTo>
                  <a:cubicBezTo>
                    <a:pt x="256" y="1366"/>
                    <a:pt x="295" y="1375"/>
                    <a:pt x="336" y="1375"/>
                  </a:cubicBezTo>
                  <a:cubicBezTo>
                    <a:pt x="530" y="1375"/>
                    <a:pt x="748" y="1170"/>
                    <a:pt x="892" y="846"/>
                  </a:cubicBezTo>
                  <a:cubicBezTo>
                    <a:pt x="1045" y="498"/>
                    <a:pt x="1023" y="128"/>
                    <a:pt x="827" y="19"/>
                  </a:cubicBezTo>
                  <a:cubicBezTo>
                    <a:pt x="801" y="6"/>
                    <a:pt x="772" y="0"/>
                    <a:pt x="740" y="0"/>
                  </a:cubicBezTo>
                  <a:close/>
                </a:path>
              </a:pathLst>
            </a:custGeom>
            <a:solidFill>
              <a:srgbClr val="FFFFFF">
                <a:alpha val="100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29"/>
            <p:cNvSpPr/>
            <p:nvPr/>
          </p:nvSpPr>
          <p:spPr>
            <a:xfrm>
              <a:off x="6592175" y="2740400"/>
              <a:ext cx="17975" cy="18650"/>
            </a:xfrm>
            <a:custGeom>
              <a:rect b="b" l="l" r="r" t="t"/>
              <a:pathLst>
                <a:path extrusionOk="0" h="746" w="719">
                  <a:moveTo>
                    <a:pt x="514" y="0"/>
                  </a:moveTo>
                  <a:cubicBezTo>
                    <a:pt x="407" y="0"/>
                    <a:pt x="272" y="74"/>
                    <a:pt x="175" y="221"/>
                  </a:cubicBezTo>
                  <a:cubicBezTo>
                    <a:pt x="22" y="416"/>
                    <a:pt x="0" y="634"/>
                    <a:pt x="109" y="721"/>
                  </a:cubicBezTo>
                  <a:cubicBezTo>
                    <a:pt x="136" y="737"/>
                    <a:pt x="169" y="745"/>
                    <a:pt x="205" y="745"/>
                  </a:cubicBezTo>
                  <a:cubicBezTo>
                    <a:pt x="312" y="745"/>
                    <a:pt x="446" y="672"/>
                    <a:pt x="544" y="525"/>
                  </a:cubicBezTo>
                  <a:cubicBezTo>
                    <a:pt x="675" y="329"/>
                    <a:pt x="718" y="112"/>
                    <a:pt x="610" y="25"/>
                  </a:cubicBezTo>
                  <a:cubicBezTo>
                    <a:pt x="582" y="8"/>
                    <a:pt x="550" y="0"/>
                    <a:pt x="514" y="0"/>
                  </a:cubicBezTo>
                  <a:close/>
                </a:path>
              </a:pathLst>
            </a:custGeom>
            <a:solidFill>
              <a:srgbClr val="FFFFFF">
                <a:alpha val="100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29"/>
            <p:cNvSpPr/>
            <p:nvPr/>
          </p:nvSpPr>
          <p:spPr>
            <a:xfrm>
              <a:off x="7100225" y="3061950"/>
              <a:ext cx="53875" cy="21575"/>
            </a:xfrm>
            <a:custGeom>
              <a:rect b="b" l="l" r="r" t="t"/>
              <a:pathLst>
                <a:path extrusionOk="0" h="863" w="2155">
                  <a:moveTo>
                    <a:pt x="1" y="0"/>
                  </a:moveTo>
                  <a:lnTo>
                    <a:pt x="1" y="109"/>
                  </a:lnTo>
                  <a:cubicBezTo>
                    <a:pt x="1" y="305"/>
                    <a:pt x="131" y="500"/>
                    <a:pt x="349" y="631"/>
                  </a:cubicBezTo>
                  <a:cubicBezTo>
                    <a:pt x="604" y="786"/>
                    <a:pt x="932" y="862"/>
                    <a:pt x="1261" y="862"/>
                  </a:cubicBezTo>
                  <a:cubicBezTo>
                    <a:pt x="1579" y="862"/>
                    <a:pt x="1898" y="792"/>
                    <a:pt x="2155" y="653"/>
                  </a:cubicBezTo>
                  <a:lnTo>
                    <a:pt x="2155" y="544"/>
                  </a:lnTo>
                  <a:cubicBezTo>
                    <a:pt x="1909" y="683"/>
                    <a:pt x="1590" y="753"/>
                    <a:pt x="1270" y="753"/>
                  </a:cubicBezTo>
                  <a:cubicBezTo>
                    <a:pt x="937" y="753"/>
                    <a:pt x="604" y="677"/>
                    <a:pt x="349" y="522"/>
                  </a:cubicBezTo>
                  <a:cubicBezTo>
                    <a:pt x="109" y="392"/>
                    <a:pt x="1" y="196"/>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29"/>
            <p:cNvSpPr/>
            <p:nvPr/>
          </p:nvSpPr>
          <p:spPr>
            <a:xfrm>
              <a:off x="7154625" y="3061950"/>
              <a:ext cx="9275" cy="15800"/>
            </a:xfrm>
            <a:custGeom>
              <a:rect b="b" l="l" r="r" t="t"/>
              <a:pathLst>
                <a:path extrusionOk="0" h="632" w="371">
                  <a:moveTo>
                    <a:pt x="370" y="0"/>
                  </a:moveTo>
                  <a:cubicBezTo>
                    <a:pt x="370" y="196"/>
                    <a:pt x="240" y="392"/>
                    <a:pt x="0" y="522"/>
                  </a:cubicBezTo>
                  <a:lnTo>
                    <a:pt x="0" y="631"/>
                  </a:lnTo>
                  <a:cubicBezTo>
                    <a:pt x="240" y="500"/>
                    <a:pt x="370" y="305"/>
                    <a:pt x="370" y="109"/>
                  </a:cubicBezTo>
                  <a:lnTo>
                    <a:pt x="3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29"/>
            <p:cNvSpPr/>
            <p:nvPr/>
          </p:nvSpPr>
          <p:spPr>
            <a:xfrm>
              <a:off x="7097500" y="3044200"/>
              <a:ext cx="70200" cy="36600"/>
            </a:xfrm>
            <a:custGeom>
              <a:rect b="b" l="l" r="r" t="t"/>
              <a:pathLst>
                <a:path extrusionOk="0" h="1464" w="2808">
                  <a:moveTo>
                    <a:pt x="1396" y="199"/>
                  </a:moveTo>
                  <a:cubicBezTo>
                    <a:pt x="1627" y="199"/>
                    <a:pt x="1861" y="253"/>
                    <a:pt x="2046" y="362"/>
                  </a:cubicBezTo>
                  <a:cubicBezTo>
                    <a:pt x="2372" y="558"/>
                    <a:pt x="2372" y="906"/>
                    <a:pt x="2003" y="1102"/>
                  </a:cubicBezTo>
                  <a:cubicBezTo>
                    <a:pt x="1828" y="1200"/>
                    <a:pt x="1600" y="1249"/>
                    <a:pt x="1372" y="1249"/>
                  </a:cubicBezTo>
                  <a:cubicBezTo>
                    <a:pt x="1143" y="1249"/>
                    <a:pt x="915" y="1200"/>
                    <a:pt x="741" y="1102"/>
                  </a:cubicBezTo>
                  <a:cubicBezTo>
                    <a:pt x="414" y="906"/>
                    <a:pt x="414" y="558"/>
                    <a:pt x="762" y="362"/>
                  </a:cubicBezTo>
                  <a:cubicBezTo>
                    <a:pt x="936" y="253"/>
                    <a:pt x="1165" y="199"/>
                    <a:pt x="1396" y="199"/>
                  </a:cubicBezTo>
                  <a:close/>
                  <a:moveTo>
                    <a:pt x="1405" y="0"/>
                  </a:moveTo>
                  <a:cubicBezTo>
                    <a:pt x="1088" y="0"/>
                    <a:pt x="769" y="71"/>
                    <a:pt x="523" y="210"/>
                  </a:cubicBezTo>
                  <a:cubicBezTo>
                    <a:pt x="1" y="471"/>
                    <a:pt x="1" y="928"/>
                    <a:pt x="479" y="1232"/>
                  </a:cubicBezTo>
                  <a:cubicBezTo>
                    <a:pt x="734" y="1387"/>
                    <a:pt x="1063" y="1463"/>
                    <a:pt x="1392" y="1463"/>
                  </a:cubicBezTo>
                  <a:cubicBezTo>
                    <a:pt x="1710" y="1463"/>
                    <a:pt x="2029" y="1393"/>
                    <a:pt x="2285" y="1254"/>
                  </a:cubicBezTo>
                  <a:cubicBezTo>
                    <a:pt x="2808" y="971"/>
                    <a:pt x="2808" y="492"/>
                    <a:pt x="2307" y="231"/>
                  </a:cubicBezTo>
                  <a:cubicBezTo>
                    <a:pt x="2063" y="76"/>
                    <a:pt x="1735" y="0"/>
                    <a:pt x="14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29"/>
            <p:cNvSpPr/>
            <p:nvPr/>
          </p:nvSpPr>
          <p:spPr>
            <a:xfrm>
              <a:off x="7148650" y="3027675"/>
              <a:ext cx="6550" cy="44075"/>
            </a:xfrm>
            <a:custGeom>
              <a:rect b="b" l="l" r="r" t="t"/>
              <a:pathLst>
                <a:path extrusionOk="0" h="1763" w="262">
                  <a:moveTo>
                    <a:pt x="261" y="0"/>
                  </a:moveTo>
                  <a:cubicBezTo>
                    <a:pt x="261" y="131"/>
                    <a:pt x="152" y="261"/>
                    <a:pt x="0" y="370"/>
                  </a:cubicBezTo>
                  <a:lnTo>
                    <a:pt x="0" y="1763"/>
                  </a:lnTo>
                  <a:cubicBezTo>
                    <a:pt x="174" y="1654"/>
                    <a:pt x="261" y="1523"/>
                    <a:pt x="261" y="1371"/>
                  </a:cubicBezTo>
                  <a:lnTo>
                    <a:pt x="26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29"/>
            <p:cNvSpPr/>
            <p:nvPr/>
          </p:nvSpPr>
          <p:spPr>
            <a:xfrm>
              <a:off x="7109475" y="3027675"/>
              <a:ext cx="38100" cy="46800"/>
            </a:xfrm>
            <a:custGeom>
              <a:rect b="b" l="l" r="r" t="t"/>
              <a:pathLst>
                <a:path extrusionOk="0" h="1872" w="1524">
                  <a:moveTo>
                    <a:pt x="0" y="0"/>
                  </a:moveTo>
                  <a:lnTo>
                    <a:pt x="0" y="1371"/>
                  </a:lnTo>
                  <a:cubicBezTo>
                    <a:pt x="0" y="1523"/>
                    <a:pt x="87" y="1654"/>
                    <a:pt x="262" y="1741"/>
                  </a:cubicBezTo>
                  <a:cubicBezTo>
                    <a:pt x="436" y="1828"/>
                    <a:pt x="664" y="1871"/>
                    <a:pt x="893" y="1871"/>
                  </a:cubicBezTo>
                  <a:cubicBezTo>
                    <a:pt x="1121" y="1871"/>
                    <a:pt x="1349" y="1828"/>
                    <a:pt x="1524" y="1741"/>
                  </a:cubicBezTo>
                  <a:lnTo>
                    <a:pt x="1524" y="348"/>
                  </a:lnTo>
                  <a:cubicBezTo>
                    <a:pt x="1349" y="457"/>
                    <a:pt x="1121" y="512"/>
                    <a:pt x="893" y="512"/>
                  </a:cubicBezTo>
                  <a:cubicBezTo>
                    <a:pt x="664" y="512"/>
                    <a:pt x="436" y="457"/>
                    <a:pt x="262" y="348"/>
                  </a:cubicBezTo>
                  <a:cubicBezTo>
                    <a:pt x="87" y="261"/>
                    <a:pt x="0" y="131"/>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29"/>
            <p:cNvSpPr/>
            <p:nvPr/>
          </p:nvSpPr>
          <p:spPr>
            <a:xfrm>
              <a:off x="7107850" y="3015150"/>
              <a:ext cx="49525" cy="25475"/>
            </a:xfrm>
            <a:custGeom>
              <a:rect b="b" l="l" r="r" t="t"/>
              <a:pathLst>
                <a:path extrusionOk="0" h="1019" w="1981">
                  <a:moveTo>
                    <a:pt x="971" y="121"/>
                  </a:moveTo>
                  <a:cubicBezTo>
                    <a:pt x="1126" y="121"/>
                    <a:pt x="1284" y="153"/>
                    <a:pt x="1414" y="218"/>
                  </a:cubicBezTo>
                  <a:cubicBezTo>
                    <a:pt x="1654" y="392"/>
                    <a:pt x="1654" y="610"/>
                    <a:pt x="1414" y="741"/>
                  </a:cubicBezTo>
                  <a:cubicBezTo>
                    <a:pt x="1284" y="806"/>
                    <a:pt x="1126" y="839"/>
                    <a:pt x="971" y="839"/>
                  </a:cubicBezTo>
                  <a:cubicBezTo>
                    <a:pt x="816" y="839"/>
                    <a:pt x="664" y="806"/>
                    <a:pt x="544" y="741"/>
                  </a:cubicBezTo>
                  <a:cubicBezTo>
                    <a:pt x="283" y="567"/>
                    <a:pt x="283" y="349"/>
                    <a:pt x="544" y="218"/>
                  </a:cubicBezTo>
                  <a:cubicBezTo>
                    <a:pt x="664" y="153"/>
                    <a:pt x="816" y="121"/>
                    <a:pt x="971" y="121"/>
                  </a:cubicBezTo>
                  <a:close/>
                  <a:moveTo>
                    <a:pt x="1004" y="1"/>
                  </a:moveTo>
                  <a:cubicBezTo>
                    <a:pt x="773" y="1"/>
                    <a:pt x="544" y="44"/>
                    <a:pt x="370" y="131"/>
                  </a:cubicBezTo>
                  <a:cubicBezTo>
                    <a:pt x="22" y="327"/>
                    <a:pt x="0" y="654"/>
                    <a:pt x="348" y="871"/>
                  </a:cubicBezTo>
                  <a:cubicBezTo>
                    <a:pt x="522" y="969"/>
                    <a:pt x="751" y="1018"/>
                    <a:pt x="982" y="1018"/>
                  </a:cubicBezTo>
                  <a:cubicBezTo>
                    <a:pt x="1213" y="1018"/>
                    <a:pt x="1447" y="969"/>
                    <a:pt x="1632" y="871"/>
                  </a:cubicBezTo>
                  <a:cubicBezTo>
                    <a:pt x="1980" y="654"/>
                    <a:pt x="1980" y="327"/>
                    <a:pt x="1654" y="131"/>
                  </a:cubicBezTo>
                  <a:cubicBezTo>
                    <a:pt x="1469" y="44"/>
                    <a:pt x="1235" y="1"/>
                    <a:pt x="10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9"/>
            <p:cNvSpPr/>
            <p:nvPr/>
          </p:nvSpPr>
          <p:spPr>
            <a:xfrm>
              <a:off x="7143200" y="3022775"/>
              <a:ext cx="4375" cy="10350"/>
            </a:xfrm>
            <a:custGeom>
              <a:rect b="b" l="l" r="r" t="t"/>
              <a:pathLst>
                <a:path extrusionOk="0" h="414" w="175">
                  <a:moveTo>
                    <a:pt x="175" y="0"/>
                  </a:moveTo>
                  <a:cubicBezTo>
                    <a:pt x="175" y="109"/>
                    <a:pt x="131" y="196"/>
                    <a:pt x="0" y="240"/>
                  </a:cubicBezTo>
                  <a:lnTo>
                    <a:pt x="0" y="414"/>
                  </a:lnTo>
                  <a:cubicBezTo>
                    <a:pt x="131" y="349"/>
                    <a:pt x="175" y="240"/>
                    <a:pt x="175" y="153"/>
                  </a:cubicBezTo>
                  <a:lnTo>
                    <a:pt x="17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9"/>
            <p:cNvSpPr/>
            <p:nvPr/>
          </p:nvSpPr>
          <p:spPr>
            <a:xfrm>
              <a:off x="7117100" y="3023325"/>
              <a:ext cx="26125" cy="12800"/>
            </a:xfrm>
            <a:custGeom>
              <a:rect b="b" l="l" r="r" t="t"/>
              <a:pathLst>
                <a:path extrusionOk="0" h="512" w="1045">
                  <a:moveTo>
                    <a:pt x="0" y="0"/>
                  </a:moveTo>
                  <a:lnTo>
                    <a:pt x="0" y="174"/>
                  </a:lnTo>
                  <a:cubicBezTo>
                    <a:pt x="0" y="240"/>
                    <a:pt x="65" y="327"/>
                    <a:pt x="174" y="414"/>
                  </a:cubicBezTo>
                  <a:cubicBezTo>
                    <a:pt x="294" y="479"/>
                    <a:pt x="446" y="512"/>
                    <a:pt x="601" y="512"/>
                  </a:cubicBezTo>
                  <a:cubicBezTo>
                    <a:pt x="756" y="512"/>
                    <a:pt x="914" y="479"/>
                    <a:pt x="1044" y="414"/>
                  </a:cubicBezTo>
                  <a:lnTo>
                    <a:pt x="1044" y="240"/>
                  </a:lnTo>
                  <a:cubicBezTo>
                    <a:pt x="914" y="305"/>
                    <a:pt x="756" y="337"/>
                    <a:pt x="601" y="337"/>
                  </a:cubicBezTo>
                  <a:cubicBezTo>
                    <a:pt x="446" y="337"/>
                    <a:pt x="294" y="305"/>
                    <a:pt x="174" y="240"/>
                  </a:cubicBezTo>
                  <a:cubicBezTo>
                    <a:pt x="65" y="196"/>
                    <a:pt x="0" y="87"/>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9"/>
            <p:cNvSpPr/>
            <p:nvPr/>
          </p:nvSpPr>
          <p:spPr>
            <a:xfrm>
              <a:off x="7114925" y="3013925"/>
              <a:ext cx="34275" cy="18250"/>
            </a:xfrm>
            <a:custGeom>
              <a:rect b="b" l="l" r="r" t="t"/>
              <a:pathLst>
                <a:path extrusionOk="0" h="730" w="1371">
                  <a:moveTo>
                    <a:pt x="688" y="1"/>
                  </a:moveTo>
                  <a:cubicBezTo>
                    <a:pt x="533" y="1"/>
                    <a:pt x="381" y="39"/>
                    <a:pt x="261" y="115"/>
                  </a:cubicBezTo>
                  <a:cubicBezTo>
                    <a:pt x="0" y="246"/>
                    <a:pt x="0" y="485"/>
                    <a:pt x="261" y="616"/>
                  </a:cubicBezTo>
                  <a:cubicBezTo>
                    <a:pt x="381" y="692"/>
                    <a:pt x="533" y="730"/>
                    <a:pt x="688" y="730"/>
                  </a:cubicBezTo>
                  <a:cubicBezTo>
                    <a:pt x="843" y="730"/>
                    <a:pt x="1001" y="692"/>
                    <a:pt x="1131" y="616"/>
                  </a:cubicBezTo>
                  <a:cubicBezTo>
                    <a:pt x="1371" y="485"/>
                    <a:pt x="1371" y="246"/>
                    <a:pt x="1131" y="115"/>
                  </a:cubicBezTo>
                  <a:cubicBezTo>
                    <a:pt x="1001" y="39"/>
                    <a:pt x="843" y="1"/>
                    <a:pt x="68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9"/>
            <p:cNvSpPr/>
            <p:nvPr/>
          </p:nvSpPr>
          <p:spPr>
            <a:xfrm>
              <a:off x="7168225" y="3096200"/>
              <a:ext cx="38100" cy="15125"/>
            </a:xfrm>
            <a:custGeom>
              <a:rect b="b" l="l" r="r" t="t"/>
              <a:pathLst>
                <a:path extrusionOk="0" h="605" w="1524">
                  <a:moveTo>
                    <a:pt x="0" y="1"/>
                  </a:moveTo>
                  <a:lnTo>
                    <a:pt x="0" y="88"/>
                  </a:lnTo>
                  <a:cubicBezTo>
                    <a:pt x="0" y="218"/>
                    <a:pt x="87" y="349"/>
                    <a:pt x="240" y="458"/>
                  </a:cubicBezTo>
                  <a:cubicBezTo>
                    <a:pt x="403" y="556"/>
                    <a:pt x="637" y="605"/>
                    <a:pt x="873" y="605"/>
                  </a:cubicBezTo>
                  <a:cubicBezTo>
                    <a:pt x="1110" y="605"/>
                    <a:pt x="1349" y="556"/>
                    <a:pt x="1523" y="458"/>
                  </a:cubicBezTo>
                  <a:lnTo>
                    <a:pt x="1523" y="371"/>
                  </a:lnTo>
                  <a:cubicBezTo>
                    <a:pt x="1349" y="479"/>
                    <a:pt x="1115" y="534"/>
                    <a:pt x="882" y="534"/>
                  </a:cubicBezTo>
                  <a:cubicBezTo>
                    <a:pt x="648" y="534"/>
                    <a:pt x="414" y="479"/>
                    <a:pt x="240" y="371"/>
                  </a:cubicBezTo>
                  <a:cubicBezTo>
                    <a:pt x="87" y="262"/>
                    <a:pt x="0" y="13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9"/>
            <p:cNvSpPr/>
            <p:nvPr/>
          </p:nvSpPr>
          <p:spPr>
            <a:xfrm>
              <a:off x="7206850" y="3096200"/>
              <a:ext cx="7100" cy="11450"/>
            </a:xfrm>
            <a:custGeom>
              <a:rect b="b" l="l" r="r" t="t"/>
              <a:pathLst>
                <a:path extrusionOk="0" h="458" w="284">
                  <a:moveTo>
                    <a:pt x="283" y="1"/>
                  </a:moveTo>
                  <a:cubicBezTo>
                    <a:pt x="283" y="131"/>
                    <a:pt x="196" y="262"/>
                    <a:pt x="0" y="371"/>
                  </a:cubicBezTo>
                  <a:lnTo>
                    <a:pt x="0" y="458"/>
                  </a:lnTo>
                  <a:cubicBezTo>
                    <a:pt x="196" y="349"/>
                    <a:pt x="283" y="218"/>
                    <a:pt x="283" y="88"/>
                  </a:cubicBezTo>
                  <a:lnTo>
                    <a:pt x="2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9"/>
            <p:cNvSpPr/>
            <p:nvPr/>
          </p:nvSpPr>
          <p:spPr>
            <a:xfrm>
              <a:off x="7166050" y="3083825"/>
              <a:ext cx="50600" cy="25325"/>
            </a:xfrm>
            <a:custGeom>
              <a:rect b="b" l="l" r="r" t="t"/>
              <a:pathLst>
                <a:path extrusionOk="0" h="1013" w="2024">
                  <a:moveTo>
                    <a:pt x="971" y="134"/>
                  </a:moveTo>
                  <a:cubicBezTo>
                    <a:pt x="1143" y="134"/>
                    <a:pt x="1313" y="178"/>
                    <a:pt x="1436" y="256"/>
                  </a:cubicBezTo>
                  <a:cubicBezTo>
                    <a:pt x="1719" y="387"/>
                    <a:pt x="1697" y="626"/>
                    <a:pt x="1436" y="757"/>
                  </a:cubicBezTo>
                  <a:cubicBezTo>
                    <a:pt x="1317" y="833"/>
                    <a:pt x="1153" y="871"/>
                    <a:pt x="988" y="871"/>
                  </a:cubicBezTo>
                  <a:cubicBezTo>
                    <a:pt x="822" y="871"/>
                    <a:pt x="653" y="833"/>
                    <a:pt x="523" y="757"/>
                  </a:cubicBezTo>
                  <a:cubicBezTo>
                    <a:pt x="240" y="626"/>
                    <a:pt x="283" y="387"/>
                    <a:pt x="523" y="256"/>
                  </a:cubicBezTo>
                  <a:cubicBezTo>
                    <a:pt x="649" y="172"/>
                    <a:pt x="811" y="134"/>
                    <a:pt x="971" y="134"/>
                  </a:cubicBezTo>
                  <a:close/>
                  <a:moveTo>
                    <a:pt x="1031" y="1"/>
                  </a:moveTo>
                  <a:cubicBezTo>
                    <a:pt x="800" y="1"/>
                    <a:pt x="566" y="50"/>
                    <a:pt x="392" y="148"/>
                  </a:cubicBezTo>
                  <a:cubicBezTo>
                    <a:pt x="0" y="322"/>
                    <a:pt x="0" y="648"/>
                    <a:pt x="348" y="866"/>
                  </a:cubicBezTo>
                  <a:cubicBezTo>
                    <a:pt x="512" y="964"/>
                    <a:pt x="746" y="1013"/>
                    <a:pt x="982" y="1013"/>
                  </a:cubicBezTo>
                  <a:cubicBezTo>
                    <a:pt x="1219" y="1013"/>
                    <a:pt x="1458" y="964"/>
                    <a:pt x="1632" y="866"/>
                  </a:cubicBezTo>
                  <a:cubicBezTo>
                    <a:pt x="1980" y="692"/>
                    <a:pt x="2024" y="322"/>
                    <a:pt x="1654" y="148"/>
                  </a:cubicBezTo>
                  <a:cubicBezTo>
                    <a:pt x="1491" y="50"/>
                    <a:pt x="1262"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9"/>
            <p:cNvSpPr/>
            <p:nvPr/>
          </p:nvSpPr>
          <p:spPr>
            <a:xfrm>
              <a:off x="7203025" y="3071175"/>
              <a:ext cx="4375" cy="31575"/>
            </a:xfrm>
            <a:custGeom>
              <a:rect b="b" l="l" r="r" t="t"/>
              <a:pathLst>
                <a:path extrusionOk="0" h="1263" w="175">
                  <a:moveTo>
                    <a:pt x="175" y="1"/>
                  </a:moveTo>
                  <a:cubicBezTo>
                    <a:pt x="175" y="110"/>
                    <a:pt x="110" y="175"/>
                    <a:pt x="1" y="262"/>
                  </a:cubicBezTo>
                  <a:lnTo>
                    <a:pt x="1" y="1263"/>
                  </a:lnTo>
                  <a:cubicBezTo>
                    <a:pt x="131" y="1176"/>
                    <a:pt x="175" y="1111"/>
                    <a:pt x="175" y="1002"/>
                  </a:cubicBezTo>
                  <a:lnTo>
                    <a:pt x="17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9"/>
            <p:cNvSpPr/>
            <p:nvPr/>
          </p:nvSpPr>
          <p:spPr>
            <a:xfrm>
              <a:off x="7174750" y="3071175"/>
              <a:ext cx="28300" cy="34450"/>
            </a:xfrm>
            <a:custGeom>
              <a:rect b="b" l="l" r="r" t="t"/>
              <a:pathLst>
                <a:path extrusionOk="0" h="1378" w="1132">
                  <a:moveTo>
                    <a:pt x="0" y="1"/>
                  </a:moveTo>
                  <a:lnTo>
                    <a:pt x="0" y="1002"/>
                  </a:lnTo>
                  <a:cubicBezTo>
                    <a:pt x="0" y="1089"/>
                    <a:pt x="66" y="1198"/>
                    <a:pt x="196" y="1263"/>
                  </a:cubicBezTo>
                  <a:cubicBezTo>
                    <a:pt x="338" y="1339"/>
                    <a:pt x="506" y="1377"/>
                    <a:pt x="672" y="1377"/>
                  </a:cubicBezTo>
                  <a:cubicBezTo>
                    <a:pt x="838" y="1377"/>
                    <a:pt x="1001" y="1339"/>
                    <a:pt x="1132" y="1263"/>
                  </a:cubicBezTo>
                  <a:lnTo>
                    <a:pt x="1132" y="262"/>
                  </a:lnTo>
                  <a:cubicBezTo>
                    <a:pt x="1000" y="343"/>
                    <a:pt x="841" y="377"/>
                    <a:pt x="683" y="377"/>
                  </a:cubicBezTo>
                  <a:cubicBezTo>
                    <a:pt x="502" y="377"/>
                    <a:pt x="324" y="332"/>
                    <a:pt x="196" y="262"/>
                  </a:cubicBezTo>
                  <a:cubicBezTo>
                    <a:pt x="66" y="175"/>
                    <a:pt x="0" y="6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9"/>
            <p:cNvSpPr/>
            <p:nvPr/>
          </p:nvSpPr>
          <p:spPr>
            <a:xfrm>
              <a:off x="7173125" y="3062200"/>
              <a:ext cx="35925" cy="17975"/>
            </a:xfrm>
            <a:custGeom>
              <a:rect b="b" l="l" r="r" t="t"/>
              <a:pathLst>
                <a:path extrusionOk="0" h="719" w="1437">
                  <a:moveTo>
                    <a:pt x="715" y="104"/>
                  </a:moveTo>
                  <a:cubicBezTo>
                    <a:pt x="832" y="104"/>
                    <a:pt x="947" y="131"/>
                    <a:pt x="1023" y="186"/>
                  </a:cubicBezTo>
                  <a:cubicBezTo>
                    <a:pt x="1219" y="273"/>
                    <a:pt x="1197" y="425"/>
                    <a:pt x="1023" y="534"/>
                  </a:cubicBezTo>
                  <a:cubicBezTo>
                    <a:pt x="951" y="585"/>
                    <a:pt x="845" y="608"/>
                    <a:pt x="735" y="608"/>
                  </a:cubicBezTo>
                  <a:cubicBezTo>
                    <a:pt x="612" y="608"/>
                    <a:pt x="484" y="580"/>
                    <a:pt x="392" y="534"/>
                  </a:cubicBezTo>
                  <a:cubicBezTo>
                    <a:pt x="218" y="469"/>
                    <a:pt x="240" y="295"/>
                    <a:pt x="392" y="186"/>
                  </a:cubicBezTo>
                  <a:cubicBezTo>
                    <a:pt x="479" y="131"/>
                    <a:pt x="599" y="104"/>
                    <a:pt x="715" y="104"/>
                  </a:cubicBezTo>
                  <a:close/>
                  <a:moveTo>
                    <a:pt x="688" y="1"/>
                  </a:moveTo>
                  <a:cubicBezTo>
                    <a:pt x="522" y="1"/>
                    <a:pt x="359" y="34"/>
                    <a:pt x="240" y="99"/>
                  </a:cubicBezTo>
                  <a:cubicBezTo>
                    <a:pt x="0" y="251"/>
                    <a:pt x="0" y="490"/>
                    <a:pt x="240" y="621"/>
                  </a:cubicBezTo>
                  <a:cubicBezTo>
                    <a:pt x="370" y="686"/>
                    <a:pt x="539" y="719"/>
                    <a:pt x="705" y="719"/>
                  </a:cubicBezTo>
                  <a:cubicBezTo>
                    <a:pt x="870" y="719"/>
                    <a:pt x="1034" y="686"/>
                    <a:pt x="1153" y="621"/>
                  </a:cubicBezTo>
                  <a:cubicBezTo>
                    <a:pt x="1436" y="490"/>
                    <a:pt x="1436" y="251"/>
                    <a:pt x="1153" y="99"/>
                  </a:cubicBezTo>
                  <a:cubicBezTo>
                    <a:pt x="1023" y="34"/>
                    <a:pt x="854" y="1"/>
                    <a:pt x="6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9"/>
            <p:cNvSpPr/>
            <p:nvPr/>
          </p:nvSpPr>
          <p:spPr>
            <a:xfrm>
              <a:off x="7198675" y="3068475"/>
              <a:ext cx="3300" cy="8175"/>
            </a:xfrm>
            <a:custGeom>
              <a:rect b="b" l="l" r="r" t="t"/>
              <a:pathLst>
                <a:path extrusionOk="0" h="327" w="132">
                  <a:moveTo>
                    <a:pt x="131" y="0"/>
                  </a:moveTo>
                  <a:cubicBezTo>
                    <a:pt x="131" y="44"/>
                    <a:pt x="88" y="131"/>
                    <a:pt x="1" y="174"/>
                  </a:cubicBezTo>
                  <a:lnTo>
                    <a:pt x="1" y="327"/>
                  </a:lnTo>
                  <a:cubicBezTo>
                    <a:pt x="88" y="261"/>
                    <a:pt x="131" y="174"/>
                    <a:pt x="131" y="131"/>
                  </a:cubicBezTo>
                  <a:lnTo>
                    <a:pt x="1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9"/>
            <p:cNvSpPr/>
            <p:nvPr/>
          </p:nvSpPr>
          <p:spPr>
            <a:xfrm>
              <a:off x="7180200" y="3067375"/>
              <a:ext cx="19050" cy="10225"/>
            </a:xfrm>
            <a:custGeom>
              <a:rect b="b" l="l" r="r" t="t"/>
              <a:pathLst>
                <a:path extrusionOk="0" h="409" w="762">
                  <a:moveTo>
                    <a:pt x="0" y="1"/>
                  </a:moveTo>
                  <a:lnTo>
                    <a:pt x="0" y="153"/>
                  </a:lnTo>
                  <a:cubicBezTo>
                    <a:pt x="0" y="218"/>
                    <a:pt x="44" y="283"/>
                    <a:pt x="152" y="327"/>
                  </a:cubicBezTo>
                  <a:cubicBezTo>
                    <a:pt x="228" y="381"/>
                    <a:pt x="343" y="409"/>
                    <a:pt x="457" y="409"/>
                  </a:cubicBezTo>
                  <a:cubicBezTo>
                    <a:pt x="571" y="409"/>
                    <a:pt x="685" y="381"/>
                    <a:pt x="762" y="327"/>
                  </a:cubicBezTo>
                  <a:lnTo>
                    <a:pt x="762" y="196"/>
                  </a:lnTo>
                  <a:cubicBezTo>
                    <a:pt x="685" y="251"/>
                    <a:pt x="571" y="278"/>
                    <a:pt x="457" y="278"/>
                  </a:cubicBezTo>
                  <a:cubicBezTo>
                    <a:pt x="343" y="278"/>
                    <a:pt x="228" y="251"/>
                    <a:pt x="152" y="196"/>
                  </a:cubicBezTo>
                  <a:cubicBezTo>
                    <a:pt x="65" y="153"/>
                    <a:pt x="0" y="66"/>
                    <a:pt x="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9"/>
            <p:cNvSpPr/>
            <p:nvPr/>
          </p:nvSpPr>
          <p:spPr>
            <a:xfrm>
              <a:off x="7179100" y="3061525"/>
              <a:ext cx="24500" cy="12825"/>
            </a:xfrm>
            <a:custGeom>
              <a:rect b="b" l="l" r="r" t="t"/>
              <a:pathLst>
                <a:path extrusionOk="0" h="513" w="980">
                  <a:moveTo>
                    <a:pt x="476" y="1"/>
                  </a:moveTo>
                  <a:cubicBezTo>
                    <a:pt x="360" y="1"/>
                    <a:pt x="240" y="28"/>
                    <a:pt x="153" y="82"/>
                  </a:cubicBezTo>
                  <a:cubicBezTo>
                    <a:pt x="1" y="169"/>
                    <a:pt x="1" y="322"/>
                    <a:pt x="153" y="430"/>
                  </a:cubicBezTo>
                  <a:cubicBezTo>
                    <a:pt x="240" y="485"/>
                    <a:pt x="360" y="512"/>
                    <a:pt x="476" y="512"/>
                  </a:cubicBezTo>
                  <a:cubicBezTo>
                    <a:pt x="593" y="512"/>
                    <a:pt x="708" y="485"/>
                    <a:pt x="784" y="430"/>
                  </a:cubicBezTo>
                  <a:cubicBezTo>
                    <a:pt x="980" y="343"/>
                    <a:pt x="980" y="191"/>
                    <a:pt x="784" y="82"/>
                  </a:cubicBezTo>
                  <a:cubicBezTo>
                    <a:pt x="708" y="28"/>
                    <a:pt x="593" y="1"/>
                    <a:pt x="47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1" name="Shape 2281"/>
        <p:cNvGrpSpPr/>
        <p:nvPr/>
      </p:nvGrpSpPr>
      <p:grpSpPr>
        <a:xfrm>
          <a:off x="0" y="0"/>
          <a:ext cx="0" cy="0"/>
          <a:chOff x="0" y="0"/>
          <a:chExt cx="0" cy="0"/>
        </a:xfrm>
      </p:grpSpPr>
      <p:sp>
        <p:nvSpPr>
          <p:cNvPr id="2282" name="Google Shape;2282;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DataSet Overview</a:t>
            </a:r>
            <a:endParaRPr/>
          </a:p>
        </p:txBody>
      </p:sp>
      <p:sp>
        <p:nvSpPr>
          <p:cNvPr id="2283" name="Google Shape;2283;p30"/>
          <p:cNvSpPr txBox="1"/>
          <p:nvPr/>
        </p:nvSpPr>
        <p:spPr>
          <a:xfrm>
            <a:off x="713225" y="1712875"/>
            <a:ext cx="8106000" cy="24135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Albert Sans Medium"/>
              <a:buChar char="-"/>
            </a:pPr>
            <a:r>
              <a:rPr lang="en" sz="1600">
                <a:solidFill>
                  <a:schemeClr val="dk1"/>
                </a:solidFill>
                <a:latin typeface="Albert Sans Medium"/>
                <a:ea typeface="Albert Sans Medium"/>
                <a:cs typeface="Albert Sans Medium"/>
                <a:sym typeface="Albert Sans Medium"/>
              </a:rPr>
              <a:t>Dataset Selection: Earthquake data from the past 35 years in Nepal, extracting key features like magnitude, depth, latitude, longitude, and time. (Source:USGS)</a:t>
            </a:r>
            <a:br>
              <a:rPr lang="en" sz="1600">
                <a:solidFill>
                  <a:schemeClr val="dk1"/>
                </a:solidFill>
                <a:latin typeface="Albert Sans Medium"/>
                <a:ea typeface="Albert Sans Medium"/>
                <a:cs typeface="Albert Sans Medium"/>
                <a:sym typeface="Albert Sans Medium"/>
              </a:rPr>
            </a:br>
            <a:endParaRPr sz="1600">
              <a:solidFill>
                <a:schemeClr val="dk1"/>
              </a:solidFill>
              <a:latin typeface="Albert Sans Medium"/>
              <a:ea typeface="Albert Sans Medium"/>
              <a:cs typeface="Albert Sans Medium"/>
              <a:sym typeface="Albert Sans Medium"/>
            </a:endParaRPr>
          </a:p>
          <a:p>
            <a:pPr indent="-317500" lvl="0" marL="457200" rtl="0" algn="l">
              <a:lnSpc>
                <a:spcPct val="115000"/>
              </a:lnSpc>
              <a:spcBef>
                <a:spcPts val="0"/>
              </a:spcBef>
              <a:spcAft>
                <a:spcPts val="0"/>
              </a:spcAft>
              <a:buClr>
                <a:schemeClr val="dk1"/>
              </a:buClr>
              <a:buSzPts val="1400"/>
              <a:buFont typeface="Albert Sans Medium"/>
              <a:buChar char="-"/>
            </a:pPr>
            <a:r>
              <a:rPr lang="en" sz="1600">
                <a:solidFill>
                  <a:schemeClr val="dk1"/>
                </a:solidFill>
                <a:latin typeface="Albert Sans Medium"/>
                <a:ea typeface="Albert Sans Medium"/>
                <a:cs typeface="Albert Sans Medium"/>
                <a:sym typeface="Albert Sans Medium"/>
              </a:rPr>
              <a:t>Earthquake greater than 3.5 Richter scale.</a:t>
            </a:r>
            <a:br>
              <a:rPr lang="en" sz="1600">
                <a:solidFill>
                  <a:schemeClr val="dk1"/>
                </a:solidFill>
                <a:latin typeface="Albert Sans Medium"/>
                <a:ea typeface="Albert Sans Medium"/>
                <a:cs typeface="Albert Sans Medium"/>
                <a:sym typeface="Albert Sans Medium"/>
              </a:rPr>
            </a:br>
            <a:endParaRPr sz="1600">
              <a:solidFill>
                <a:schemeClr val="dk1"/>
              </a:solidFill>
              <a:latin typeface="Albert Sans Medium"/>
              <a:ea typeface="Albert Sans Medium"/>
              <a:cs typeface="Albert Sans Medium"/>
              <a:sym typeface="Albert Sans Medium"/>
            </a:endParaRPr>
          </a:p>
          <a:p>
            <a:pPr indent="-317500" lvl="0" marL="457200" rtl="0" algn="l">
              <a:lnSpc>
                <a:spcPct val="115000"/>
              </a:lnSpc>
              <a:spcBef>
                <a:spcPts val="0"/>
              </a:spcBef>
              <a:spcAft>
                <a:spcPts val="0"/>
              </a:spcAft>
              <a:buClr>
                <a:schemeClr val="dk1"/>
              </a:buClr>
              <a:buSzPts val="1400"/>
              <a:buFont typeface="Albert Sans Medium"/>
              <a:buChar char="-"/>
            </a:pPr>
            <a:r>
              <a:rPr lang="en" sz="1600">
                <a:solidFill>
                  <a:schemeClr val="dk1"/>
                </a:solidFill>
                <a:latin typeface="Albert Sans Medium"/>
                <a:ea typeface="Albert Sans Medium"/>
                <a:cs typeface="Albert Sans Medium"/>
                <a:sym typeface="Albert Sans Medium"/>
              </a:rPr>
              <a:t>Rows: 17,356 and Columns: 30 (After EDA)</a:t>
            </a:r>
            <a:endParaRPr sz="1600">
              <a:solidFill>
                <a:schemeClr val="dk1"/>
              </a:solidFill>
              <a:latin typeface="Albert Sans Medium"/>
              <a:ea typeface="Albert Sans Medium"/>
              <a:cs typeface="Albert Sans Medium"/>
              <a:sym typeface="Albert Sans Medium"/>
            </a:endParaRPr>
          </a:p>
          <a:p>
            <a:pPr indent="0" lvl="0" marL="0" rtl="0" algn="l">
              <a:lnSpc>
                <a:spcPct val="115000"/>
              </a:lnSpc>
              <a:spcBef>
                <a:spcPts val="0"/>
              </a:spcBef>
              <a:spcAft>
                <a:spcPts val="0"/>
              </a:spcAft>
              <a:buNone/>
            </a:pPr>
            <a:r>
              <a:t/>
            </a:r>
            <a:endParaRPr sz="1600">
              <a:solidFill>
                <a:schemeClr val="dk1"/>
              </a:solidFill>
              <a:latin typeface="Albert Sans Medium"/>
              <a:ea typeface="Albert Sans Medium"/>
              <a:cs typeface="Albert Sans Medium"/>
              <a:sym typeface="Albert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7" name="Shape 2287"/>
        <p:cNvGrpSpPr/>
        <p:nvPr/>
      </p:nvGrpSpPr>
      <p:grpSpPr>
        <a:xfrm>
          <a:off x="0" y="0"/>
          <a:ext cx="0" cy="0"/>
          <a:chOff x="0" y="0"/>
          <a:chExt cx="0" cy="0"/>
        </a:xfrm>
      </p:grpSpPr>
      <p:sp>
        <p:nvSpPr>
          <p:cNvPr id="2288" name="Google Shape;2288;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Feature Engineering &amp; Correlation</a:t>
            </a:r>
            <a:endParaRPr/>
          </a:p>
          <a:p>
            <a:pPr indent="0" lvl="0" marL="0" rtl="0" algn="ctr">
              <a:spcBef>
                <a:spcPts val="0"/>
              </a:spcBef>
              <a:spcAft>
                <a:spcPts val="0"/>
              </a:spcAft>
              <a:buNone/>
            </a:pPr>
            <a:r>
              <a:t/>
            </a:r>
            <a:endParaRPr/>
          </a:p>
        </p:txBody>
      </p:sp>
      <p:sp>
        <p:nvSpPr>
          <p:cNvPr id="2289" name="Google Shape;2289;p31"/>
          <p:cNvSpPr txBox="1"/>
          <p:nvPr>
            <p:ph idx="1" type="body"/>
          </p:nvPr>
        </p:nvSpPr>
        <p:spPr>
          <a:xfrm>
            <a:off x="397150" y="1152675"/>
            <a:ext cx="4365600" cy="39909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Converted the earthquake epicenters (latitude, longitude, and depth) into ECEF coordinates (EPSG:4978) using a GeoPandas to obtain Earth-Centered, Earth-Fixed Cartesian coordinates.</a:t>
            </a:r>
            <a:br>
              <a:rPr lang="en" sz="1500"/>
            </a:br>
            <a:endParaRPr sz="1500"/>
          </a:p>
          <a:p>
            <a:pPr indent="-323850" lvl="0" marL="457200" rtl="0" algn="l">
              <a:spcBef>
                <a:spcPts val="0"/>
              </a:spcBef>
              <a:spcAft>
                <a:spcPts val="0"/>
              </a:spcAft>
              <a:buSzPts val="1500"/>
              <a:buChar char="-"/>
            </a:pPr>
            <a:r>
              <a:rPr lang="en" sz="1500"/>
              <a:t>Create a new column to classify earthquakes as mainshocks (0) or aftershocks (1).</a:t>
            </a:r>
            <a:br>
              <a:rPr lang="en" sz="1500"/>
            </a:br>
            <a:endParaRPr sz="1500"/>
          </a:p>
          <a:p>
            <a:pPr indent="-323850" lvl="0" marL="457200" rtl="0" algn="l">
              <a:spcBef>
                <a:spcPts val="0"/>
              </a:spcBef>
              <a:spcAft>
                <a:spcPts val="0"/>
              </a:spcAft>
              <a:buSzPts val="1500"/>
              <a:buChar char="-"/>
            </a:pPr>
            <a:r>
              <a:rPr lang="en" sz="1500"/>
              <a:t>Identified our target variables as “will_have_an_aftershock”.</a:t>
            </a:r>
            <a:br>
              <a:rPr lang="en" sz="1500"/>
            </a:br>
            <a:endParaRPr sz="1500"/>
          </a:p>
          <a:p>
            <a:pPr indent="-323850" lvl="0" marL="457200" rtl="0" algn="l">
              <a:spcBef>
                <a:spcPts val="0"/>
              </a:spcBef>
              <a:spcAft>
                <a:spcPts val="0"/>
              </a:spcAft>
              <a:buSzPts val="1500"/>
              <a:buChar char="-"/>
            </a:pPr>
            <a:r>
              <a:rPr lang="en" sz="1500"/>
              <a:t>Positive Correlations:  mag, nst, cdi</a:t>
            </a:r>
            <a:endParaRPr sz="1500"/>
          </a:p>
          <a:p>
            <a:pPr indent="0" lvl="0" marL="0" rtl="0" algn="l">
              <a:spcBef>
                <a:spcPts val="0"/>
              </a:spcBef>
              <a:spcAft>
                <a:spcPts val="0"/>
              </a:spcAft>
              <a:buNone/>
            </a:pPr>
            <a:r>
              <a:t/>
            </a:r>
            <a:endParaRPr/>
          </a:p>
        </p:txBody>
      </p:sp>
      <p:pic>
        <p:nvPicPr>
          <p:cNvPr id="2290" name="Google Shape;2290;p31"/>
          <p:cNvPicPr preferRelativeResize="0"/>
          <p:nvPr/>
        </p:nvPicPr>
        <p:blipFill>
          <a:blip r:embed="rId3">
            <a:alphaModFix/>
          </a:blip>
          <a:stretch>
            <a:fillRect/>
          </a:stretch>
        </p:blipFill>
        <p:spPr>
          <a:xfrm>
            <a:off x="4762650" y="1283025"/>
            <a:ext cx="4265926" cy="36151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4" name="Shape 2294"/>
        <p:cNvGrpSpPr/>
        <p:nvPr/>
      </p:nvGrpSpPr>
      <p:grpSpPr>
        <a:xfrm>
          <a:off x="0" y="0"/>
          <a:ext cx="0" cy="0"/>
          <a:chOff x="0" y="0"/>
          <a:chExt cx="0" cy="0"/>
        </a:xfrm>
      </p:grpSpPr>
      <p:sp>
        <p:nvSpPr>
          <p:cNvPr id="2295" name="Google Shape;2295;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EpiCenter Mapping</a:t>
            </a:r>
            <a:endParaRPr/>
          </a:p>
        </p:txBody>
      </p:sp>
      <p:pic>
        <p:nvPicPr>
          <p:cNvPr id="2296" name="Google Shape;2296;p32"/>
          <p:cNvPicPr preferRelativeResize="0"/>
          <p:nvPr/>
        </p:nvPicPr>
        <p:blipFill>
          <a:blip r:embed="rId3">
            <a:alphaModFix/>
          </a:blip>
          <a:stretch>
            <a:fillRect/>
          </a:stretch>
        </p:blipFill>
        <p:spPr>
          <a:xfrm>
            <a:off x="720000" y="1227850"/>
            <a:ext cx="5768499" cy="3677424"/>
          </a:xfrm>
          <a:prstGeom prst="rect">
            <a:avLst/>
          </a:prstGeom>
          <a:noFill/>
          <a:ln>
            <a:noFill/>
          </a:ln>
        </p:spPr>
      </p:pic>
      <p:sp>
        <p:nvSpPr>
          <p:cNvPr id="2297" name="Google Shape;2297;p32"/>
          <p:cNvSpPr txBox="1"/>
          <p:nvPr/>
        </p:nvSpPr>
        <p:spPr>
          <a:xfrm>
            <a:off x="6600150" y="2251375"/>
            <a:ext cx="24708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Earthquake Epicenter Map reveals clusters near known fault lines.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1" name="Shape 2301"/>
        <p:cNvGrpSpPr/>
        <p:nvPr/>
      </p:nvGrpSpPr>
      <p:grpSpPr>
        <a:xfrm>
          <a:off x="0" y="0"/>
          <a:ext cx="0" cy="0"/>
          <a:chOff x="0" y="0"/>
          <a:chExt cx="0" cy="0"/>
        </a:xfrm>
      </p:grpSpPr>
      <p:sp>
        <p:nvSpPr>
          <p:cNvPr id="2302" name="Google Shape;2302;p33"/>
          <p:cNvSpPr txBox="1"/>
          <p:nvPr>
            <p:ph type="title"/>
          </p:nvPr>
        </p:nvSpPr>
        <p:spPr>
          <a:xfrm>
            <a:off x="720000" y="2531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Model Outcomes</a:t>
            </a:r>
            <a:endParaRPr/>
          </a:p>
        </p:txBody>
      </p:sp>
      <p:pic>
        <p:nvPicPr>
          <p:cNvPr id="2303" name="Google Shape;2303;p33" title="Screenshot 2025-04-18 at 5.44.01 PM.png"/>
          <p:cNvPicPr preferRelativeResize="0"/>
          <p:nvPr/>
        </p:nvPicPr>
        <p:blipFill rotWithShape="1">
          <a:blip r:embed="rId3">
            <a:alphaModFix/>
          </a:blip>
          <a:srcRect b="0" l="-1760" r="1760" t="0"/>
          <a:stretch/>
        </p:blipFill>
        <p:spPr>
          <a:xfrm>
            <a:off x="345050" y="1157638"/>
            <a:ext cx="4928382" cy="3820975"/>
          </a:xfrm>
          <a:prstGeom prst="rect">
            <a:avLst/>
          </a:prstGeom>
          <a:noFill/>
          <a:ln>
            <a:noFill/>
          </a:ln>
        </p:spPr>
      </p:pic>
      <p:sp>
        <p:nvSpPr>
          <p:cNvPr id="2304" name="Google Shape;2304;p33"/>
          <p:cNvSpPr txBox="1"/>
          <p:nvPr>
            <p:ph idx="1" type="body"/>
          </p:nvPr>
        </p:nvSpPr>
        <p:spPr>
          <a:xfrm>
            <a:off x="5273425" y="1072688"/>
            <a:ext cx="3858000" cy="39909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Aftershock Detection Varies Widely</a:t>
            </a:r>
            <a:br>
              <a:rPr lang="en" sz="1500"/>
            </a:br>
            <a:endParaRPr sz="1500"/>
          </a:p>
          <a:p>
            <a:pPr indent="-323850" lvl="0" marL="457200" rtl="0" algn="l">
              <a:spcBef>
                <a:spcPts val="0"/>
              </a:spcBef>
              <a:spcAft>
                <a:spcPts val="0"/>
              </a:spcAft>
              <a:buSzPts val="1500"/>
              <a:buChar char="-"/>
            </a:pPr>
            <a:r>
              <a:rPr lang="en" sz="1500"/>
              <a:t>Gaussian Naïve Bayes leads with the highest F1‐score (0.29) and recall (0.23), making it best at capturing true aftershocks.</a:t>
            </a:r>
            <a:br>
              <a:rPr lang="en" sz="1500"/>
            </a:br>
            <a:endParaRPr sz="1500"/>
          </a:p>
          <a:p>
            <a:pPr indent="-323850" lvl="0" marL="457200" rtl="0" algn="l">
              <a:spcBef>
                <a:spcPts val="0"/>
              </a:spcBef>
              <a:spcAft>
                <a:spcPts val="0"/>
              </a:spcAft>
              <a:buSzPts val="1500"/>
              <a:buChar char="-"/>
            </a:pPr>
            <a:r>
              <a:rPr lang="en" sz="1500"/>
              <a:t>XGBoost offers the highest precision (0.63), minimizing false alarms when an alert is issued.</a:t>
            </a:r>
            <a:br>
              <a:rPr lang="en" sz="1500"/>
            </a:br>
            <a:endParaRPr sz="1500"/>
          </a:p>
          <a:p>
            <a:pPr indent="-323850" lvl="0" marL="457200" rtl="0" algn="l">
              <a:spcBef>
                <a:spcPts val="0"/>
              </a:spcBef>
              <a:spcAft>
                <a:spcPts val="0"/>
              </a:spcAft>
              <a:buSzPts val="1500"/>
              <a:buChar char="-"/>
            </a:pPr>
            <a:r>
              <a:rPr lang="en" sz="1500"/>
              <a:t>Logistic Regression strikes a middle ground (F1 = 0.21, precision = 0.62, recall = 0.13), balancing detection with false alerts.</a:t>
            </a:r>
            <a:endParaRPr sz="1500"/>
          </a:p>
          <a:p>
            <a:pPr indent="0" lvl="0" marL="0" rtl="0" algn="l">
              <a:spcBef>
                <a:spcPts val="0"/>
              </a:spcBef>
              <a:spcAft>
                <a:spcPts val="0"/>
              </a:spcAft>
              <a:buNone/>
            </a:pPr>
            <a:r>
              <a:rPr lang="en" sz="1500"/>
              <a:t>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8" name="Shape 2308"/>
        <p:cNvGrpSpPr/>
        <p:nvPr/>
      </p:nvGrpSpPr>
      <p:grpSpPr>
        <a:xfrm>
          <a:off x="0" y="0"/>
          <a:ext cx="0" cy="0"/>
          <a:chOff x="0" y="0"/>
          <a:chExt cx="0" cy="0"/>
        </a:xfrm>
      </p:grpSpPr>
      <p:sp>
        <p:nvSpPr>
          <p:cNvPr id="2309" name="Google Shape;2309;p34"/>
          <p:cNvSpPr txBox="1"/>
          <p:nvPr>
            <p:ph type="title"/>
          </p:nvPr>
        </p:nvSpPr>
        <p:spPr>
          <a:xfrm>
            <a:off x="720000" y="1179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Interpretation &amp; Trade‑Offs:</a:t>
            </a:r>
            <a:endParaRPr/>
          </a:p>
          <a:p>
            <a:pPr indent="0" lvl="0" marL="0" rtl="0" algn="ctr">
              <a:spcBef>
                <a:spcPts val="0"/>
              </a:spcBef>
              <a:spcAft>
                <a:spcPts val="0"/>
              </a:spcAft>
              <a:buNone/>
            </a:pPr>
            <a:r>
              <a:t/>
            </a:r>
            <a:endParaRPr/>
          </a:p>
        </p:txBody>
      </p:sp>
      <p:sp>
        <p:nvSpPr>
          <p:cNvPr id="2310" name="Google Shape;2310;p34"/>
          <p:cNvSpPr txBox="1"/>
          <p:nvPr>
            <p:ph idx="1" type="body"/>
          </p:nvPr>
        </p:nvSpPr>
        <p:spPr>
          <a:xfrm>
            <a:off x="365700" y="962125"/>
            <a:ext cx="8778300" cy="3989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High recall (Naïve Bayes) is critical when missing an aftershock carries severe risk.</a:t>
            </a:r>
            <a:br>
              <a:rPr lang="en"/>
            </a:br>
            <a:endParaRPr/>
          </a:p>
          <a:p>
            <a:pPr indent="-317500" lvl="0" marL="457200" rtl="0" algn="l">
              <a:spcBef>
                <a:spcPts val="0"/>
              </a:spcBef>
              <a:spcAft>
                <a:spcPts val="0"/>
              </a:spcAft>
              <a:buSzPts val="1400"/>
              <a:buChar char="-"/>
            </a:pPr>
            <a:r>
              <a:rPr lang="en"/>
              <a:t>High precision (XGBoost) reduces unnecessary community alerts and resource deployment.</a:t>
            </a:r>
            <a:br>
              <a:rPr lang="en"/>
            </a:br>
            <a:endParaRPr/>
          </a:p>
          <a:p>
            <a:pPr indent="-317500" lvl="0" marL="457200" rtl="0" algn="l">
              <a:spcBef>
                <a:spcPts val="0"/>
              </a:spcBef>
              <a:spcAft>
                <a:spcPts val="0"/>
              </a:spcAft>
              <a:buSzPts val="1400"/>
              <a:buChar char="-"/>
            </a:pPr>
            <a:r>
              <a:rPr lang="en"/>
              <a:t>Choice of model depends on operational priorities: safety‑first vs. alert‑quality.</a:t>
            </a:r>
            <a:br>
              <a:rPr lang="en"/>
            </a:br>
            <a:endParaRPr/>
          </a:p>
          <a:p>
            <a:pPr indent="-317500" lvl="0" marL="457200" rtl="0" algn="l">
              <a:spcBef>
                <a:spcPts val="0"/>
              </a:spcBef>
              <a:spcAft>
                <a:spcPts val="0"/>
              </a:spcAft>
              <a:buSzPts val="1400"/>
              <a:buChar char="-"/>
            </a:pPr>
            <a:r>
              <a:rPr lang="en"/>
              <a:t>In the context of earthquake prediction, missing an aftershock (a false negative) can have serious consequences for public safety and emergency preparedness.</a:t>
            </a:r>
            <a:br>
              <a:rPr lang="en"/>
            </a:br>
            <a:endParaRPr/>
          </a:p>
          <a:p>
            <a:pPr indent="-317500" lvl="0" marL="457200" rtl="0" algn="l">
              <a:spcBef>
                <a:spcPts val="0"/>
              </a:spcBef>
              <a:spcAft>
                <a:spcPts val="0"/>
              </a:spcAft>
              <a:buSzPts val="1400"/>
              <a:buChar char="-"/>
            </a:pPr>
            <a:r>
              <a:rPr lang="en"/>
              <a:t>High recall ensures that most, if not all, aftershock events are flagged, which is crucial when the cost of missing an event is very high.</a:t>
            </a:r>
            <a:br>
              <a:rPr lang="en"/>
            </a:br>
            <a:endParaRPr/>
          </a:p>
          <a:p>
            <a:pPr indent="-317500" lvl="0" marL="457200" rtl="0" algn="l">
              <a:spcBef>
                <a:spcPts val="0"/>
              </a:spcBef>
              <a:spcAft>
                <a:spcPts val="0"/>
              </a:spcAft>
              <a:buSzPts val="1400"/>
              <a:buChar char="-"/>
            </a:pPr>
            <a:r>
              <a:rPr lang="en"/>
              <a:t>Gaussian Naïve Bayes had the highest recall for predicting ‘1’ which is aftershocks.</a:t>
            </a:r>
            <a:endParaRPr/>
          </a:p>
          <a:p>
            <a:pPr indent="0" lvl="0" marL="0" rtl="0" algn="l">
              <a:spcBef>
                <a:spcPts val="1600"/>
              </a:spcBef>
              <a:spcAft>
                <a:spcPts val="0"/>
              </a:spcAft>
              <a:buNone/>
            </a:pPr>
            <a:r>
              <a:t/>
            </a:r>
            <a:endParaRPr sz="1500"/>
          </a:p>
          <a:p>
            <a:pPr indent="0" lvl="0" marL="0" rtl="0" algn="l">
              <a:spcBef>
                <a:spcPts val="0"/>
              </a:spcBef>
              <a:spcAft>
                <a:spcPts val="1600"/>
              </a:spcAft>
              <a:buNone/>
            </a:pPr>
            <a:r>
              <a:t/>
            </a:r>
            <a:endParaRPr sz="1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4" name="Shape 2314"/>
        <p:cNvGrpSpPr/>
        <p:nvPr/>
      </p:nvGrpSpPr>
      <p:grpSpPr>
        <a:xfrm>
          <a:off x="0" y="0"/>
          <a:ext cx="0" cy="0"/>
          <a:chOff x="0" y="0"/>
          <a:chExt cx="0" cy="0"/>
        </a:xfrm>
      </p:grpSpPr>
      <p:sp>
        <p:nvSpPr>
          <p:cNvPr id="2315" name="Google Shape;2315;p35"/>
          <p:cNvSpPr txBox="1"/>
          <p:nvPr>
            <p:ph idx="2" type="title"/>
          </p:nvPr>
        </p:nvSpPr>
        <p:spPr>
          <a:xfrm>
            <a:off x="5363675" y="1178406"/>
            <a:ext cx="1611600" cy="109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316" name="Google Shape;2316;p35"/>
          <p:cNvSpPr txBox="1"/>
          <p:nvPr>
            <p:ph type="title"/>
          </p:nvPr>
        </p:nvSpPr>
        <p:spPr>
          <a:xfrm>
            <a:off x="3801275" y="2269800"/>
            <a:ext cx="4736400" cy="169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Validation of Hypothesis</a:t>
            </a:r>
            <a:endParaRPr/>
          </a:p>
        </p:txBody>
      </p:sp>
      <p:pic>
        <p:nvPicPr>
          <p:cNvPr descr="An area destroyed by an earthquake" id="2317" name="Google Shape;2317;p35"/>
          <p:cNvPicPr preferRelativeResize="0"/>
          <p:nvPr>
            <p:ph idx="2" type="pic"/>
          </p:nvPr>
        </p:nvPicPr>
        <p:blipFill rotWithShape="1">
          <a:blip r:embed="rId3">
            <a:alphaModFix/>
          </a:blip>
          <a:srcRect b="0" l="16675" r="16675" t="0"/>
          <a:stretch/>
        </p:blipFill>
        <p:spPr>
          <a:xfrm>
            <a:off x="608217" y="1281050"/>
            <a:ext cx="3105600" cy="3105600"/>
          </a:xfrm>
          <a:prstGeom prst="roundRect">
            <a:avLst>
              <a:gd fmla="val 6332" name="adj"/>
            </a:avLst>
          </a:prstGeom>
          <a:noFill/>
          <a:ln>
            <a:noFill/>
          </a:ln>
          <a:effectLst>
            <a:outerShdw blurRad="57150" rotWithShape="0" algn="bl" dir="5280000" dist="28575">
              <a:srgbClr val="000000">
                <a:alpha val="18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1" name="Shape 2321"/>
        <p:cNvGrpSpPr/>
        <p:nvPr/>
      </p:nvGrpSpPr>
      <p:grpSpPr>
        <a:xfrm>
          <a:off x="0" y="0"/>
          <a:ext cx="0" cy="0"/>
          <a:chOff x="0" y="0"/>
          <a:chExt cx="0" cy="0"/>
        </a:xfrm>
      </p:grpSpPr>
      <p:sp>
        <p:nvSpPr>
          <p:cNvPr id="2322" name="Google Shape;2322;p36"/>
          <p:cNvSpPr txBox="1"/>
          <p:nvPr>
            <p:ph type="title"/>
          </p:nvPr>
        </p:nvSpPr>
        <p:spPr>
          <a:xfrm>
            <a:off x="720000" y="1371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ROC Curve</a:t>
            </a:r>
            <a:endParaRPr/>
          </a:p>
        </p:txBody>
      </p:sp>
      <p:pic>
        <p:nvPicPr>
          <p:cNvPr id="2323" name="Google Shape;2323;p36" title="Screenshot 2025-04-18 at 6.59.31 PM.png"/>
          <p:cNvPicPr preferRelativeResize="0"/>
          <p:nvPr/>
        </p:nvPicPr>
        <p:blipFill>
          <a:blip r:embed="rId3">
            <a:alphaModFix/>
          </a:blip>
          <a:stretch>
            <a:fillRect/>
          </a:stretch>
        </p:blipFill>
        <p:spPr>
          <a:xfrm>
            <a:off x="824350" y="1053125"/>
            <a:ext cx="4091144" cy="3820974"/>
          </a:xfrm>
          <a:prstGeom prst="rect">
            <a:avLst/>
          </a:prstGeom>
          <a:noFill/>
          <a:ln>
            <a:noFill/>
          </a:ln>
        </p:spPr>
      </p:pic>
      <p:sp>
        <p:nvSpPr>
          <p:cNvPr id="2324" name="Google Shape;2324;p36"/>
          <p:cNvSpPr txBox="1"/>
          <p:nvPr>
            <p:ph type="title"/>
          </p:nvPr>
        </p:nvSpPr>
        <p:spPr>
          <a:xfrm>
            <a:off x="5012650" y="127950"/>
            <a:ext cx="3954300" cy="48876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br>
              <a:rPr b="0" lang="en" sz="1400">
                <a:latin typeface="Albert Sans Medium"/>
                <a:ea typeface="Albert Sans Medium"/>
                <a:cs typeface="Albert Sans Medium"/>
                <a:sym typeface="Albert Sans Medium"/>
              </a:rPr>
            </a:br>
            <a:endParaRPr b="0" sz="1400">
              <a:latin typeface="Albert Sans Medium"/>
              <a:ea typeface="Albert Sans Medium"/>
              <a:cs typeface="Albert Sans Medium"/>
              <a:sym typeface="Albert Sans Medium"/>
            </a:endParaRPr>
          </a:p>
          <a:p>
            <a:pPr indent="0" lvl="0" marL="0" rtl="0" algn="l">
              <a:lnSpc>
                <a:spcPct val="115000"/>
              </a:lnSpc>
              <a:spcBef>
                <a:spcPts val="1600"/>
              </a:spcBef>
              <a:spcAft>
                <a:spcPts val="0"/>
              </a:spcAft>
              <a:buNone/>
            </a:pPr>
            <a:r>
              <a:rPr b="0" lang="en" sz="1400">
                <a:latin typeface="Albert Sans Medium"/>
                <a:ea typeface="Albert Sans Medium"/>
                <a:cs typeface="Albert Sans Medium"/>
                <a:sym typeface="Albert Sans Medium"/>
              </a:rPr>
              <a:t>What the Area Under ROC Tell Us?</a:t>
            </a:r>
            <a:endParaRPr b="0" sz="1400">
              <a:latin typeface="Albert Sans Medium"/>
              <a:ea typeface="Albert Sans Medium"/>
              <a:cs typeface="Albert Sans Medium"/>
              <a:sym typeface="Albert Sans Medium"/>
            </a:endParaRPr>
          </a:p>
          <a:p>
            <a:pPr indent="-317500" lvl="0" marL="457200" rtl="0" algn="l">
              <a:lnSpc>
                <a:spcPct val="115000"/>
              </a:lnSpc>
              <a:spcBef>
                <a:spcPts val="1600"/>
              </a:spcBef>
              <a:spcAft>
                <a:spcPts val="0"/>
              </a:spcAft>
              <a:buSzPts val="1400"/>
              <a:buFont typeface="Albert Sans Medium"/>
              <a:buChar char="-"/>
            </a:pPr>
            <a:r>
              <a:rPr b="0" lang="en" sz="1400">
                <a:latin typeface="Albert Sans Medium"/>
                <a:ea typeface="Albert Sans Medium"/>
                <a:cs typeface="Albert Sans Medium"/>
                <a:sym typeface="Albert Sans Medium"/>
              </a:rPr>
              <a:t>Better than random: AUC &gt; 0.50 confirms our model is learning real signals.</a:t>
            </a:r>
            <a:br>
              <a:rPr b="0" lang="en" sz="1400">
                <a:latin typeface="Albert Sans Medium"/>
                <a:ea typeface="Albert Sans Medium"/>
                <a:cs typeface="Albert Sans Medium"/>
                <a:sym typeface="Albert Sans Medium"/>
              </a:rPr>
            </a:br>
            <a:endParaRPr b="0" sz="1400">
              <a:latin typeface="Albert Sans Medium"/>
              <a:ea typeface="Albert Sans Medium"/>
              <a:cs typeface="Albert Sans Medium"/>
              <a:sym typeface="Albert Sans Medium"/>
            </a:endParaRPr>
          </a:p>
          <a:p>
            <a:pPr indent="-317500" lvl="0" marL="457200" rtl="0" algn="l">
              <a:lnSpc>
                <a:spcPct val="115000"/>
              </a:lnSpc>
              <a:spcBef>
                <a:spcPts val="0"/>
              </a:spcBef>
              <a:spcAft>
                <a:spcPts val="0"/>
              </a:spcAft>
              <a:buSzPts val="1400"/>
              <a:buFont typeface="Albert Sans Medium"/>
              <a:buChar char="-"/>
            </a:pPr>
            <a:r>
              <a:rPr b="0" lang="en" sz="1400">
                <a:latin typeface="Albert Sans Medium"/>
                <a:ea typeface="Albert Sans Medium"/>
                <a:cs typeface="Albert Sans Medium"/>
                <a:sym typeface="Albert Sans Medium"/>
              </a:rPr>
              <a:t>Still room to grow: At AUC = 0.718, the model misranks roughly 28 % of event pairs.</a:t>
            </a:r>
            <a:br>
              <a:rPr b="0" lang="en" sz="1400">
                <a:latin typeface="Albert Sans Medium"/>
                <a:ea typeface="Albert Sans Medium"/>
                <a:cs typeface="Albert Sans Medium"/>
                <a:sym typeface="Albert Sans Medium"/>
              </a:rPr>
            </a:br>
            <a:endParaRPr b="0" sz="1400">
              <a:latin typeface="Albert Sans Medium"/>
              <a:ea typeface="Albert Sans Medium"/>
              <a:cs typeface="Albert Sans Medium"/>
              <a:sym typeface="Albert Sans Medium"/>
            </a:endParaRPr>
          </a:p>
          <a:p>
            <a:pPr indent="-317500" lvl="0" marL="457200" rtl="0" algn="l">
              <a:lnSpc>
                <a:spcPct val="115000"/>
              </a:lnSpc>
              <a:spcBef>
                <a:spcPts val="0"/>
              </a:spcBef>
              <a:spcAft>
                <a:spcPts val="0"/>
              </a:spcAft>
              <a:buSzPts val="1400"/>
              <a:buFont typeface="Albert Sans Medium"/>
              <a:buChar char="-"/>
            </a:pPr>
            <a:r>
              <a:rPr b="0" lang="en" sz="1400">
                <a:latin typeface="Albert Sans Medium"/>
                <a:ea typeface="Albert Sans Medium"/>
                <a:cs typeface="Albert Sans Medium"/>
                <a:sym typeface="Albert Sans Medium"/>
              </a:rPr>
              <a:t>If you pick one event that did have an aftershock and one that didn’t, our model spots the true aftershock about 72 times out of 100.</a:t>
            </a:r>
            <a:endParaRPr b="0" sz="1400">
              <a:latin typeface="Albert Sans Medium"/>
              <a:ea typeface="Albert Sans Medium"/>
              <a:cs typeface="Albert Sans Medium"/>
              <a:sym typeface="Albert Sa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8" name="Shape 2328"/>
        <p:cNvGrpSpPr/>
        <p:nvPr/>
      </p:nvGrpSpPr>
      <p:grpSpPr>
        <a:xfrm>
          <a:off x="0" y="0"/>
          <a:ext cx="0" cy="0"/>
          <a:chOff x="0" y="0"/>
          <a:chExt cx="0" cy="0"/>
        </a:xfrm>
      </p:grpSpPr>
      <p:sp>
        <p:nvSpPr>
          <p:cNvPr id="2329" name="Google Shape;2329;p37"/>
          <p:cNvSpPr txBox="1"/>
          <p:nvPr>
            <p:ph type="title"/>
          </p:nvPr>
        </p:nvSpPr>
        <p:spPr>
          <a:xfrm>
            <a:off x="904400" y="1269975"/>
            <a:ext cx="7870200" cy="3223200"/>
          </a:xfrm>
          <a:prstGeom prst="rect">
            <a:avLst/>
          </a:prstGeom>
        </p:spPr>
        <p:txBody>
          <a:bodyPr anchorCtr="0" anchor="ctr" bIns="91425" lIns="91425" spcFirstLastPara="1" rIns="91425" wrap="square" tIns="91425">
            <a:noAutofit/>
          </a:bodyPr>
          <a:lstStyle/>
          <a:p>
            <a:pPr indent="-304800" lvl="0" marL="457200" rtl="0" algn="l">
              <a:lnSpc>
                <a:spcPct val="115000"/>
              </a:lnSpc>
              <a:spcBef>
                <a:spcPts val="0"/>
              </a:spcBef>
              <a:spcAft>
                <a:spcPts val="0"/>
              </a:spcAft>
              <a:buSzPts val="1200"/>
              <a:buFont typeface="Albert Sans Medium"/>
              <a:buChar char="-"/>
            </a:pPr>
            <a:r>
              <a:rPr b="0" lang="en" sz="1400">
                <a:latin typeface="Albert Sans Medium"/>
                <a:ea typeface="Albert Sans Medium"/>
                <a:cs typeface="Albert Sans Medium"/>
                <a:sym typeface="Albert Sans Medium"/>
              </a:rPr>
              <a:t>H₀ (Null Hypothesis): Aftershocks in Nepal occur randomly and cannot be predicted accurately using mainshock features.</a:t>
            </a:r>
            <a:br>
              <a:rPr b="0" lang="en" sz="1400">
                <a:latin typeface="Albert Sans Medium"/>
                <a:ea typeface="Albert Sans Medium"/>
                <a:cs typeface="Albert Sans Medium"/>
                <a:sym typeface="Albert Sans Medium"/>
              </a:rPr>
            </a:br>
            <a:endParaRPr b="0" sz="1400">
              <a:latin typeface="Albert Sans Medium"/>
              <a:ea typeface="Albert Sans Medium"/>
              <a:cs typeface="Albert Sans Medium"/>
              <a:sym typeface="Albert Sans Medium"/>
            </a:endParaRPr>
          </a:p>
          <a:p>
            <a:pPr indent="-304800" lvl="0" marL="457200" rtl="0" algn="l">
              <a:lnSpc>
                <a:spcPct val="115000"/>
              </a:lnSpc>
              <a:spcBef>
                <a:spcPts val="0"/>
              </a:spcBef>
              <a:spcAft>
                <a:spcPts val="0"/>
              </a:spcAft>
              <a:buSzPts val="1200"/>
              <a:buFont typeface="Albert Sans Medium"/>
              <a:buChar char="-"/>
            </a:pPr>
            <a:r>
              <a:rPr b="0" lang="en" sz="1400">
                <a:latin typeface="Albert Sans Medium"/>
                <a:ea typeface="Albert Sans Medium"/>
                <a:cs typeface="Albert Sans Medium"/>
                <a:sym typeface="Albert Sans Medium"/>
              </a:rPr>
              <a:t>H₁ (Alternative Hypothesis): Aftershocks in Nepal exhibit patterns that can be modeled and predicted using machine learning.</a:t>
            </a:r>
            <a:br>
              <a:rPr b="0" lang="en" sz="1400">
                <a:latin typeface="Albert Sans Medium"/>
                <a:ea typeface="Albert Sans Medium"/>
                <a:cs typeface="Albert Sans Medium"/>
                <a:sym typeface="Albert Sans Medium"/>
              </a:rPr>
            </a:br>
            <a:endParaRPr b="0" sz="1400">
              <a:latin typeface="Albert Sans Medium"/>
              <a:ea typeface="Albert Sans Medium"/>
              <a:cs typeface="Albert Sans Medium"/>
              <a:sym typeface="Albert Sans Medium"/>
            </a:endParaRPr>
          </a:p>
          <a:p>
            <a:pPr indent="0" lvl="0" marL="0" rtl="0" algn="l">
              <a:lnSpc>
                <a:spcPct val="115000"/>
              </a:lnSpc>
              <a:spcBef>
                <a:spcPts val="1600"/>
              </a:spcBef>
              <a:spcAft>
                <a:spcPts val="0"/>
              </a:spcAft>
              <a:buNone/>
            </a:pPr>
            <a:r>
              <a:rPr b="0" lang="en" sz="1400">
                <a:latin typeface="Albert Sans Medium"/>
                <a:ea typeface="Albert Sans Medium"/>
                <a:cs typeface="Albert Sans Medium"/>
                <a:sym typeface="Albert Sans Medium"/>
              </a:rPr>
              <a:t>Since every model’s recall and F1 for aftershocks is far better than random, we can confidently reject H₀ and accept H₁: aftershocks in Nepal follow patterns we can learn with machine learning.</a:t>
            </a:r>
            <a:endParaRPr b="0" sz="1400">
              <a:latin typeface="Albert Sans Medium"/>
              <a:ea typeface="Albert Sans Medium"/>
              <a:cs typeface="Albert Sans Medium"/>
              <a:sym typeface="Albert Sans Medium"/>
            </a:endParaRPr>
          </a:p>
          <a:p>
            <a:pPr indent="0" lvl="0" marL="0" rtl="0" algn="l">
              <a:lnSpc>
                <a:spcPct val="115000"/>
              </a:lnSpc>
              <a:spcBef>
                <a:spcPts val="1600"/>
              </a:spcBef>
              <a:spcAft>
                <a:spcPts val="1600"/>
              </a:spcAft>
              <a:buNone/>
            </a:pPr>
            <a:r>
              <a:t/>
            </a:r>
            <a:endParaRPr b="0" sz="1400">
              <a:latin typeface="Albert Sans Medium"/>
              <a:ea typeface="Albert Sans Medium"/>
              <a:cs typeface="Albert Sans Medium"/>
              <a:sym typeface="Albert Sans Medium"/>
            </a:endParaRPr>
          </a:p>
        </p:txBody>
      </p:sp>
      <p:sp>
        <p:nvSpPr>
          <p:cNvPr id="2330" name="Google Shape;2330;p3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Hypotheses Validation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4" name="Shape 2334"/>
        <p:cNvGrpSpPr/>
        <p:nvPr/>
      </p:nvGrpSpPr>
      <p:grpSpPr>
        <a:xfrm>
          <a:off x="0" y="0"/>
          <a:ext cx="0" cy="0"/>
          <a:chOff x="0" y="0"/>
          <a:chExt cx="0" cy="0"/>
        </a:xfrm>
      </p:grpSpPr>
      <p:sp>
        <p:nvSpPr>
          <p:cNvPr id="2335" name="Google Shape;2335;p38"/>
          <p:cNvSpPr txBox="1"/>
          <p:nvPr>
            <p:ph idx="4294967295" type="title"/>
          </p:nvPr>
        </p:nvSpPr>
        <p:spPr>
          <a:xfrm>
            <a:off x="1178450" y="475950"/>
            <a:ext cx="6932100" cy="109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04. Reflection &amp; Learning</a:t>
            </a:r>
            <a:endParaRPr sz="3600"/>
          </a:p>
        </p:txBody>
      </p:sp>
      <p:sp>
        <p:nvSpPr>
          <p:cNvPr id="2336" name="Google Shape;2336;p38"/>
          <p:cNvSpPr txBox="1"/>
          <p:nvPr>
            <p:ph type="title"/>
          </p:nvPr>
        </p:nvSpPr>
        <p:spPr>
          <a:xfrm>
            <a:off x="1017075" y="1442275"/>
            <a:ext cx="7891200" cy="37011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br>
              <a:rPr b="0" lang="en" sz="1600">
                <a:latin typeface="Albert Sans Medium"/>
                <a:ea typeface="Albert Sans Medium"/>
                <a:cs typeface="Albert Sans Medium"/>
                <a:sym typeface="Albert Sans Medium"/>
              </a:rPr>
            </a:br>
            <a:endParaRPr b="0" sz="1600">
              <a:latin typeface="Albert Sans Medium"/>
              <a:ea typeface="Albert Sans Medium"/>
              <a:cs typeface="Albert Sans Medium"/>
              <a:sym typeface="Albert Sans Medium"/>
            </a:endParaRPr>
          </a:p>
          <a:p>
            <a:pPr indent="-330200" lvl="0" marL="457200" rtl="0" algn="l">
              <a:spcBef>
                <a:spcPts val="1200"/>
              </a:spcBef>
              <a:spcAft>
                <a:spcPts val="0"/>
              </a:spcAft>
              <a:buSzPts val="1600"/>
              <a:buFont typeface="Albert Sans Medium"/>
              <a:buChar char="-"/>
            </a:pPr>
            <a:r>
              <a:rPr b="0" lang="en" sz="1600">
                <a:latin typeface="Albert Sans Medium"/>
                <a:ea typeface="Albert Sans Medium"/>
                <a:cs typeface="Albert Sans Medium"/>
                <a:sym typeface="Albert Sans Medium"/>
              </a:rPr>
              <a:t>Building a custom spatiotemporal classifier (distance + 30‑day window) was essential—without it, our ML models learned on noisy “aftershock” labels.</a:t>
            </a:r>
            <a:endParaRPr b="0" sz="1600">
              <a:latin typeface="Albert Sans Medium"/>
              <a:ea typeface="Albert Sans Medium"/>
              <a:cs typeface="Albert Sans Medium"/>
              <a:sym typeface="Albert Sans Medium"/>
            </a:endParaRPr>
          </a:p>
          <a:p>
            <a:pPr indent="0" lvl="0" marL="0" rtl="0" algn="l">
              <a:spcBef>
                <a:spcPts val="1200"/>
              </a:spcBef>
              <a:spcAft>
                <a:spcPts val="0"/>
              </a:spcAft>
              <a:buNone/>
            </a:pPr>
            <a:r>
              <a:t/>
            </a:r>
            <a:endParaRPr b="0" sz="1600">
              <a:latin typeface="Albert Sans Medium"/>
              <a:ea typeface="Albert Sans Medium"/>
              <a:cs typeface="Albert Sans Medium"/>
              <a:sym typeface="Albert Sans Medium"/>
            </a:endParaRPr>
          </a:p>
          <a:p>
            <a:pPr indent="-330200" lvl="0" marL="457200" rtl="0" algn="l">
              <a:spcBef>
                <a:spcPts val="0"/>
              </a:spcBef>
              <a:spcAft>
                <a:spcPts val="0"/>
              </a:spcAft>
              <a:buSzPts val="1600"/>
              <a:buFont typeface="Albert Sans Medium"/>
              <a:buChar char="-"/>
            </a:pPr>
            <a:r>
              <a:rPr b="0" lang="en" sz="1600">
                <a:latin typeface="Albert Sans Medium"/>
                <a:ea typeface="Albert Sans Medium"/>
                <a:cs typeface="Albert Sans Medium"/>
                <a:sym typeface="Albert Sans Medium"/>
              </a:rPr>
              <a:t> Inconsistent ‘cdi’ and ‘nst’ entries required careful median‑imputation to avoid biasing model training.</a:t>
            </a:r>
            <a:br>
              <a:rPr b="0" lang="en" sz="1600">
                <a:latin typeface="Albert Sans Medium"/>
                <a:ea typeface="Albert Sans Medium"/>
                <a:cs typeface="Albert Sans Medium"/>
                <a:sym typeface="Albert Sans Medium"/>
              </a:rPr>
            </a:br>
            <a:endParaRPr b="0" sz="1600">
              <a:latin typeface="Albert Sans Medium"/>
              <a:ea typeface="Albert Sans Medium"/>
              <a:cs typeface="Albert Sans Medium"/>
              <a:sym typeface="Albert Sans Medium"/>
            </a:endParaRPr>
          </a:p>
          <a:p>
            <a:pPr indent="-330200" lvl="0" marL="457200" rtl="0" algn="l">
              <a:spcBef>
                <a:spcPts val="0"/>
              </a:spcBef>
              <a:spcAft>
                <a:spcPts val="0"/>
              </a:spcAft>
              <a:buSzPts val="1600"/>
              <a:buFont typeface="Albert Sans Medium"/>
              <a:buChar char="-"/>
            </a:pPr>
            <a:r>
              <a:rPr b="0" lang="en" sz="1600">
                <a:latin typeface="Albert Sans Medium"/>
                <a:ea typeface="Albert Sans Medium"/>
                <a:cs typeface="Albert Sans Medium"/>
                <a:sym typeface="Albert Sans Medium"/>
              </a:rPr>
              <a:t>Although it is possible to predict aftershocks using machine learning, pre-existing features are not enough to predict if the mainshock will induce an aftershock.</a:t>
            </a:r>
            <a:br>
              <a:rPr b="0" lang="en" sz="1600">
                <a:latin typeface="Albert Sans Medium"/>
                <a:ea typeface="Albert Sans Medium"/>
                <a:cs typeface="Albert Sans Medium"/>
                <a:sym typeface="Albert Sans Medium"/>
              </a:rPr>
            </a:br>
            <a:endParaRPr b="0" sz="1600">
              <a:latin typeface="Albert Sans Medium"/>
              <a:ea typeface="Albert Sans Medium"/>
              <a:cs typeface="Albert Sans Medium"/>
              <a:sym typeface="Albert Sans Medium"/>
            </a:endParaRPr>
          </a:p>
          <a:p>
            <a:pPr indent="0" lvl="0" marL="457200" rtl="0" algn="l">
              <a:lnSpc>
                <a:spcPct val="115000"/>
              </a:lnSpc>
              <a:spcBef>
                <a:spcPts val="0"/>
              </a:spcBef>
              <a:spcAft>
                <a:spcPts val="0"/>
              </a:spcAft>
              <a:buNone/>
            </a:pPr>
            <a:br>
              <a:rPr b="0" lang="en" sz="1600">
                <a:latin typeface="Albert Sans Medium"/>
                <a:ea typeface="Albert Sans Medium"/>
                <a:cs typeface="Albert Sans Medium"/>
                <a:sym typeface="Albert Sans Medium"/>
              </a:rPr>
            </a:br>
            <a:endParaRPr b="0" sz="1600">
              <a:latin typeface="Albert Sans Medium"/>
              <a:ea typeface="Albert Sans Medium"/>
              <a:cs typeface="Albert Sans Medium"/>
              <a:sym typeface="Albert Sans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0" name="Shape 2340"/>
        <p:cNvGrpSpPr/>
        <p:nvPr/>
      </p:nvGrpSpPr>
      <p:grpSpPr>
        <a:xfrm>
          <a:off x="0" y="0"/>
          <a:ext cx="0" cy="0"/>
          <a:chOff x="0" y="0"/>
          <a:chExt cx="0" cy="0"/>
        </a:xfrm>
      </p:grpSpPr>
      <p:sp>
        <p:nvSpPr>
          <p:cNvPr id="2341" name="Google Shape;2341;p39"/>
          <p:cNvSpPr txBox="1"/>
          <p:nvPr>
            <p:ph type="title"/>
          </p:nvPr>
        </p:nvSpPr>
        <p:spPr>
          <a:xfrm>
            <a:off x="720000" y="4281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05. Contributions &amp; Implications</a:t>
            </a:r>
            <a:endParaRPr sz="3600"/>
          </a:p>
          <a:p>
            <a:pPr indent="0" lvl="0" marL="0" rtl="0" algn="ctr">
              <a:lnSpc>
                <a:spcPct val="115000"/>
              </a:lnSpc>
              <a:spcBef>
                <a:spcPts val="0"/>
              </a:spcBef>
              <a:spcAft>
                <a:spcPts val="0"/>
              </a:spcAft>
              <a:buNone/>
            </a:pPr>
            <a:r>
              <a:t/>
            </a:r>
            <a:endParaRPr/>
          </a:p>
        </p:txBody>
      </p:sp>
      <p:sp>
        <p:nvSpPr>
          <p:cNvPr id="2342" name="Google Shape;2342;p39"/>
          <p:cNvSpPr txBox="1"/>
          <p:nvPr>
            <p:ph type="title"/>
          </p:nvPr>
        </p:nvSpPr>
        <p:spPr>
          <a:xfrm>
            <a:off x="907075" y="1342500"/>
            <a:ext cx="7523700" cy="3636300"/>
          </a:xfrm>
          <a:prstGeom prst="rect">
            <a:avLst/>
          </a:prstGeom>
        </p:spPr>
        <p:txBody>
          <a:bodyPr anchorCtr="0" anchor="ctr" bIns="91425" lIns="91425" spcFirstLastPara="1" rIns="91425" wrap="square" tIns="91425">
            <a:noAutofit/>
          </a:bodyPr>
          <a:lstStyle/>
          <a:p>
            <a:pPr indent="-330200" lvl="0" marL="457200" rtl="0" algn="l">
              <a:lnSpc>
                <a:spcPct val="115000"/>
              </a:lnSpc>
              <a:spcBef>
                <a:spcPts val="0"/>
              </a:spcBef>
              <a:spcAft>
                <a:spcPts val="0"/>
              </a:spcAft>
              <a:buSzPts val="1600"/>
              <a:buFont typeface="Albert Sans Medium"/>
              <a:buChar char="-"/>
            </a:pPr>
            <a:r>
              <a:rPr b="0" lang="en" sz="1600">
                <a:latin typeface="Albert Sans Medium"/>
                <a:ea typeface="Albert Sans Medium"/>
                <a:cs typeface="Albert Sans Medium"/>
                <a:sym typeface="Albert Sans Medium"/>
              </a:rPr>
              <a:t>While progress has been made in projects like the Collaboratory for the  Study of Earthquake Predictability (CSEP), earthquakes being unpredictable has made this research more challenging.</a:t>
            </a:r>
            <a:br>
              <a:rPr b="0" lang="en" sz="1600">
                <a:latin typeface="Albert Sans Medium"/>
                <a:ea typeface="Albert Sans Medium"/>
                <a:cs typeface="Albert Sans Medium"/>
                <a:sym typeface="Albert Sans Medium"/>
              </a:rPr>
            </a:br>
            <a:endParaRPr b="0" sz="1600">
              <a:latin typeface="Albert Sans Medium"/>
              <a:ea typeface="Albert Sans Medium"/>
              <a:cs typeface="Albert Sans Medium"/>
              <a:sym typeface="Albert Sans Medium"/>
            </a:endParaRPr>
          </a:p>
          <a:p>
            <a:pPr indent="-330200" lvl="0" marL="457200" rtl="0" algn="l">
              <a:lnSpc>
                <a:spcPct val="115000"/>
              </a:lnSpc>
              <a:spcBef>
                <a:spcPts val="0"/>
              </a:spcBef>
              <a:spcAft>
                <a:spcPts val="0"/>
              </a:spcAft>
              <a:buSzPts val="1600"/>
              <a:buFont typeface="Albert Sans Medium"/>
              <a:buChar char="-"/>
            </a:pPr>
            <a:r>
              <a:rPr b="0" lang="en" sz="1600">
                <a:latin typeface="Albert Sans Medium"/>
                <a:ea typeface="Albert Sans Medium"/>
                <a:cs typeface="Albert Sans Medium"/>
                <a:sym typeface="Albert Sans Medium"/>
              </a:rPr>
              <a:t>Demonstrates that a small, publicly available feature set (mag, cdi, nst, sig) can yield good recall in aftershock prediction which opens avenues for research in data‑limited regions.</a:t>
            </a:r>
            <a:br>
              <a:rPr b="0" lang="en" sz="1600">
                <a:latin typeface="Albert Sans Medium"/>
                <a:ea typeface="Albert Sans Medium"/>
                <a:cs typeface="Albert Sans Medium"/>
                <a:sym typeface="Albert Sans Medium"/>
              </a:rPr>
            </a:br>
            <a:endParaRPr b="0" sz="1600">
              <a:latin typeface="Albert Sans Medium"/>
              <a:ea typeface="Albert Sans Medium"/>
              <a:cs typeface="Albert Sans Medium"/>
              <a:sym typeface="Albert Sans Medium"/>
            </a:endParaRPr>
          </a:p>
          <a:p>
            <a:pPr indent="-330200" lvl="0" marL="457200" rtl="0" algn="l">
              <a:lnSpc>
                <a:spcPct val="115000"/>
              </a:lnSpc>
              <a:spcBef>
                <a:spcPts val="0"/>
              </a:spcBef>
              <a:spcAft>
                <a:spcPts val="0"/>
              </a:spcAft>
              <a:buSzPts val="1600"/>
              <a:buFont typeface="Albert Sans Medium"/>
              <a:buChar char="-"/>
            </a:pPr>
            <a:r>
              <a:rPr b="0" lang="en" sz="1600">
                <a:latin typeface="Albert Sans Medium"/>
                <a:ea typeface="Albert Sans Medium"/>
                <a:cs typeface="Albert Sans Medium"/>
                <a:sym typeface="Albert Sans Medium"/>
              </a:rPr>
              <a:t>By reducing uncertainty in the critical hours after a major quake, our model helps protect lives and streamline disaster‑response resource allocation.</a:t>
            </a:r>
            <a:endParaRPr b="0" sz="1600">
              <a:latin typeface="Albert Sans Medium"/>
              <a:ea typeface="Albert Sans Medium"/>
              <a:cs typeface="Albert Sans Medium"/>
              <a:sym typeface="Albert Sans Medium"/>
            </a:endParaRPr>
          </a:p>
          <a:p>
            <a:pPr indent="0" lvl="0" marL="457200" rtl="0" algn="l">
              <a:lnSpc>
                <a:spcPct val="115000"/>
              </a:lnSpc>
              <a:spcBef>
                <a:spcPts val="0"/>
              </a:spcBef>
              <a:spcAft>
                <a:spcPts val="0"/>
              </a:spcAft>
              <a:buNone/>
            </a:pPr>
            <a:br>
              <a:rPr b="0" lang="en" sz="1600">
                <a:latin typeface="Albert Sans Medium"/>
                <a:ea typeface="Albert Sans Medium"/>
                <a:cs typeface="Albert Sans Medium"/>
                <a:sym typeface="Albert Sans Medium"/>
              </a:rPr>
            </a:br>
            <a:endParaRPr b="0" sz="1600">
              <a:latin typeface="Albert Sans Medium"/>
              <a:ea typeface="Albert Sans Medium"/>
              <a:cs typeface="Albert Sans Medium"/>
              <a:sym typeface="Albert Sans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6" name="Shape 2346"/>
        <p:cNvGrpSpPr/>
        <p:nvPr/>
      </p:nvGrpSpPr>
      <p:grpSpPr>
        <a:xfrm>
          <a:off x="0" y="0"/>
          <a:ext cx="0" cy="0"/>
          <a:chOff x="0" y="0"/>
          <a:chExt cx="0" cy="0"/>
        </a:xfrm>
      </p:grpSpPr>
      <p:sp>
        <p:nvSpPr>
          <p:cNvPr id="2347" name="Google Shape;2347;p40"/>
          <p:cNvSpPr txBox="1"/>
          <p:nvPr>
            <p:ph type="title"/>
          </p:nvPr>
        </p:nvSpPr>
        <p:spPr>
          <a:xfrm>
            <a:off x="1540525" y="434675"/>
            <a:ext cx="6230100" cy="119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06. Future Directions</a:t>
            </a:r>
            <a:endParaRPr sz="3600"/>
          </a:p>
          <a:p>
            <a:pPr indent="0" lvl="0" marL="0" rtl="0" algn="ctr">
              <a:spcBef>
                <a:spcPts val="0"/>
              </a:spcBef>
              <a:spcAft>
                <a:spcPts val="0"/>
              </a:spcAft>
              <a:buNone/>
            </a:pPr>
            <a:r>
              <a:t/>
            </a:r>
            <a:endParaRPr/>
          </a:p>
        </p:txBody>
      </p:sp>
      <p:sp>
        <p:nvSpPr>
          <p:cNvPr id="2348" name="Google Shape;2348;p40"/>
          <p:cNvSpPr txBox="1"/>
          <p:nvPr>
            <p:ph idx="1" type="subTitle"/>
          </p:nvPr>
        </p:nvSpPr>
        <p:spPr>
          <a:xfrm>
            <a:off x="880375" y="1432700"/>
            <a:ext cx="7550400" cy="3710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After being able to predict more accurately, we will work on the prediction of the magnitude of aftershocks.</a:t>
            </a:r>
            <a:br>
              <a:rPr lang="en"/>
            </a:br>
            <a:endParaRPr/>
          </a:p>
          <a:p>
            <a:pPr indent="-317500" lvl="0" marL="457200" rtl="0" algn="l">
              <a:spcBef>
                <a:spcPts val="0"/>
              </a:spcBef>
              <a:spcAft>
                <a:spcPts val="0"/>
              </a:spcAft>
              <a:buSzPts val="1400"/>
              <a:buChar char="-"/>
            </a:pPr>
            <a:r>
              <a:rPr lang="en"/>
              <a:t>Add geophysical inputs like hypocenter depth, fault‑line proximity, soil composition to sharpen model precision and recall.</a:t>
            </a:r>
            <a:br>
              <a:rPr lang="en"/>
            </a:br>
            <a:endParaRPr/>
          </a:p>
          <a:p>
            <a:pPr indent="-317500" lvl="0" marL="457200" rtl="0" algn="l">
              <a:spcBef>
                <a:spcPts val="0"/>
              </a:spcBef>
              <a:spcAft>
                <a:spcPts val="0"/>
              </a:spcAft>
              <a:buSzPts val="1400"/>
              <a:buChar char="-"/>
            </a:pPr>
            <a:r>
              <a:rPr lang="en"/>
              <a:t>Use other machine learning algorithms to analyze large earthquake datasets and identify patterns that are associated with aftershock occurrence. </a:t>
            </a:r>
            <a:br>
              <a:rPr lang="en"/>
            </a:br>
            <a:endParaRPr/>
          </a:p>
          <a:p>
            <a:pPr indent="-317500" lvl="0" marL="457200" rtl="0" algn="l">
              <a:spcBef>
                <a:spcPts val="0"/>
              </a:spcBef>
              <a:spcAft>
                <a:spcPts val="0"/>
              </a:spcAft>
              <a:buSzPts val="1400"/>
              <a:buChar char="-"/>
            </a:pPr>
            <a:r>
              <a:rPr lang="en"/>
              <a:t>Create a full pipeline to enable live integration with USGS feeds and create mobile </a:t>
            </a:r>
            <a:r>
              <a:rPr lang="en"/>
              <a:t>alert apps.</a:t>
            </a:r>
            <a:br>
              <a:rPr lang="en"/>
            </a:b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2" name="Shape 2352"/>
        <p:cNvGrpSpPr/>
        <p:nvPr/>
      </p:nvGrpSpPr>
      <p:grpSpPr>
        <a:xfrm>
          <a:off x="0" y="0"/>
          <a:ext cx="0" cy="0"/>
          <a:chOff x="0" y="0"/>
          <a:chExt cx="0" cy="0"/>
        </a:xfrm>
      </p:grpSpPr>
      <p:sp>
        <p:nvSpPr>
          <p:cNvPr id="2353" name="Google Shape;2353;p41"/>
          <p:cNvSpPr txBox="1"/>
          <p:nvPr>
            <p:ph type="title"/>
          </p:nvPr>
        </p:nvSpPr>
        <p:spPr>
          <a:xfrm>
            <a:off x="1540525" y="434675"/>
            <a:ext cx="6230100" cy="119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References</a:t>
            </a:r>
            <a:endParaRPr sz="3600"/>
          </a:p>
          <a:p>
            <a:pPr indent="0" lvl="0" marL="0" rtl="0" algn="ctr">
              <a:spcBef>
                <a:spcPts val="0"/>
              </a:spcBef>
              <a:spcAft>
                <a:spcPts val="0"/>
              </a:spcAft>
              <a:buNone/>
            </a:pPr>
            <a:r>
              <a:t/>
            </a:r>
            <a:endParaRPr/>
          </a:p>
        </p:txBody>
      </p:sp>
      <p:sp>
        <p:nvSpPr>
          <p:cNvPr id="2354" name="Google Shape;2354;p41"/>
          <p:cNvSpPr txBox="1"/>
          <p:nvPr>
            <p:ph idx="1" type="subTitle"/>
          </p:nvPr>
        </p:nvSpPr>
        <p:spPr>
          <a:xfrm>
            <a:off x="871775" y="1094575"/>
            <a:ext cx="7559100" cy="404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USGS Earthquake Hazards Program, “</a:t>
            </a:r>
            <a:r>
              <a:rPr i="1" lang="en" sz="1300"/>
              <a:t>USGS Catalog of Nepal Earthquakes.</a:t>
            </a:r>
            <a:r>
              <a:rPr lang="en" sz="1300"/>
              <a:t>” (Data obtained via USGS API; includes worldwide station network description).</a:t>
            </a:r>
            <a:endParaRPr sz="1300"/>
          </a:p>
          <a:p>
            <a:pPr indent="0" lvl="0" marL="0" rtl="0" algn="l">
              <a:spcBef>
                <a:spcPts val="0"/>
              </a:spcBef>
              <a:spcAft>
                <a:spcPts val="0"/>
              </a:spcAft>
              <a:buNone/>
            </a:pPr>
            <a:r>
              <a:rPr lang="en" sz="1300"/>
              <a:t> </a:t>
            </a:r>
            <a:endParaRPr sz="1300"/>
          </a:p>
          <a:p>
            <a:pPr indent="0" lvl="0" marL="0" rtl="0" algn="l">
              <a:spcBef>
                <a:spcPts val="0"/>
              </a:spcBef>
              <a:spcAft>
                <a:spcPts val="0"/>
              </a:spcAft>
              <a:buNone/>
            </a:pPr>
            <a:r>
              <a:rPr lang="en" sz="1300"/>
              <a:t>H. Ebrahimian and F. Jalayer, “</a:t>
            </a:r>
            <a:r>
              <a:rPr i="1" lang="en" sz="1300"/>
              <a:t>Improvements to seismicity forecasting based on a Bayesian spatio-temporal model</a:t>
            </a:r>
            <a:r>
              <a:rPr lang="en" sz="1300"/>
              <a:t>,” Scientific Reports, vol. 12, art. 20970, Dec. 2022.</a:t>
            </a:r>
            <a:endParaRPr sz="1300"/>
          </a:p>
          <a:p>
            <a:pPr indent="0" lvl="0" marL="457200" rtl="0" algn="l">
              <a:spcBef>
                <a:spcPts val="0"/>
              </a:spcBef>
              <a:spcAft>
                <a:spcPts val="0"/>
              </a:spcAft>
              <a:buNone/>
            </a:pPr>
            <a:r>
              <a:t/>
            </a:r>
            <a:endParaRPr sz="1300"/>
          </a:p>
          <a:p>
            <a:pPr indent="0" lvl="0" marL="0" rtl="0" algn="l">
              <a:spcBef>
                <a:spcPts val="0"/>
              </a:spcBef>
              <a:spcAft>
                <a:spcPts val="0"/>
              </a:spcAft>
              <a:buNone/>
            </a:pPr>
            <a:r>
              <a:rPr lang="en" sz="1300"/>
              <a:t>P. M. DeVries et al., “</a:t>
            </a:r>
            <a:r>
              <a:rPr i="1" lang="en" sz="1300"/>
              <a:t>Deep learning of aftershock patterns following large earthquakes,</a:t>
            </a:r>
            <a:r>
              <a:rPr lang="en" sz="1300"/>
              <a:t>” Nature, vol. 560, no. 7720, pp. 632–634, 2018.</a:t>
            </a:r>
            <a:endParaRPr sz="1300"/>
          </a:p>
          <a:p>
            <a:pPr indent="0" lvl="0" marL="457200" rtl="0" algn="l">
              <a:spcBef>
                <a:spcPts val="0"/>
              </a:spcBef>
              <a:spcAft>
                <a:spcPts val="0"/>
              </a:spcAft>
              <a:buNone/>
            </a:pPr>
            <a:r>
              <a:t/>
            </a:r>
            <a:endParaRPr sz="1300"/>
          </a:p>
          <a:p>
            <a:pPr indent="0" lvl="0" marL="0" rtl="0" algn="l">
              <a:spcBef>
                <a:spcPts val="0"/>
              </a:spcBef>
              <a:spcAft>
                <a:spcPts val="0"/>
              </a:spcAft>
              <a:buNone/>
            </a:pPr>
            <a:r>
              <a:rPr lang="en" sz="1300"/>
              <a:t>“</a:t>
            </a:r>
            <a:r>
              <a:rPr i="1" lang="en" sz="1300"/>
              <a:t>Nepal earthquake of 2015</a:t>
            </a:r>
            <a:r>
              <a:rPr lang="en" sz="1300"/>
              <a:t>,” Encyclopædia Britannica. (describing the April 25, 2015, mainshock and May 12 aftershock impacts) .</a:t>
            </a:r>
            <a:endParaRPr sz="1300"/>
          </a:p>
          <a:p>
            <a:pPr indent="0" lvl="0" marL="457200" rtl="0" algn="l">
              <a:spcBef>
                <a:spcPts val="0"/>
              </a:spcBef>
              <a:spcAft>
                <a:spcPts val="0"/>
              </a:spcAft>
              <a:buNone/>
            </a:pPr>
            <a:r>
              <a:t/>
            </a:r>
            <a:endParaRPr sz="1300"/>
          </a:p>
          <a:p>
            <a:pPr indent="0" lvl="0" marL="0" rtl="0" algn="l">
              <a:spcBef>
                <a:spcPts val="0"/>
              </a:spcBef>
              <a:spcAft>
                <a:spcPts val="0"/>
              </a:spcAft>
              <a:buNone/>
            </a:pPr>
            <a:r>
              <a:rPr lang="en" sz="1300"/>
              <a:t>P. Reuell, “</a:t>
            </a:r>
            <a:r>
              <a:rPr i="1" lang="en" sz="1300"/>
              <a:t>Examining aftershocks with AI</a:t>
            </a:r>
            <a:r>
              <a:rPr lang="en" sz="1300"/>
              <a:t>,” Harvard Gazette, Sep. 2018. (Discusses Harvard/Google research using AI for aftershock location prediction) .</a:t>
            </a:r>
            <a:br>
              <a:rPr lang="en" sz="1300"/>
            </a:br>
            <a:endParaRPr sz="1300"/>
          </a:p>
          <a:p>
            <a:pPr indent="0" lvl="0" marL="45720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8" name="Shape 2358"/>
        <p:cNvGrpSpPr/>
        <p:nvPr/>
      </p:nvGrpSpPr>
      <p:grpSpPr>
        <a:xfrm>
          <a:off x="0" y="0"/>
          <a:ext cx="0" cy="0"/>
          <a:chOff x="0" y="0"/>
          <a:chExt cx="0" cy="0"/>
        </a:xfrm>
      </p:grpSpPr>
      <p:sp>
        <p:nvSpPr>
          <p:cNvPr id="2359" name="Google Shape;2359;p42"/>
          <p:cNvSpPr txBox="1"/>
          <p:nvPr>
            <p:ph type="title"/>
          </p:nvPr>
        </p:nvSpPr>
        <p:spPr>
          <a:xfrm>
            <a:off x="2137500" y="1573475"/>
            <a:ext cx="4869000" cy="119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7000"/>
              <a:t>Thanks!</a:t>
            </a:r>
            <a:endParaRPr sz="7000"/>
          </a:p>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hy do earthquakes happen? by Slidesgo">
  <a:themeElements>
    <a:clrScheme name="Simple Light">
      <a:dk1>
        <a:srgbClr val="221E27"/>
      </a:dk1>
      <a:lt1>
        <a:srgbClr val="FFFFFF"/>
      </a:lt1>
      <a:dk2>
        <a:srgbClr val="DCBDA0"/>
      </a:dk2>
      <a:lt2>
        <a:srgbClr val="B82703"/>
      </a:lt2>
      <a:accent1>
        <a:srgbClr val="EAF1FC"/>
      </a:accent1>
      <a:accent2>
        <a:srgbClr val="693027"/>
      </a:accent2>
      <a:accent3>
        <a:srgbClr val="FBC67A"/>
      </a:accent3>
      <a:accent4>
        <a:srgbClr val="C3643B"/>
      </a:accent4>
      <a:accent5>
        <a:srgbClr val="A5908C"/>
      </a:accent5>
      <a:accent6>
        <a:srgbClr val="A5E4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